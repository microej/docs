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2.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3.xml" ContentType="application/vnd.openxmlformats-officedocument.theme+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2" saveSubsetFonts="1">
  <p:sldMasterIdLst>
    <p:sldMasterId id="2147483660" r:id="rId1"/>
    <p:sldMasterId id="2147483750" r:id="rId2"/>
    <p:sldMasterId id="2147483789" r:id="rId3"/>
    <p:sldMasterId id="2147483811" r:id="rId4"/>
  </p:sldMasterIdLst>
  <p:notesMasterIdLst>
    <p:notesMasterId r:id="rId10"/>
  </p:notesMasterIdLst>
  <p:handoutMasterIdLst>
    <p:handoutMasterId r:id="rId11"/>
  </p:handoutMasterIdLst>
  <p:sldIdLst>
    <p:sldId id="306" r:id="rId5"/>
    <p:sldId id="544" r:id="rId6"/>
    <p:sldId id="548" r:id="rId7"/>
    <p:sldId id="549" r:id="rId8"/>
    <p:sldId id="545" r:id="rId9"/>
  </p:sldIdLst>
  <p:sldSz cx="12192000" cy="6858000"/>
  <p:notesSz cx="6858000" cy="9144000"/>
  <p:defaultTex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érôme Leroux" initials="JL" lastIdx="10" clrIdx="0"/>
  <p:cmAuthor id="2" name="Rémy Louedec" initials=""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B6D76"/>
    <a:srgbClr val="71B84D"/>
    <a:srgbClr val="EE502E"/>
    <a:srgbClr val="00AEC7"/>
    <a:srgbClr val="A9B1B5"/>
    <a:srgbClr val="FFA300"/>
    <a:srgbClr val="E64213"/>
    <a:srgbClr val="FFC845"/>
    <a:srgbClr val="E5E9EB"/>
    <a:srgbClr val="463A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410" autoAdjust="0"/>
    <p:restoredTop sz="96646" autoAdjust="0"/>
  </p:normalViewPr>
  <p:slideViewPr>
    <p:cSldViewPr>
      <p:cViewPr varScale="1">
        <p:scale>
          <a:sx n="110" d="100"/>
          <a:sy n="110" d="100"/>
        </p:scale>
        <p:origin x="870" y="11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105" d="100"/>
          <a:sy n="105" d="100"/>
        </p:scale>
        <p:origin x="4368" y="1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slideMaster" Target="slideMasters/slideMaster3.xml"/><Relationship Id="rId7" Type="http://schemas.openxmlformats.org/officeDocument/2006/relationships/slide" Target="slides/slide3.xml"/><Relationship Id="rId12" Type="http://schemas.openxmlformats.org/officeDocument/2006/relationships/commentAuthors" Target="commentAuthors.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US">
                <a:latin typeface="Calibri Regular" charset="0"/>
              </a:rPr>
              <a:t>ddddd</a:t>
            </a:r>
            <a:endParaRPr lang="en-US" dirty="0">
              <a:latin typeface="Calibri Regular" charset="0"/>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28231F4-865A-3043-956B-D8F8DAEB626F}" type="datetime1">
              <a:rPr lang="fr-FR" smtClean="0">
                <a:latin typeface="Calibri Regular" charset="0"/>
              </a:rPr>
              <a:t>06/11/2025</a:t>
            </a:fld>
            <a:endParaRPr lang="en-US" dirty="0">
              <a:latin typeface="Calibri Regular" charset="0"/>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r>
              <a:rPr lang="en-US">
                <a:latin typeface="Calibri Regular" charset="0"/>
              </a:rPr>
              <a:t>dddddd</a:t>
            </a:r>
            <a:endParaRPr lang="en-US" dirty="0">
              <a:latin typeface="Calibri Regular" charset="0"/>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C1BCF83-E995-406B-90B7-34CBC7B459E2}" type="slidenum">
              <a:rPr lang="en-US" smtClean="0">
                <a:latin typeface="Calibri Regular" charset="0"/>
              </a:rPr>
              <a:t>‹#›</a:t>
            </a:fld>
            <a:endParaRPr lang="en-US" dirty="0">
              <a:latin typeface="Calibri Regular" charset="0"/>
            </a:endParaRPr>
          </a:p>
        </p:txBody>
      </p:sp>
    </p:spTree>
    <p:extLst>
      <p:ext uri="{BB962C8B-B14F-4D97-AF65-F5344CB8AC3E}">
        <p14:creationId xmlns:p14="http://schemas.microsoft.com/office/powerpoint/2010/main" val="1503862246"/>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b="0" i="0">
                <a:latin typeface="Calibri Regular" charset="0"/>
              </a:defRPr>
            </a:lvl1pPr>
          </a:lstStyle>
          <a:p>
            <a:r>
              <a:rPr lang="en-US"/>
              <a:t>ddddd</a:t>
            </a: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b="0" i="0">
                <a:latin typeface="Calibri Regular" charset="0"/>
              </a:defRPr>
            </a:lvl1pPr>
          </a:lstStyle>
          <a:p>
            <a:fld id="{D125E8DA-58CB-F841-A404-E11EC1E2C988}" type="datetime1">
              <a:rPr lang="fr-FR" smtClean="0"/>
              <a:t>06/11/2025</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b="0" i="0">
                <a:latin typeface="Calibri Regular" charset="0"/>
              </a:defRPr>
            </a:lvl1pPr>
          </a:lstStyle>
          <a:p>
            <a:r>
              <a:rPr lang="en-US"/>
              <a:t>dddddd</a:t>
            </a: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b="0" i="0">
                <a:latin typeface="Calibri Regular" charset="0"/>
              </a:defRPr>
            </a:lvl1pPr>
          </a:lstStyle>
          <a:p>
            <a:fld id="{63D2F4DC-CE54-4109-8EF4-A6E1D0DA46F1}" type="slidenum">
              <a:rPr lang="en-US" smtClean="0"/>
              <a:pPr/>
              <a:t>‹#›</a:t>
            </a:fld>
            <a:endParaRPr lang="en-US" dirty="0"/>
          </a:p>
        </p:txBody>
      </p:sp>
    </p:spTree>
    <p:extLst>
      <p:ext uri="{BB962C8B-B14F-4D97-AF65-F5344CB8AC3E}">
        <p14:creationId xmlns:p14="http://schemas.microsoft.com/office/powerpoint/2010/main" val="2834552350"/>
      </p:ext>
    </p:extLst>
  </p:cSld>
  <p:clrMap bg1="lt1" tx1="dk1" bg2="lt2" tx2="dk2" accent1="accent1" accent2="accent2" accent3="accent3" accent4="accent4" accent5="accent5" accent6="accent6" hlink="hlink" folHlink="folHlink"/>
  <p:hf sldNum="0" hdr="0" ftr="0" dt="0"/>
  <p:notesStyle>
    <a:lvl1pPr marL="0" algn="l" defTabSz="914377" rtl="0" eaLnBrk="1" latinLnBrk="0" hangingPunct="1">
      <a:defRPr sz="1200" b="0" i="0" kern="1200">
        <a:solidFill>
          <a:schemeClr val="tx1"/>
        </a:solidFill>
        <a:latin typeface="Calibri Regular" charset="0"/>
        <a:ea typeface="+mn-ea"/>
        <a:cs typeface="+mn-cs"/>
      </a:defRPr>
    </a:lvl1pPr>
    <a:lvl2pPr marL="457189" algn="l" defTabSz="914377" rtl="0" eaLnBrk="1" latinLnBrk="0" hangingPunct="1">
      <a:defRPr sz="1200" b="0" i="0" kern="1200">
        <a:solidFill>
          <a:schemeClr val="tx1"/>
        </a:solidFill>
        <a:latin typeface="Calibri Regular" charset="0"/>
        <a:ea typeface="+mn-ea"/>
        <a:cs typeface="+mn-cs"/>
      </a:defRPr>
    </a:lvl2pPr>
    <a:lvl3pPr marL="914377" algn="l" defTabSz="914377" rtl="0" eaLnBrk="1" latinLnBrk="0" hangingPunct="1">
      <a:defRPr sz="1200" b="0" i="0" kern="1200">
        <a:solidFill>
          <a:schemeClr val="tx1"/>
        </a:solidFill>
        <a:latin typeface="Calibri Regular" charset="0"/>
        <a:ea typeface="+mn-ea"/>
        <a:cs typeface="+mn-cs"/>
      </a:defRPr>
    </a:lvl3pPr>
    <a:lvl4pPr marL="1371566" algn="l" defTabSz="914377" rtl="0" eaLnBrk="1" latinLnBrk="0" hangingPunct="1">
      <a:defRPr sz="1200" b="0" i="0" kern="1200">
        <a:solidFill>
          <a:schemeClr val="tx1"/>
        </a:solidFill>
        <a:latin typeface="Calibri Regular" charset="0"/>
        <a:ea typeface="+mn-ea"/>
        <a:cs typeface="+mn-cs"/>
      </a:defRPr>
    </a:lvl4pPr>
    <a:lvl5pPr marL="1828754" algn="l" defTabSz="914377" rtl="0" eaLnBrk="1" latinLnBrk="0" hangingPunct="1">
      <a:defRPr sz="1200" b="0" i="0" kern="1200">
        <a:solidFill>
          <a:schemeClr val="tx1"/>
        </a:solidFill>
        <a:latin typeface="Calibri Regular" charset="0"/>
        <a:ea typeface="+mn-ea"/>
        <a:cs typeface="+mn-cs"/>
      </a:defRPr>
    </a:lvl5pPr>
    <a:lvl6pPr marL="2285943" algn="l" defTabSz="914377" rtl="0" eaLnBrk="1" latinLnBrk="0" hangingPunct="1">
      <a:defRPr sz="1200" kern="1200">
        <a:solidFill>
          <a:schemeClr val="tx1"/>
        </a:solidFill>
        <a:latin typeface="+mn-lt"/>
        <a:ea typeface="+mn-ea"/>
        <a:cs typeface="+mn-cs"/>
      </a:defRPr>
    </a:lvl6pPr>
    <a:lvl7pPr marL="2743131" algn="l" defTabSz="914377" rtl="0" eaLnBrk="1" latinLnBrk="0" hangingPunct="1">
      <a:defRPr sz="1200" kern="1200">
        <a:solidFill>
          <a:schemeClr val="tx1"/>
        </a:solidFill>
        <a:latin typeface="+mn-lt"/>
        <a:ea typeface="+mn-ea"/>
        <a:cs typeface="+mn-cs"/>
      </a:defRPr>
    </a:lvl7pPr>
    <a:lvl8pPr marL="3200320" algn="l" defTabSz="914377" rtl="0" eaLnBrk="1" latinLnBrk="0" hangingPunct="1">
      <a:defRPr sz="1200" kern="1200">
        <a:solidFill>
          <a:schemeClr val="tx1"/>
        </a:solidFill>
        <a:latin typeface="+mn-lt"/>
        <a:ea typeface="+mn-ea"/>
        <a:cs typeface="+mn-cs"/>
      </a:defRPr>
    </a:lvl8pPr>
    <a:lvl9pPr marL="3657509" algn="l" defTabSz="914377"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Red Chapter / Title_subtitle">
    <p:spTree>
      <p:nvGrpSpPr>
        <p:cNvPr id="1" name=""/>
        <p:cNvGrpSpPr/>
        <p:nvPr/>
      </p:nvGrpSpPr>
      <p:grpSpPr>
        <a:xfrm>
          <a:off x="0" y="0"/>
          <a:ext cx="0" cy="0"/>
          <a:chOff x="0" y="0"/>
          <a:chExt cx="0" cy="0"/>
        </a:xfrm>
      </p:grpSpPr>
      <p:sp>
        <p:nvSpPr>
          <p:cNvPr id="2" name="Rectangle 1"/>
          <p:cNvSpPr/>
          <p:nvPr userDrawn="1"/>
        </p:nvSpPr>
        <p:spPr>
          <a:xfrm>
            <a:off x="0" y="0"/>
            <a:ext cx="9192067" cy="6884633"/>
          </a:xfrm>
          <a:custGeom>
            <a:avLst/>
            <a:gdLst>
              <a:gd name="connsiteX0" fmla="*/ 0 w 8832304"/>
              <a:gd name="connsiteY0" fmla="*/ 0 h 6858000"/>
              <a:gd name="connsiteX1" fmla="*/ 8832304 w 8832304"/>
              <a:gd name="connsiteY1" fmla="*/ 0 h 6858000"/>
              <a:gd name="connsiteX2" fmla="*/ 8832304 w 8832304"/>
              <a:gd name="connsiteY2" fmla="*/ 6858000 h 6858000"/>
              <a:gd name="connsiteX3" fmla="*/ 0 w 8832304"/>
              <a:gd name="connsiteY3" fmla="*/ 6858000 h 6858000"/>
              <a:gd name="connsiteX4" fmla="*/ 0 w 8832304"/>
              <a:gd name="connsiteY4" fmla="*/ 0 h 6858000"/>
              <a:gd name="connsiteX0" fmla="*/ 0 w 8832304"/>
              <a:gd name="connsiteY0" fmla="*/ 0 h 6872990"/>
              <a:gd name="connsiteX1" fmla="*/ 8832304 w 8832304"/>
              <a:gd name="connsiteY1" fmla="*/ 0 h 6872990"/>
              <a:gd name="connsiteX2" fmla="*/ 4650048 w 8832304"/>
              <a:gd name="connsiteY2" fmla="*/ 6872990 h 6872990"/>
              <a:gd name="connsiteX3" fmla="*/ 0 w 8832304"/>
              <a:gd name="connsiteY3" fmla="*/ 6858000 h 6872990"/>
              <a:gd name="connsiteX4" fmla="*/ 0 w 8832304"/>
              <a:gd name="connsiteY4" fmla="*/ 0 h 6872990"/>
              <a:gd name="connsiteX0" fmla="*/ 0 w 9147097"/>
              <a:gd name="connsiteY0" fmla="*/ 0 h 6872990"/>
              <a:gd name="connsiteX1" fmla="*/ 9147097 w 9147097"/>
              <a:gd name="connsiteY1" fmla="*/ 0 h 6872990"/>
              <a:gd name="connsiteX2" fmla="*/ 4650048 w 9147097"/>
              <a:gd name="connsiteY2" fmla="*/ 6872990 h 6872990"/>
              <a:gd name="connsiteX3" fmla="*/ 0 w 9147097"/>
              <a:gd name="connsiteY3" fmla="*/ 6858000 h 6872990"/>
              <a:gd name="connsiteX4" fmla="*/ 0 w 9147097"/>
              <a:gd name="connsiteY4" fmla="*/ 0 h 6872990"/>
              <a:gd name="connsiteX0" fmla="*/ 0 w 9192067"/>
              <a:gd name="connsiteY0" fmla="*/ 0 h 6872990"/>
              <a:gd name="connsiteX1" fmla="*/ 9192067 w 9192067"/>
              <a:gd name="connsiteY1" fmla="*/ 0 h 6872990"/>
              <a:gd name="connsiteX2" fmla="*/ 4650048 w 9192067"/>
              <a:gd name="connsiteY2" fmla="*/ 6872990 h 6872990"/>
              <a:gd name="connsiteX3" fmla="*/ 0 w 9192067"/>
              <a:gd name="connsiteY3" fmla="*/ 6858000 h 6872990"/>
              <a:gd name="connsiteX4" fmla="*/ 0 w 9192067"/>
              <a:gd name="connsiteY4" fmla="*/ 0 h 6872990"/>
              <a:gd name="connsiteX0" fmla="*/ 0 w 9192067"/>
              <a:gd name="connsiteY0" fmla="*/ 0 h 6858000"/>
              <a:gd name="connsiteX1" fmla="*/ 9192067 w 9192067"/>
              <a:gd name="connsiteY1" fmla="*/ 0 h 6858000"/>
              <a:gd name="connsiteX2" fmla="*/ 5039792 w 9192067"/>
              <a:gd name="connsiteY2" fmla="*/ 6858000 h 6858000"/>
              <a:gd name="connsiteX3" fmla="*/ 0 w 9192067"/>
              <a:gd name="connsiteY3" fmla="*/ 6858000 h 6858000"/>
              <a:gd name="connsiteX4" fmla="*/ 0 w 9192067"/>
              <a:gd name="connsiteY4" fmla="*/ 0 h 6858000"/>
              <a:gd name="connsiteX0" fmla="*/ 0 w 9192067"/>
              <a:gd name="connsiteY0" fmla="*/ 0 h 6884633"/>
              <a:gd name="connsiteX1" fmla="*/ 9192067 w 9192067"/>
              <a:gd name="connsiteY1" fmla="*/ 0 h 6884633"/>
              <a:gd name="connsiteX2" fmla="*/ 5030914 w 9192067"/>
              <a:gd name="connsiteY2" fmla="*/ 6884633 h 6884633"/>
              <a:gd name="connsiteX3" fmla="*/ 0 w 9192067"/>
              <a:gd name="connsiteY3" fmla="*/ 6858000 h 6884633"/>
              <a:gd name="connsiteX4" fmla="*/ 0 w 9192067"/>
              <a:gd name="connsiteY4" fmla="*/ 0 h 68846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92067" h="6884633">
                <a:moveTo>
                  <a:pt x="0" y="0"/>
                </a:moveTo>
                <a:lnTo>
                  <a:pt x="9192067" y="0"/>
                </a:lnTo>
                <a:lnTo>
                  <a:pt x="5030914" y="6884633"/>
                </a:lnTo>
                <a:lnTo>
                  <a:pt x="0" y="6858000"/>
                </a:lnTo>
                <a:lnTo>
                  <a:pt x="0" y="0"/>
                </a:lnTo>
                <a:close/>
              </a:path>
            </a:pathLst>
          </a:custGeom>
          <a:solidFill>
            <a:srgbClr val="E642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p:cNvSpPr>
            <a:spLocks noGrp="1"/>
          </p:cNvSpPr>
          <p:nvPr>
            <p:ph type="ctrTitle" hasCustomPrompt="1"/>
          </p:nvPr>
        </p:nvSpPr>
        <p:spPr>
          <a:xfrm>
            <a:off x="1657349" y="644525"/>
            <a:ext cx="4500331" cy="2726185"/>
          </a:xfrm>
          <a:prstGeom prst="rect">
            <a:avLst/>
          </a:prstGeom>
        </p:spPr>
        <p:txBody>
          <a:bodyPr lIns="0" tIns="0" rIns="0" bIns="0" anchor="b" anchorCtr="0">
            <a:noAutofit/>
          </a:bodyPr>
          <a:lstStyle>
            <a:lvl1pPr algn="r">
              <a:defRPr sz="4000" b="1" i="0" cap="none" baseline="0">
                <a:solidFill>
                  <a:schemeClr val="bg1"/>
                </a:solidFill>
                <a:latin typeface="Source Sans Pro Black" charset="0"/>
                <a:ea typeface="Source Sans Pro Black" charset="0"/>
                <a:cs typeface="Source Sans Pro Black" charset="0"/>
              </a:defRPr>
            </a:lvl1pPr>
          </a:lstStyle>
          <a:p>
            <a:r>
              <a:rPr lang="en-US" dirty="0"/>
              <a:t>Click to edit master title style</a:t>
            </a:r>
          </a:p>
        </p:txBody>
      </p:sp>
      <p:cxnSp>
        <p:nvCxnSpPr>
          <p:cNvPr id="9" name="Straight Connector 8"/>
          <p:cNvCxnSpPr/>
          <p:nvPr userDrawn="1"/>
        </p:nvCxnSpPr>
        <p:spPr>
          <a:xfrm flipH="1">
            <a:off x="5776094" y="3569020"/>
            <a:ext cx="38158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Text Placeholder 6"/>
          <p:cNvSpPr>
            <a:spLocks noGrp="1"/>
          </p:cNvSpPr>
          <p:nvPr>
            <p:ph type="body" sz="quarter" idx="10" hasCustomPrompt="1"/>
          </p:nvPr>
        </p:nvSpPr>
        <p:spPr>
          <a:xfrm>
            <a:off x="7680324" y="3645024"/>
            <a:ext cx="3960814" cy="2398589"/>
          </a:xfrm>
          <a:prstGeom prst="rect">
            <a:avLst/>
          </a:prstGeom>
        </p:spPr>
        <p:txBody>
          <a:bodyPr lIns="0" tIns="0" rIns="0" bIns="0"/>
          <a:lstStyle>
            <a:lvl1pPr>
              <a:defRPr sz="2600"/>
            </a:lvl1pPr>
          </a:lstStyle>
          <a:p>
            <a:pPr lvl="0"/>
            <a:r>
              <a:rPr lang="en-US" dirty="0"/>
              <a:t>Click to edit Intro text styles</a:t>
            </a:r>
          </a:p>
        </p:txBody>
      </p:sp>
      <p:cxnSp>
        <p:nvCxnSpPr>
          <p:cNvPr id="13" name="Straight Connector 12"/>
          <p:cNvCxnSpPr/>
          <p:nvPr userDrawn="1"/>
        </p:nvCxnSpPr>
        <p:spPr>
          <a:xfrm flipH="1">
            <a:off x="7680326" y="3552512"/>
            <a:ext cx="390524"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Graphic Chapter / Title_subtitle">
    <p:spTree>
      <p:nvGrpSpPr>
        <p:cNvPr id="1" name=""/>
        <p:cNvGrpSpPr/>
        <p:nvPr/>
      </p:nvGrpSpPr>
      <p:grpSpPr>
        <a:xfrm>
          <a:off x="0" y="0"/>
          <a:ext cx="0" cy="0"/>
          <a:chOff x="0" y="0"/>
          <a:chExt cx="0" cy="0"/>
        </a:xfrm>
      </p:grpSpPr>
      <p:cxnSp>
        <p:nvCxnSpPr>
          <p:cNvPr id="20" name="Straight Connector 19"/>
          <p:cNvCxnSpPr/>
          <p:nvPr userDrawn="1"/>
        </p:nvCxnSpPr>
        <p:spPr>
          <a:xfrm flipH="1">
            <a:off x="5663952" y="3552512"/>
            <a:ext cx="45359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Title 1"/>
          <p:cNvSpPr>
            <a:spLocks noGrp="1"/>
          </p:cNvSpPr>
          <p:nvPr>
            <p:ph type="ctrTitle" hasCustomPrompt="1"/>
          </p:nvPr>
        </p:nvSpPr>
        <p:spPr>
          <a:xfrm>
            <a:off x="3560644" y="644525"/>
            <a:ext cx="7120056" cy="2726186"/>
          </a:xfrm>
          <a:prstGeom prst="rect">
            <a:avLst/>
          </a:prstGeom>
        </p:spPr>
        <p:txBody>
          <a:bodyPr lIns="0" tIns="0" rIns="0" bIns="0" anchor="b" anchorCtr="0">
            <a:noAutofit/>
          </a:bodyPr>
          <a:lstStyle>
            <a:lvl1pPr algn="l">
              <a:defRPr sz="4000" b="1" i="0" cap="none" baseline="0">
                <a:solidFill>
                  <a:schemeClr val="accent1"/>
                </a:solidFill>
                <a:latin typeface="Source Sans Pro Black" charset="0"/>
                <a:ea typeface="Source Sans Pro Black" charset="0"/>
                <a:cs typeface="Source Sans Pro Black" charset="0"/>
              </a:defRPr>
            </a:lvl1pPr>
          </a:lstStyle>
          <a:p>
            <a:r>
              <a:rPr lang="en-US" dirty="0"/>
              <a:t>Click to edit master title style</a:t>
            </a:r>
          </a:p>
        </p:txBody>
      </p:sp>
      <p:sp>
        <p:nvSpPr>
          <p:cNvPr id="27" name="Text Placeholder 6"/>
          <p:cNvSpPr>
            <a:spLocks noGrp="1"/>
          </p:cNvSpPr>
          <p:nvPr>
            <p:ph type="body" sz="quarter" idx="10" hasCustomPrompt="1"/>
          </p:nvPr>
        </p:nvSpPr>
        <p:spPr>
          <a:xfrm>
            <a:off x="3560643" y="3645024"/>
            <a:ext cx="4119681" cy="2398589"/>
          </a:xfrm>
          <a:prstGeom prst="rect">
            <a:avLst/>
          </a:prstGeom>
        </p:spPr>
        <p:txBody>
          <a:bodyPr lIns="0" tIns="0" rIns="0" bIns="0"/>
          <a:lstStyle>
            <a:lvl1pPr>
              <a:defRPr sz="2600"/>
            </a:lvl1pPr>
          </a:lstStyle>
          <a:p>
            <a:pPr lvl="0"/>
            <a:r>
              <a:rPr lang="en-US" dirty="0"/>
              <a:t>Click to edit Intro text styles</a:t>
            </a:r>
          </a:p>
        </p:txBody>
      </p:sp>
      <p:cxnSp>
        <p:nvCxnSpPr>
          <p:cNvPr id="28" name="Straight Connector 27"/>
          <p:cNvCxnSpPr/>
          <p:nvPr userDrawn="1"/>
        </p:nvCxnSpPr>
        <p:spPr>
          <a:xfrm flipH="1">
            <a:off x="3555867" y="3552512"/>
            <a:ext cx="379893"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8" name="Picture Placeholder 13"/>
          <p:cNvSpPr>
            <a:spLocks noGrp="1"/>
          </p:cNvSpPr>
          <p:nvPr>
            <p:ph type="pic" sz="quarter" idx="11"/>
          </p:nvPr>
        </p:nvSpPr>
        <p:spPr>
          <a:xfrm>
            <a:off x="37827" y="-8164"/>
            <a:ext cx="3971634" cy="6871855"/>
          </a:xfrm>
          <a:custGeom>
            <a:avLst/>
            <a:gdLst>
              <a:gd name="connsiteX0" fmla="*/ 0 w 4057359"/>
              <a:gd name="connsiteY0" fmla="*/ 0 h 6858000"/>
              <a:gd name="connsiteX1" fmla="*/ 4057359 w 4057359"/>
              <a:gd name="connsiteY1" fmla="*/ 0 h 6858000"/>
              <a:gd name="connsiteX2" fmla="*/ 4057359 w 4057359"/>
              <a:gd name="connsiteY2" fmla="*/ 6858000 h 6858000"/>
              <a:gd name="connsiteX3" fmla="*/ 0 w 4057359"/>
              <a:gd name="connsiteY3" fmla="*/ 6858000 h 6858000"/>
              <a:gd name="connsiteX4" fmla="*/ 0 w 4057359"/>
              <a:gd name="connsiteY4" fmla="*/ 0 h 6858000"/>
              <a:gd name="connsiteX0" fmla="*/ 29731 w 4087090"/>
              <a:gd name="connsiteY0" fmla="*/ 0 h 6871855"/>
              <a:gd name="connsiteX1" fmla="*/ 4087090 w 4087090"/>
              <a:gd name="connsiteY1" fmla="*/ 0 h 6871855"/>
              <a:gd name="connsiteX2" fmla="*/ 0 w 4087090"/>
              <a:gd name="connsiteY2" fmla="*/ 6871855 h 6871855"/>
              <a:gd name="connsiteX3" fmla="*/ 29731 w 4087090"/>
              <a:gd name="connsiteY3" fmla="*/ 6858000 h 6871855"/>
              <a:gd name="connsiteX4" fmla="*/ 29731 w 4087090"/>
              <a:gd name="connsiteY4" fmla="*/ 0 h 6871855"/>
              <a:gd name="connsiteX0" fmla="*/ 0 w 4057359"/>
              <a:gd name="connsiteY0" fmla="*/ 0 h 6941252"/>
              <a:gd name="connsiteX1" fmla="*/ 4057359 w 4057359"/>
              <a:gd name="connsiteY1" fmla="*/ 0 h 6941252"/>
              <a:gd name="connsiteX2" fmla="*/ 27419 w 4057359"/>
              <a:gd name="connsiteY2" fmla="*/ 6941252 h 6941252"/>
              <a:gd name="connsiteX3" fmla="*/ 0 w 4057359"/>
              <a:gd name="connsiteY3" fmla="*/ 6858000 h 6941252"/>
              <a:gd name="connsiteX4" fmla="*/ 0 w 4057359"/>
              <a:gd name="connsiteY4" fmla="*/ 0 h 6941252"/>
              <a:gd name="connsiteX0" fmla="*/ 0 w 4057359"/>
              <a:gd name="connsiteY0" fmla="*/ 0 h 6863691"/>
              <a:gd name="connsiteX1" fmla="*/ 4057359 w 4057359"/>
              <a:gd name="connsiteY1" fmla="*/ 0 h 6863691"/>
              <a:gd name="connsiteX2" fmla="*/ 2926 w 4057359"/>
              <a:gd name="connsiteY2" fmla="*/ 6863691 h 6863691"/>
              <a:gd name="connsiteX3" fmla="*/ 0 w 4057359"/>
              <a:gd name="connsiteY3" fmla="*/ 6858000 h 6863691"/>
              <a:gd name="connsiteX4" fmla="*/ 0 w 4057359"/>
              <a:gd name="connsiteY4" fmla="*/ 0 h 6863691"/>
              <a:gd name="connsiteX0" fmla="*/ 0 w 3971634"/>
              <a:gd name="connsiteY0" fmla="*/ 8164 h 6871855"/>
              <a:gd name="connsiteX1" fmla="*/ 3971634 w 3971634"/>
              <a:gd name="connsiteY1" fmla="*/ 0 h 6871855"/>
              <a:gd name="connsiteX2" fmla="*/ 2926 w 3971634"/>
              <a:gd name="connsiteY2" fmla="*/ 6871855 h 6871855"/>
              <a:gd name="connsiteX3" fmla="*/ 0 w 3971634"/>
              <a:gd name="connsiteY3" fmla="*/ 6866164 h 6871855"/>
              <a:gd name="connsiteX4" fmla="*/ 0 w 3971634"/>
              <a:gd name="connsiteY4" fmla="*/ 8164 h 68718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1634" h="6871855">
                <a:moveTo>
                  <a:pt x="0" y="8164"/>
                </a:moveTo>
                <a:lnTo>
                  <a:pt x="3971634" y="0"/>
                </a:lnTo>
                <a:lnTo>
                  <a:pt x="2926" y="6871855"/>
                </a:lnTo>
                <a:lnTo>
                  <a:pt x="0" y="6866164"/>
                </a:lnTo>
                <a:lnTo>
                  <a:pt x="0" y="8164"/>
                </a:lnTo>
                <a:close/>
              </a:path>
            </a:pathLst>
          </a:custGeom>
          <a:solidFill>
            <a:schemeClr val="accent1"/>
          </a:solidFill>
        </p:spPr>
        <p:txBody>
          <a:bodyPr/>
          <a:lstStyle/>
          <a:p>
            <a:r>
              <a:rPr lang="en-US"/>
              <a:t>Click icon to add picture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Red Chapter / Title_Subtitle_Number">
    <p:spTree>
      <p:nvGrpSpPr>
        <p:cNvPr id="1" name=""/>
        <p:cNvGrpSpPr/>
        <p:nvPr/>
      </p:nvGrpSpPr>
      <p:grpSpPr>
        <a:xfrm>
          <a:off x="0" y="0"/>
          <a:ext cx="0" cy="0"/>
          <a:chOff x="0" y="0"/>
          <a:chExt cx="0" cy="0"/>
        </a:xfrm>
      </p:grpSpPr>
      <p:sp>
        <p:nvSpPr>
          <p:cNvPr id="14" name="Picture Placeholder 13"/>
          <p:cNvSpPr>
            <a:spLocks noGrp="1"/>
          </p:cNvSpPr>
          <p:nvPr>
            <p:ph type="pic" sz="quarter" idx="11"/>
          </p:nvPr>
        </p:nvSpPr>
        <p:spPr>
          <a:xfrm>
            <a:off x="37827" y="-8164"/>
            <a:ext cx="3971634" cy="6871855"/>
          </a:xfrm>
          <a:custGeom>
            <a:avLst/>
            <a:gdLst>
              <a:gd name="connsiteX0" fmla="*/ 0 w 4057359"/>
              <a:gd name="connsiteY0" fmla="*/ 0 h 6858000"/>
              <a:gd name="connsiteX1" fmla="*/ 4057359 w 4057359"/>
              <a:gd name="connsiteY1" fmla="*/ 0 h 6858000"/>
              <a:gd name="connsiteX2" fmla="*/ 4057359 w 4057359"/>
              <a:gd name="connsiteY2" fmla="*/ 6858000 h 6858000"/>
              <a:gd name="connsiteX3" fmla="*/ 0 w 4057359"/>
              <a:gd name="connsiteY3" fmla="*/ 6858000 h 6858000"/>
              <a:gd name="connsiteX4" fmla="*/ 0 w 4057359"/>
              <a:gd name="connsiteY4" fmla="*/ 0 h 6858000"/>
              <a:gd name="connsiteX0" fmla="*/ 29731 w 4087090"/>
              <a:gd name="connsiteY0" fmla="*/ 0 h 6871855"/>
              <a:gd name="connsiteX1" fmla="*/ 4087090 w 4087090"/>
              <a:gd name="connsiteY1" fmla="*/ 0 h 6871855"/>
              <a:gd name="connsiteX2" fmla="*/ 0 w 4087090"/>
              <a:gd name="connsiteY2" fmla="*/ 6871855 h 6871855"/>
              <a:gd name="connsiteX3" fmla="*/ 29731 w 4087090"/>
              <a:gd name="connsiteY3" fmla="*/ 6858000 h 6871855"/>
              <a:gd name="connsiteX4" fmla="*/ 29731 w 4087090"/>
              <a:gd name="connsiteY4" fmla="*/ 0 h 6871855"/>
              <a:gd name="connsiteX0" fmla="*/ 0 w 4057359"/>
              <a:gd name="connsiteY0" fmla="*/ 0 h 6941252"/>
              <a:gd name="connsiteX1" fmla="*/ 4057359 w 4057359"/>
              <a:gd name="connsiteY1" fmla="*/ 0 h 6941252"/>
              <a:gd name="connsiteX2" fmla="*/ 27419 w 4057359"/>
              <a:gd name="connsiteY2" fmla="*/ 6941252 h 6941252"/>
              <a:gd name="connsiteX3" fmla="*/ 0 w 4057359"/>
              <a:gd name="connsiteY3" fmla="*/ 6858000 h 6941252"/>
              <a:gd name="connsiteX4" fmla="*/ 0 w 4057359"/>
              <a:gd name="connsiteY4" fmla="*/ 0 h 6941252"/>
              <a:gd name="connsiteX0" fmla="*/ 0 w 4057359"/>
              <a:gd name="connsiteY0" fmla="*/ 0 h 6863691"/>
              <a:gd name="connsiteX1" fmla="*/ 4057359 w 4057359"/>
              <a:gd name="connsiteY1" fmla="*/ 0 h 6863691"/>
              <a:gd name="connsiteX2" fmla="*/ 2926 w 4057359"/>
              <a:gd name="connsiteY2" fmla="*/ 6863691 h 6863691"/>
              <a:gd name="connsiteX3" fmla="*/ 0 w 4057359"/>
              <a:gd name="connsiteY3" fmla="*/ 6858000 h 6863691"/>
              <a:gd name="connsiteX4" fmla="*/ 0 w 4057359"/>
              <a:gd name="connsiteY4" fmla="*/ 0 h 6863691"/>
              <a:gd name="connsiteX0" fmla="*/ 0 w 3971634"/>
              <a:gd name="connsiteY0" fmla="*/ 8164 h 6871855"/>
              <a:gd name="connsiteX1" fmla="*/ 3971634 w 3971634"/>
              <a:gd name="connsiteY1" fmla="*/ 0 h 6871855"/>
              <a:gd name="connsiteX2" fmla="*/ 2926 w 3971634"/>
              <a:gd name="connsiteY2" fmla="*/ 6871855 h 6871855"/>
              <a:gd name="connsiteX3" fmla="*/ 0 w 3971634"/>
              <a:gd name="connsiteY3" fmla="*/ 6866164 h 6871855"/>
              <a:gd name="connsiteX4" fmla="*/ 0 w 3971634"/>
              <a:gd name="connsiteY4" fmla="*/ 8164 h 68718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1634" h="6871855">
                <a:moveTo>
                  <a:pt x="0" y="8164"/>
                </a:moveTo>
                <a:lnTo>
                  <a:pt x="3971634" y="0"/>
                </a:lnTo>
                <a:lnTo>
                  <a:pt x="2926" y="6871855"/>
                </a:lnTo>
                <a:lnTo>
                  <a:pt x="0" y="6866164"/>
                </a:lnTo>
                <a:lnTo>
                  <a:pt x="0" y="8164"/>
                </a:lnTo>
                <a:close/>
              </a:path>
            </a:pathLst>
          </a:custGeom>
          <a:solidFill>
            <a:schemeClr val="accent1"/>
          </a:solidFill>
        </p:spPr>
        <p:txBody>
          <a:bodyPr/>
          <a:lstStyle/>
          <a:p>
            <a:r>
              <a:rPr lang="en-US"/>
              <a:t>Click icon to add picture</a:t>
            </a:r>
          </a:p>
        </p:txBody>
      </p:sp>
      <p:cxnSp>
        <p:nvCxnSpPr>
          <p:cNvPr id="20" name="Straight Connector 19"/>
          <p:cNvCxnSpPr/>
          <p:nvPr userDrawn="1"/>
        </p:nvCxnSpPr>
        <p:spPr>
          <a:xfrm flipH="1">
            <a:off x="5663952" y="3552512"/>
            <a:ext cx="45359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5" name="Text Placeholder 4"/>
          <p:cNvSpPr>
            <a:spLocks noGrp="1"/>
          </p:cNvSpPr>
          <p:nvPr>
            <p:ph type="body" sz="quarter" idx="12" hasCustomPrompt="1"/>
          </p:nvPr>
        </p:nvSpPr>
        <p:spPr>
          <a:xfrm>
            <a:off x="9182100" y="3645024"/>
            <a:ext cx="2602532" cy="2029941"/>
          </a:xfrm>
          <a:prstGeom prst="rect">
            <a:avLst/>
          </a:prstGeom>
        </p:spPr>
        <p:txBody>
          <a:bodyPr vert="horz" anchor="b" anchorCtr="0"/>
          <a:lstStyle>
            <a:lvl1pPr algn="r">
              <a:spcBef>
                <a:spcPts val="0"/>
              </a:spcBef>
              <a:spcAft>
                <a:spcPts val="0"/>
              </a:spcAft>
              <a:defRPr sz="17000"/>
            </a:lvl1pPr>
            <a:lvl2pPr algn="just">
              <a:defRPr sz="17000"/>
            </a:lvl2pPr>
            <a:lvl3pPr algn="just">
              <a:defRPr sz="17000"/>
            </a:lvl3pPr>
            <a:lvl4pPr algn="just">
              <a:defRPr sz="17000"/>
            </a:lvl4pPr>
            <a:lvl5pPr algn="just">
              <a:defRPr sz="17000"/>
            </a:lvl5pPr>
          </a:lstStyle>
          <a:p>
            <a:pPr lvl="0"/>
            <a:r>
              <a:rPr lang="en-US" dirty="0"/>
              <a:t>N°</a:t>
            </a:r>
          </a:p>
        </p:txBody>
      </p:sp>
      <p:sp>
        <p:nvSpPr>
          <p:cNvPr id="8" name="Title 1"/>
          <p:cNvSpPr>
            <a:spLocks noGrp="1"/>
          </p:cNvSpPr>
          <p:nvPr>
            <p:ph type="ctrTitle" hasCustomPrompt="1"/>
          </p:nvPr>
        </p:nvSpPr>
        <p:spPr>
          <a:xfrm>
            <a:off x="3560644" y="644525"/>
            <a:ext cx="7120056" cy="2726186"/>
          </a:xfrm>
          <a:prstGeom prst="rect">
            <a:avLst/>
          </a:prstGeom>
        </p:spPr>
        <p:txBody>
          <a:bodyPr lIns="0" tIns="0" rIns="0" bIns="0" anchor="b" anchorCtr="0">
            <a:noAutofit/>
          </a:bodyPr>
          <a:lstStyle>
            <a:lvl1pPr algn="l">
              <a:defRPr sz="4000" b="1" i="0" cap="none" baseline="0">
                <a:solidFill>
                  <a:schemeClr val="accent1"/>
                </a:solidFill>
                <a:latin typeface="Source Sans Pro Black" charset="0"/>
                <a:ea typeface="Source Sans Pro Black" charset="0"/>
                <a:cs typeface="Source Sans Pro Black" charset="0"/>
              </a:defRPr>
            </a:lvl1pPr>
          </a:lstStyle>
          <a:p>
            <a:r>
              <a:rPr lang="en-US" dirty="0"/>
              <a:t>Click to edit master title style</a:t>
            </a:r>
          </a:p>
        </p:txBody>
      </p:sp>
      <p:sp>
        <p:nvSpPr>
          <p:cNvPr id="9" name="Text Placeholder 6"/>
          <p:cNvSpPr>
            <a:spLocks noGrp="1"/>
          </p:cNvSpPr>
          <p:nvPr>
            <p:ph type="body" sz="quarter" idx="10" hasCustomPrompt="1"/>
          </p:nvPr>
        </p:nvSpPr>
        <p:spPr>
          <a:xfrm>
            <a:off x="3560643" y="3645024"/>
            <a:ext cx="4119681" cy="2398589"/>
          </a:xfrm>
          <a:prstGeom prst="rect">
            <a:avLst/>
          </a:prstGeom>
        </p:spPr>
        <p:txBody>
          <a:bodyPr lIns="0" tIns="0" rIns="0" bIns="0"/>
          <a:lstStyle>
            <a:lvl1pPr>
              <a:defRPr sz="2600"/>
            </a:lvl1pPr>
          </a:lstStyle>
          <a:p>
            <a:pPr lvl="0"/>
            <a:r>
              <a:rPr lang="en-US" dirty="0"/>
              <a:t>Click to edit Intro text styles</a:t>
            </a:r>
          </a:p>
        </p:txBody>
      </p:sp>
      <p:cxnSp>
        <p:nvCxnSpPr>
          <p:cNvPr id="10" name="Straight Connector 9"/>
          <p:cNvCxnSpPr/>
          <p:nvPr userDrawn="1"/>
        </p:nvCxnSpPr>
        <p:spPr>
          <a:xfrm flipH="1">
            <a:off x="3555867" y="3552512"/>
            <a:ext cx="379893"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Red SubChapter / Title ">
    <p:spTree>
      <p:nvGrpSpPr>
        <p:cNvPr id="1" name=""/>
        <p:cNvGrpSpPr/>
        <p:nvPr/>
      </p:nvGrpSpPr>
      <p:grpSpPr>
        <a:xfrm>
          <a:off x="0" y="0"/>
          <a:ext cx="0" cy="0"/>
          <a:chOff x="0" y="0"/>
          <a:chExt cx="0" cy="0"/>
        </a:xfrm>
      </p:grpSpPr>
      <p:sp>
        <p:nvSpPr>
          <p:cNvPr id="15" name="Rectangle 14"/>
          <p:cNvSpPr/>
          <p:nvPr userDrawn="1"/>
        </p:nvSpPr>
        <p:spPr>
          <a:xfrm>
            <a:off x="0" y="0"/>
            <a:ext cx="12192000" cy="6858000"/>
          </a:xfrm>
          <a:prstGeom prst="rect">
            <a:avLst/>
          </a:prstGeom>
          <a:solidFill>
            <a:srgbClr val="E642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Picture 2" descr="C:\Users\cmorineau\Marketing-Private\Marcom\Graphics\Artwork_Corp\Logos\Logo-microej-grey-h50.png"/>
          <p:cNvPicPr>
            <a:picLocks noChangeAspect="1" noChangeArrowheads="1"/>
          </p:cNvPicPr>
          <p:nvPr userDrawn="1"/>
        </p:nvPicPr>
        <p:blipFill>
          <a:blip r:embed="rId2" cstate="print">
            <a:biLevel thresh="25000"/>
            <a:extLst>
              <a:ext uri="{28A0092B-C50C-407E-A947-70E740481C1C}">
                <a14:useLocalDpi xmlns:a14="http://schemas.microsoft.com/office/drawing/2010/main" val="0"/>
              </a:ext>
            </a:extLst>
          </a:blip>
          <a:srcRect/>
          <a:stretch>
            <a:fillRect/>
          </a:stretch>
        </p:blipFill>
        <p:spPr bwMode="auto">
          <a:xfrm>
            <a:off x="11056039" y="454456"/>
            <a:ext cx="576064" cy="107175"/>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Straight Connector 18"/>
          <p:cNvCxnSpPr/>
          <p:nvPr userDrawn="1"/>
        </p:nvCxnSpPr>
        <p:spPr>
          <a:xfrm>
            <a:off x="1657350" y="3429000"/>
            <a:ext cx="9023349"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0" name="Title 1"/>
          <p:cNvSpPr>
            <a:spLocks noGrp="1"/>
          </p:cNvSpPr>
          <p:nvPr>
            <p:ph type="ctrTitle" hasCustomPrompt="1"/>
          </p:nvPr>
        </p:nvSpPr>
        <p:spPr>
          <a:xfrm>
            <a:off x="1657350" y="1772816"/>
            <a:ext cx="9023349" cy="1512168"/>
          </a:xfrm>
          <a:prstGeom prst="rect">
            <a:avLst/>
          </a:prstGeom>
        </p:spPr>
        <p:txBody>
          <a:bodyPr lIns="0" tIns="0" rIns="0" bIns="0" anchor="b" anchorCtr="1">
            <a:noAutofit/>
          </a:bodyPr>
          <a:lstStyle>
            <a:lvl1pPr algn="ctr">
              <a:defRPr sz="3000" b="1" i="0" cap="all" baseline="0">
                <a:solidFill>
                  <a:schemeClr val="bg1"/>
                </a:solidFill>
                <a:latin typeface="Source Sans Pro Black" charset="0"/>
                <a:ea typeface="Source Sans Pro Black" charset="0"/>
                <a:cs typeface="Source Sans Pro Black" charset="0"/>
              </a:defRPr>
            </a:lvl1pPr>
          </a:lstStyle>
          <a:p>
            <a:r>
              <a:rPr lang="en-US" dirty="0"/>
              <a:t>Click to edit master title style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2"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cxnSp>
        <p:nvCxnSpPr>
          <p:cNvPr id="13" name="Straight Connector 12"/>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5142178"/>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2lines_Only">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550863" y="476672"/>
            <a:ext cx="8631237" cy="921672"/>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cxnSp>
        <p:nvCxnSpPr>
          <p:cNvPr id="5" name="Straight Connector 4"/>
          <p:cNvCxnSpPr/>
          <p:nvPr userDrawn="1"/>
        </p:nvCxnSpPr>
        <p:spPr>
          <a:xfrm>
            <a:off x="550863" y="1398344"/>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 Column / Title-2lines_Content">
    <p:spTree>
      <p:nvGrpSpPr>
        <p:cNvPr id="1" name=""/>
        <p:cNvGrpSpPr/>
        <p:nvPr/>
      </p:nvGrpSpPr>
      <p:grpSpPr>
        <a:xfrm>
          <a:off x="0" y="0"/>
          <a:ext cx="0" cy="0"/>
          <a:chOff x="0" y="0"/>
          <a:chExt cx="0" cy="0"/>
        </a:xfrm>
      </p:grpSpPr>
      <p:sp>
        <p:nvSpPr>
          <p:cNvPr id="11" name="Content Placeholder 3"/>
          <p:cNvSpPr>
            <a:spLocks noGrp="1"/>
          </p:cNvSpPr>
          <p:nvPr>
            <p:ph sz="half" idx="2" hasCustomPrompt="1"/>
          </p:nvPr>
        </p:nvSpPr>
        <p:spPr>
          <a:xfrm>
            <a:off x="550862" y="1293703"/>
            <a:ext cx="10129837" cy="4749909"/>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cxnSp>
        <p:nvCxnSpPr>
          <p:cNvPr id="10" name="Straight Connector 9"/>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lumn / Title-2lines_Content">
    <p:spTree>
      <p:nvGrpSpPr>
        <p:cNvPr id="1" name=""/>
        <p:cNvGrpSpPr/>
        <p:nvPr/>
      </p:nvGrpSpPr>
      <p:grpSpPr>
        <a:xfrm>
          <a:off x="0" y="0"/>
          <a:ext cx="0" cy="0"/>
          <a:chOff x="0" y="0"/>
          <a:chExt cx="0" cy="0"/>
        </a:xfrm>
      </p:grpSpPr>
      <p:sp>
        <p:nvSpPr>
          <p:cNvPr id="11" name="Content Placeholder 3"/>
          <p:cNvSpPr>
            <a:spLocks noGrp="1"/>
          </p:cNvSpPr>
          <p:nvPr>
            <p:ph sz="half" idx="2" hasCustomPrompt="1"/>
          </p:nvPr>
        </p:nvSpPr>
        <p:spPr>
          <a:xfrm>
            <a:off x="550862" y="1606476"/>
            <a:ext cx="10129837" cy="4437137"/>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sp>
        <p:nvSpPr>
          <p:cNvPr id="15" name="Title Placeholder 1"/>
          <p:cNvSpPr>
            <a:spLocks noGrp="1"/>
          </p:cNvSpPr>
          <p:nvPr>
            <p:ph type="title" hasCustomPrompt="1"/>
          </p:nvPr>
        </p:nvSpPr>
        <p:spPr>
          <a:xfrm>
            <a:off x="550863" y="476672"/>
            <a:ext cx="8631237" cy="921672"/>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cxnSp>
        <p:nvCxnSpPr>
          <p:cNvPr id="16" name="Straight Connector 15"/>
          <p:cNvCxnSpPr/>
          <p:nvPr userDrawn="1"/>
        </p:nvCxnSpPr>
        <p:spPr>
          <a:xfrm>
            <a:off x="550863" y="1398344"/>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39853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 Column / Title_Subtitle_Content">
    <p:spTree>
      <p:nvGrpSpPr>
        <p:cNvPr id="1" name=""/>
        <p:cNvGrpSpPr/>
        <p:nvPr/>
      </p:nvGrpSpPr>
      <p:grpSpPr>
        <a:xfrm>
          <a:off x="0" y="0"/>
          <a:ext cx="0" cy="0"/>
          <a:chOff x="0" y="0"/>
          <a:chExt cx="0" cy="0"/>
        </a:xfrm>
      </p:grpSpPr>
      <p:sp>
        <p:nvSpPr>
          <p:cNvPr id="4" name="Text Placeholder 2"/>
          <p:cNvSpPr>
            <a:spLocks noGrp="1"/>
          </p:cNvSpPr>
          <p:nvPr>
            <p:ph type="body" idx="1" hasCustomPrompt="1"/>
          </p:nvPr>
        </p:nvSpPr>
        <p:spPr>
          <a:xfrm>
            <a:off x="550861" y="1293703"/>
            <a:ext cx="10129838" cy="432049"/>
          </a:xfrm>
          <a:prstGeom prst="rect">
            <a:avLst/>
          </a:prstGeom>
        </p:spPr>
        <p:txBody>
          <a:bodyPr lIns="0" tIns="0" rIns="0" bIns="0" anchor="t" anchorCtr="0">
            <a:noAutofit/>
          </a:bodyPr>
          <a:lstStyle>
            <a:lvl1pPr marL="0" indent="0">
              <a:lnSpc>
                <a:spcPts val="2000"/>
              </a:lnSpc>
              <a:buNone/>
              <a:defRPr sz="18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5" name="Content Placeholder 3"/>
          <p:cNvSpPr>
            <a:spLocks noGrp="1"/>
          </p:cNvSpPr>
          <p:nvPr>
            <p:ph sz="half" idx="11" hasCustomPrompt="1"/>
          </p:nvPr>
        </p:nvSpPr>
        <p:spPr>
          <a:xfrm>
            <a:off x="550863" y="1869759"/>
            <a:ext cx="10129836" cy="4173853"/>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cxnSp>
        <p:nvCxnSpPr>
          <p:cNvPr id="14" name="Straight Connector 13"/>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 Columns / Title_Content+picture">
    <p:spTree>
      <p:nvGrpSpPr>
        <p:cNvPr id="1" name=""/>
        <p:cNvGrpSpPr/>
        <p:nvPr/>
      </p:nvGrpSpPr>
      <p:grpSpPr>
        <a:xfrm>
          <a:off x="0" y="0"/>
          <a:ext cx="0" cy="0"/>
          <a:chOff x="0" y="0"/>
          <a:chExt cx="0" cy="0"/>
        </a:xfrm>
      </p:grpSpPr>
      <p:sp>
        <p:nvSpPr>
          <p:cNvPr id="6" name="Content Placeholder 3"/>
          <p:cNvSpPr>
            <a:spLocks noGrp="1"/>
          </p:cNvSpPr>
          <p:nvPr>
            <p:ph sz="half" idx="11" hasCustomPrompt="1"/>
          </p:nvPr>
        </p:nvSpPr>
        <p:spPr>
          <a:xfrm>
            <a:off x="550863" y="1293703"/>
            <a:ext cx="4999583" cy="4749910"/>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sp>
        <p:nvSpPr>
          <p:cNvPr id="8" name="Content Placeholder 3"/>
          <p:cNvSpPr>
            <a:spLocks noGrp="1"/>
          </p:cNvSpPr>
          <p:nvPr>
            <p:ph sz="half" idx="12" hasCustomPrompt="1"/>
          </p:nvPr>
        </p:nvSpPr>
        <p:spPr>
          <a:xfrm>
            <a:off x="5681117" y="1293703"/>
            <a:ext cx="4999583" cy="4749910"/>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cxnSp>
        <p:nvCxnSpPr>
          <p:cNvPr id="10" name="Straight Connector 9"/>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extLst>
      <p:ext uri="{BB962C8B-B14F-4D97-AF65-F5344CB8AC3E}">
        <p14:creationId xmlns:p14="http://schemas.microsoft.com/office/powerpoint/2010/main" val="18983943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Columns / Title_Content">
    <p:spTree>
      <p:nvGrpSpPr>
        <p:cNvPr id="1" name=""/>
        <p:cNvGrpSpPr/>
        <p:nvPr/>
      </p:nvGrpSpPr>
      <p:grpSpPr>
        <a:xfrm>
          <a:off x="0" y="0"/>
          <a:ext cx="0" cy="0"/>
          <a:chOff x="0" y="0"/>
          <a:chExt cx="0" cy="0"/>
        </a:xfrm>
      </p:grpSpPr>
      <p:sp>
        <p:nvSpPr>
          <p:cNvPr id="7" name="Content Placeholder 3"/>
          <p:cNvSpPr>
            <a:spLocks noGrp="1"/>
          </p:cNvSpPr>
          <p:nvPr>
            <p:ph sz="half" idx="11" hasCustomPrompt="1"/>
          </p:nvPr>
        </p:nvSpPr>
        <p:spPr>
          <a:xfrm>
            <a:off x="550863" y="1293703"/>
            <a:ext cx="10129837" cy="4749910"/>
          </a:xfrm>
          <a:prstGeom prst="rect">
            <a:avLst/>
          </a:prstGeom>
        </p:spPr>
        <p:txBody>
          <a:bodyPr lIns="90000" numCol="2">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cxnSp>
        <p:nvCxnSpPr>
          <p:cNvPr id="6" name="Straight Connector 5"/>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Column / Title_Subtitle_Content">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554378" y="1293703"/>
            <a:ext cx="4996068" cy="432049"/>
          </a:xfrm>
          <a:prstGeom prst="rect">
            <a:avLst/>
          </a:prstGeom>
        </p:spPr>
        <p:txBody>
          <a:bodyPr lIns="0" tIns="0" rIns="0" bIns="0" anchor="t" anchorCtr="0">
            <a:noAutofit/>
          </a:bodyPr>
          <a:lstStyle>
            <a:lvl1pPr marL="0" indent="0">
              <a:lnSpc>
                <a:spcPts val="2000"/>
              </a:lnSpc>
              <a:buNone/>
              <a:defRPr sz="18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9" name="Content Placeholder 3"/>
          <p:cNvSpPr>
            <a:spLocks noGrp="1"/>
          </p:cNvSpPr>
          <p:nvPr>
            <p:ph sz="half" idx="11" hasCustomPrompt="1"/>
          </p:nvPr>
        </p:nvSpPr>
        <p:spPr>
          <a:xfrm>
            <a:off x="550863" y="1869761"/>
            <a:ext cx="10129837" cy="4173852"/>
          </a:xfrm>
          <a:prstGeom prst="rect">
            <a:avLst/>
          </a:prstGeom>
        </p:spPr>
        <p:txBody>
          <a:bodyPr lIns="90000" numCol="2">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4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cxnSp>
        <p:nvCxnSpPr>
          <p:cNvPr id="7" name="Straight Connector 6"/>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extLst>
      <p:ext uri="{BB962C8B-B14F-4D97-AF65-F5344CB8AC3E}">
        <p14:creationId xmlns:p14="http://schemas.microsoft.com/office/powerpoint/2010/main" val="28106013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 Columns/ Comparison">
    <p:spTree>
      <p:nvGrpSpPr>
        <p:cNvPr id="1" name=""/>
        <p:cNvGrpSpPr/>
        <p:nvPr/>
      </p:nvGrpSpPr>
      <p:grpSpPr>
        <a:xfrm>
          <a:off x="0" y="0"/>
          <a:ext cx="0" cy="0"/>
          <a:chOff x="0" y="0"/>
          <a:chExt cx="0" cy="0"/>
        </a:xfrm>
      </p:grpSpPr>
      <p:sp>
        <p:nvSpPr>
          <p:cNvPr id="7" name="Text Placeholder 2"/>
          <p:cNvSpPr>
            <a:spLocks noGrp="1"/>
          </p:cNvSpPr>
          <p:nvPr>
            <p:ph type="body" idx="1" hasCustomPrompt="1"/>
          </p:nvPr>
        </p:nvSpPr>
        <p:spPr>
          <a:xfrm>
            <a:off x="554378" y="1293703"/>
            <a:ext cx="4996068" cy="432049"/>
          </a:xfrm>
          <a:prstGeom prst="rect">
            <a:avLst/>
          </a:prstGeom>
        </p:spPr>
        <p:txBody>
          <a:bodyPr lIns="0" tIns="0" rIns="0" bIns="0" anchor="t" anchorCtr="0">
            <a:noAutofit/>
          </a:bodyPr>
          <a:lstStyle>
            <a:lvl1pPr marL="0" indent="0">
              <a:lnSpc>
                <a:spcPts val="2000"/>
              </a:lnSpc>
              <a:buNone/>
              <a:defRPr sz="18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9" name="Content Placeholder 3"/>
          <p:cNvSpPr>
            <a:spLocks noGrp="1"/>
          </p:cNvSpPr>
          <p:nvPr>
            <p:ph sz="half" idx="13" hasCustomPrompt="1"/>
          </p:nvPr>
        </p:nvSpPr>
        <p:spPr>
          <a:xfrm>
            <a:off x="550863" y="1869761"/>
            <a:ext cx="4999583" cy="4173852"/>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sp>
        <p:nvSpPr>
          <p:cNvPr id="11" name="Text Placeholder 2"/>
          <p:cNvSpPr>
            <a:spLocks noGrp="1"/>
          </p:cNvSpPr>
          <p:nvPr>
            <p:ph type="body" idx="14" hasCustomPrompt="1"/>
          </p:nvPr>
        </p:nvSpPr>
        <p:spPr>
          <a:xfrm>
            <a:off x="5684632" y="1293703"/>
            <a:ext cx="4996068" cy="432049"/>
          </a:xfrm>
          <a:prstGeom prst="rect">
            <a:avLst/>
          </a:prstGeom>
        </p:spPr>
        <p:txBody>
          <a:bodyPr lIns="0" tIns="0" rIns="0" bIns="0" anchor="t" anchorCtr="0">
            <a:noAutofit/>
          </a:bodyPr>
          <a:lstStyle>
            <a:lvl1pPr marL="0" indent="0">
              <a:lnSpc>
                <a:spcPts val="2000"/>
              </a:lnSpc>
              <a:buNone/>
              <a:defRPr sz="18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13" name="Content Placeholder 3"/>
          <p:cNvSpPr>
            <a:spLocks noGrp="1"/>
          </p:cNvSpPr>
          <p:nvPr>
            <p:ph sz="half" idx="15" hasCustomPrompt="1"/>
          </p:nvPr>
        </p:nvSpPr>
        <p:spPr>
          <a:xfrm>
            <a:off x="5681117" y="1869761"/>
            <a:ext cx="4999583" cy="4173852"/>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cxnSp>
        <p:nvCxnSpPr>
          <p:cNvPr id="10" name="Straight Connector 9"/>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 Column / Title_Content">
    <p:spTree>
      <p:nvGrpSpPr>
        <p:cNvPr id="1" name=""/>
        <p:cNvGrpSpPr/>
        <p:nvPr/>
      </p:nvGrpSpPr>
      <p:grpSpPr>
        <a:xfrm>
          <a:off x="0" y="0"/>
          <a:ext cx="0" cy="0"/>
          <a:chOff x="0" y="0"/>
          <a:chExt cx="0" cy="0"/>
        </a:xfrm>
      </p:grpSpPr>
      <p:sp>
        <p:nvSpPr>
          <p:cNvPr id="11" name="Content Placeholder 3"/>
          <p:cNvSpPr>
            <a:spLocks noGrp="1"/>
          </p:cNvSpPr>
          <p:nvPr>
            <p:ph sz="half" idx="2" hasCustomPrompt="1"/>
          </p:nvPr>
        </p:nvSpPr>
        <p:spPr>
          <a:xfrm>
            <a:off x="550862" y="1293703"/>
            <a:ext cx="10129837" cy="4749910"/>
          </a:xfrm>
          <a:prstGeom prst="rect">
            <a:avLst/>
          </a:prstGeom>
        </p:spPr>
        <p:txBody>
          <a:bodyPr lIns="90000" numCol="3">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sp>
        <p:nvSpPr>
          <p:cNvPr id="2" name="TextBox 1"/>
          <p:cNvSpPr txBox="1"/>
          <p:nvPr userDrawn="1"/>
        </p:nvSpPr>
        <p:spPr>
          <a:xfrm>
            <a:off x="-3481064" y="-2043608"/>
            <a:ext cx="2376264" cy="215444"/>
          </a:xfrm>
          <a:prstGeom prst="rect">
            <a:avLst/>
          </a:prstGeom>
          <a:noFill/>
        </p:spPr>
        <p:txBody>
          <a:bodyPr wrap="square" lIns="0" tIns="0" rIns="0" bIns="0" numCol="1" spcCol="288000" rtlCol="0">
            <a:spAutoFit/>
          </a:bodyPr>
          <a:lstStyle/>
          <a:p>
            <a:pPr indent="-180000" fontAlgn="auto" latinLnBrk="0">
              <a:spcBef>
                <a:spcPts val="600"/>
              </a:spcBef>
              <a:spcAft>
                <a:spcPts val="0"/>
              </a:spcAft>
            </a:pPr>
            <a:r>
              <a:rPr lang="en-US" sz="1400" b="0" i="0" dirty="0" err="1">
                <a:latin typeface="Source Sans Pro" charset="0"/>
                <a:ea typeface="Source Sans Pro" charset="0"/>
                <a:cs typeface="Source Sans Pro" charset="0"/>
              </a:rPr>
              <a:t>zfegrhtjyufgrtntcvb</a:t>
            </a:r>
            <a:endParaRPr lang="en-US" sz="1400" b="0" i="0" dirty="0">
              <a:latin typeface="Source Sans Pro" charset="0"/>
              <a:ea typeface="Source Sans Pro" charset="0"/>
              <a:cs typeface="Source Sans Pro" charset="0"/>
            </a:endParaRPr>
          </a:p>
        </p:txBody>
      </p:sp>
      <p:cxnSp>
        <p:nvCxnSpPr>
          <p:cNvPr id="9" name="Straight Connector 8"/>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 Column / Title_Subtitle_Content">
    <p:spTree>
      <p:nvGrpSpPr>
        <p:cNvPr id="1" name=""/>
        <p:cNvGrpSpPr/>
        <p:nvPr/>
      </p:nvGrpSpPr>
      <p:grpSpPr>
        <a:xfrm>
          <a:off x="0" y="0"/>
          <a:ext cx="0" cy="0"/>
          <a:chOff x="0" y="0"/>
          <a:chExt cx="0" cy="0"/>
        </a:xfrm>
      </p:grpSpPr>
      <p:sp>
        <p:nvSpPr>
          <p:cNvPr id="4" name="Text Placeholder 2"/>
          <p:cNvSpPr>
            <a:spLocks noGrp="1"/>
          </p:cNvSpPr>
          <p:nvPr>
            <p:ph type="body" idx="1" hasCustomPrompt="1"/>
          </p:nvPr>
        </p:nvSpPr>
        <p:spPr>
          <a:xfrm>
            <a:off x="550861" y="1293703"/>
            <a:ext cx="10129838" cy="432049"/>
          </a:xfrm>
          <a:prstGeom prst="rect">
            <a:avLst/>
          </a:prstGeom>
        </p:spPr>
        <p:txBody>
          <a:bodyPr lIns="0" tIns="0" rIns="0" bIns="0" anchor="t" anchorCtr="0">
            <a:noAutofit/>
          </a:bodyPr>
          <a:lstStyle>
            <a:lvl1pPr marL="0" indent="0">
              <a:lnSpc>
                <a:spcPts val="2000"/>
              </a:lnSpc>
              <a:buNone/>
              <a:defRPr sz="14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5" name="Content Placeholder 3"/>
          <p:cNvSpPr>
            <a:spLocks noGrp="1"/>
          </p:cNvSpPr>
          <p:nvPr>
            <p:ph sz="half" idx="11" hasCustomPrompt="1"/>
          </p:nvPr>
        </p:nvSpPr>
        <p:spPr>
          <a:xfrm>
            <a:off x="550863" y="1869760"/>
            <a:ext cx="10129836" cy="4173853"/>
          </a:xfrm>
          <a:prstGeom prst="rect">
            <a:avLst/>
          </a:prstGeom>
        </p:spPr>
        <p:txBody>
          <a:bodyPr lIns="90000" numCol="3">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cxnSp>
        <p:nvCxnSpPr>
          <p:cNvPr id="7" name="Straight Connector 6"/>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 Columns / Comparison">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551386" y="1293703"/>
            <a:ext cx="3007790" cy="432049"/>
          </a:xfrm>
          <a:prstGeom prst="rect">
            <a:avLst/>
          </a:prstGeom>
        </p:spPr>
        <p:txBody>
          <a:bodyPr lIns="0" tIns="0" rIns="0" bIns="0" anchor="t" anchorCtr="0">
            <a:noAutofit/>
          </a:bodyPr>
          <a:lstStyle>
            <a:lvl1pPr marL="0" indent="0">
              <a:lnSpc>
                <a:spcPts val="2000"/>
              </a:lnSpc>
              <a:buNone/>
              <a:defRPr sz="18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14" name="Content Placeholder 3"/>
          <p:cNvSpPr>
            <a:spLocks noGrp="1"/>
          </p:cNvSpPr>
          <p:nvPr>
            <p:ph sz="half" idx="11" hasCustomPrompt="1"/>
          </p:nvPr>
        </p:nvSpPr>
        <p:spPr>
          <a:xfrm>
            <a:off x="551385" y="1869760"/>
            <a:ext cx="3007792" cy="4173853"/>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a:p>
            <a:pPr lvl="3"/>
            <a:r>
              <a:rPr lang="en-US" noProof="0" dirty="0"/>
              <a:t>Fourth level</a:t>
            </a:r>
          </a:p>
          <a:p>
            <a:pPr lvl="3"/>
            <a:r>
              <a:rPr lang="en-US" noProof="0" dirty="0"/>
              <a:t>	Fifth level</a:t>
            </a:r>
          </a:p>
        </p:txBody>
      </p:sp>
      <p:cxnSp>
        <p:nvCxnSpPr>
          <p:cNvPr id="11" name="Straight Connector 10"/>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Text Placeholder 2"/>
          <p:cNvSpPr>
            <a:spLocks noGrp="1"/>
          </p:cNvSpPr>
          <p:nvPr>
            <p:ph type="body" idx="16" hasCustomPrompt="1"/>
          </p:nvPr>
        </p:nvSpPr>
        <p:spPr>
          <a:xfrm>
            <a:off x="4149839" y="1293703"/>
            <a:ext cx="3007790" cy="432049"/>
          </a:xfrm>
          <a:prstGeom prst="rect">
            <a:avLst/>
          </a:prstGeom>
        </p:spPr>
        <p:txBody>
          <a:bodyPr lIns="0" tIns="0" rIns="0" bIns="0" anchor="t" anchorCtr="0">
            <a:noAutofit/>
          </a:bodyPr>
          <a:lstStyle>
            <a:lvl1pPr marL="0" indent="0">
              <a:lnSpc>
                <a:spcPts val="2000"/>
              </a:lnSpc>
              <a:buNone/>
              <a:defRPr sz="18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20" name="Content Placeholder 3"/>
          <p:cNvSpPr>
            <a:spLocks noGrp="1"/>
          </p:cNvSpPr>
          <p:nvPr>
            <p:ph sz="half" idx="17" hasCustomPrompt="1"/>
          </p:nvPr>
        </p:nvSpPr>
        <p:spPr>
          <a:xfrm>
            <a:off x="4149838" y="1869760"/>
            <a:ext cx="3007792" cy="4173853"/>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a:p>
            <a:pPr lvl="3"/>
            <a:r>
              <a:rPr lang="en-US" noProof="0" dirty="0"/>
              <a:t>Fourth level</a:t>
            </a:r>
          </a:p>
          <a:p>
            <a:pPr lvl="3"/>
            <a:r>
              <a:rPr lang="en-US" noProof="0" dirty="0"/>
              <a:t>	Fifth level</a:t>
            </a:r>
          </a:p>
        </p:txBody>
      </p:sp>
      <p:sp>
        <p:nvSpPr>
          <p:cNvPr id="23" name="Text Placeholder 2"/>
          <p:cNvSpPr>
            <a:spLocks noGrp="1"/>
          </p:cNvSpPr>
          <p:nvPr>
            <p:ph type="body" idx="18" hasCustomPrompt="1"/>
          </p:nvPr>
        </p:nvSpPr>
        <p:spPr>
          <a:xfrm>
            <a:off x="7680325" y="1293703"/>
            <a:ext cx="3007790" cy="432049"/>
          </a:xfrm>
          <a:prstGeom prst="rect">
            <a:avLst/>
          </a:prstGeom>
        </p:spPr>
        <p:txBody>
          <a:bodyPr lIns="0" tIns="0" rIns="0" bIns="0" anchor="t" anchorCtr="0">
            <a:noAutofit/>
          </a:bodyPr>
          <a:lstStyle>
            <a:lvl1pPr marL="0" indent="0">
              <a:lnSpc>
                <a:spcPts val="2000"/>
              </a:lnSpc>
              <a:buNone/>
              <a:defRPr sz="18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24" name="Content Placeholder 3"/>
          <p:cNvSpPr>
            <a:spLocks noGrp="1"/>
          </p:cNvSpPr>
          <p:nvPr>
            <p:ph sz="half" idx="19" hasCustomPrompt="1"/>
          </p:nvPr>
        </p:nvSpPr>
        <p:spPr>
          <a:xfrm>
            <a:off x="7680324" y="1869760"/>
            <a:ext cx="3007792" cy="4173853"/>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a:p>
            <a:pPr lvl="3"/>
            <a:r>
              <a:rPr lang="en-US" noProof="0" dirty="0"/>
              <a:t>Fourth level</a:t>
            </a:r>
          </a:p>
          <a:p>
            <a:pPr lvl="3"/>
            <a:r>
              <a:rPr lang="en-US" noProof="0" dirty="0"/>
              <a:t>	Fifth level</a:t>
            </a:r>
          </a:p>
        </p:txBody>
      </p:sp>
      <p:sp>
        <p:nvSpPr>
          <p:cNvPr id="25"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ntroduce Page">
    <p:spTree>
      <p:nvGrpSpPr>
        <p:cNvPr id="1" name=""/>
        <p:cNvGrpSpPr/>
        <p:nvPr/>
      </p:nvGrpSpPr>
      <p:grpSpPr>
        <a:xfrm>
          <a:off x="0" y="0"/>
          <a:ext cx="0" cy="0"/>
          <a:chOff x="0" y="0"/>
          <a:chExt cx="0" cy="0"/>
        </a:xfrm>
      </p:grpSpPr>
      <p:cxnSp>
        <p:nvCxnSpPr>
          <p:cNvPr id="5" name="Straight Connector 4"/>
          <p:cNvCxnSpPr/>
          <p:nvPr userDrawn="1"/>
        </p:nvCxnSpPr>
        <p:spPr>
          <a:xfrm>
            <a:off x="5663952" y="2132856"/>
            <a:ext cx="864096"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itle Placeholder 1"/>
          <p:cNvSpPr txBox="1">
            <a:spLocks/>
          </p:cNvSpPr>
          <p:nvPr userDrawn="1"/>
        </p:nvSpPr>
        <p:spPr>
          <a:xfrm>
            <a:off x="4145146" y="1455167"/>
            <a:ext cx="3901709" cy="461665"/>
          </a:xfrm>
          <a:prstGeom prst="rect">
            <a:avLst/>
          </a:prstGeom>
        </p:spPr>
        <p:txBody>
          <a:bodyPr vert="horz" wrap="none" lIns="0" tIns="0" rIns="0" bIns="0" numCol="1" rtlCol="0" anchor="b" anchorCtr="1">
            <a:spAutoFit/>
          </a:bodyPr>
          <a:lstStyle>
            <a:lvl1pPr algn="l" defTabSz="914286" rtl="0" eaLnBrk="1" latinLnBrk="0" hangingPunct="1">
              <a:lnSpc>
                <a:spcPts val="3600"/>
              </a:lnSpc>
              <a:spcBef>
                <a:spcPct val="0"/>
              </a:spcBef>
              <a:buNone/>
              <a:defRPr sz="4400" b="0" i="0" kern="1200" cap="small" baseline="0">
                <a:solidFill>
                  <a:schemeClr val="tx1"/>
                </a:solidFill>
                <a:latin typeface="Source Sans Pro" charset="0"/>
                <a:ea typeface="Source Sans Pro" charset="0"/>
                <a:cs typeface="Source Sans Pro" charset="0"/>
              </a:defRPr>
            </a:lvl1pPr>
          </a:lstStyle>
          <a:p>
            <a:pPr algn="ctr"/>
            <a:r>
              <a:rPr lang="en-US" dirty="0"/>
              <a:t>click to edit title</a:t>
            </a:r>
          </a:p>
        </p:txBody>
      </p:sp>
      <p:sp>
        <p:nvSpPr>
          <p:cNvPr id="8" name="Content Placeholder 3"/>
          <p:cNvSpPr>
            <a:spLocks noGrp="1"/>
          </p:cNvSpPr>
          <p:nvPr>
            <p:ph sz="half" idx="11" hasCustomPrompt="1"/>
          </p:nvPr>
        </p:nvSpPr>
        <p:spPr>
          <a:xfrm>
            <a:off x="1031082" y="2479536"/>
            <a:ext cx="10129837" cy="3564077"/>
          </a:xfrm>
          <a:prstGeom prst="rect">
            <a:avLst/>
          </a:prstGeom>
        </p:spPr>
        <p:txBody>
          <a:bodyPr lIns="90000" anchor="t" anchorCtr="1">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spTree>
    <p:extLst>
      <p:ext uri="{BB962C8B-B14F-4D97-AF65-F5344CB8AC3E}">
        <p14:creationId xmlns:p14="http://schemas.microsoft.com/office/powerpoint/2010/main" val="3819956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Legal - Disclaimer">
    <p:spTree>
      <p:nvGrpSpPr>
        <p:cNvPr id="1" name=""/>
        <p:cNvGrpSpPr/>
        <p:nvPr/>
      </p:nvGrpSpPr>
      <p:grpSpPr>
        <a:xfrm>
          <a:off x="0" y="0"/>
          <a:ext cx="0" cy="0"/>
          <a:chOff x="0" y="0"/>
          <a:chExt cx="0" cy="0"/>
        </a:xfrm>
      </p:grpSpPr>
      <p:sp>
        <p:nvSpPr>
          <p:cNvPr id="6" name="Rectangle 5"/>
          <p:cNvSpPr/>
          <p:nvPr userDrawn="1"/>
        </p:nvSpPr>
        <p:spPr>
          <a:xfrm>
            <a:off x="1031082" y="1556791"/>
            <a:ext cx="10129837" cy="461665"/>
          </a:xfrm>
          <a:prstGeom prst="rect">
            <a:avLst/>
          </a:prstGeom>
        </p:spPr>
        <p:txBody>
          <a:bodyPr wrap="square">
            <a:spAutoFit/>
          </a:bodyPr>
          <a:lstStyle/>
          <a:p>
            <a:pPr algn="ctr"/>
            <a:r>
              <a:rPr lang="en-US" sz="2400" b="0" i="0" dirty="0">
                <a:latin typeface="Source Sans Pro" charset="0"/>
                <a:ea typeface="Source Sans Pro" charset="0"/>
                <a:cs typeface="Source Sans Pro" charset="0"/>
              </a:rPr>
              <a:t>DISCLAIMER</a:t>
            </a:r>
          </a:p>
        </p:txBody>
      </p:sp>
      <p:sp>
        <p:nvSpPr>
          <p:cNvPr id="10" name="TextBox 9"/>
          <p:cNvSpPr txBox="1"/>
          <p:nvPr userDrawn="1"/>
        </p:nvSpPr>
        <p:spPr>
          <a:xfrm>
            <a:off x="1031082" y="2479536"/>
            <a:ext cx="10129837" cy="2970044"/>
          </a:xfrm>
          <a:prstGeom prst="rect">
            <a:avLst/>
          </a:prstGeom>
          <a:noFill/>
        </p:spPr>
        <p:txBody>
          <a:bodyPr vert="horz" wrap="square" lIns="0" tIns="0" rIns="0" bIns="0" numCol="1" spcCol="288000" rtlCol="0" anchor="t" anchorCtr="0">
            <a:spAutoFit/>
          </a:bodyPr>
          <a:lstStyle/>
          <a:p>
            <a:pPr marL="0" algn="ctr" defTabSz="914377" rtl="0" eaLnBrk="1" latinLnBrk="0" hangingPunct="1">
              <a:spcBef>
                <a:spcPts val="0"/>
              </a:spcBef>
              <a:spcAft>
                <a:spcPts val="600"/>
              </a:spcAft>
            </a:pPr>
            <a:r>
              <a:rPr lang="en-US" sz="1400" b="0" i="0" kern="1200" spc="0" dirty="0">
                <a:ln>
                  <a:noFill/>
                </a:ln>
                <a:solidFill>
                  <a:schemeClr val="tx2"/>
                </a:solidFill>
                <a:latin typeface="Source Sans Pro Light" charset="0"/>
                <a:ea typeface="Source Sans Pro Light" charset="0"/>
                <a:cs typeface="Source Sans Pro Light" charset="0"/>
              </a:rPr>
              <a:t>All rights reserved. Information, technical data and tutorials contained in this document are proprietary under copyright Law of Industrial Smart Software Technology (</a:t>
            </a:r>
            <a:r>
              <a:rPr lang="en-US" sz="1400" b="0" i="0" kern="1200" spc="0" dirty="0" err="1">
                <a:ln>
                  <a:noFill/>
                </a:ln>
                <a:solidFill>
                  <a:schemeClr val="tx2"/>
                </a:solidFill>
                <a:latin typeface="Source Sans Pro Light" charset="0"/>
                <a:ea typeface="Source Sans Pro Light" charset="0"/>
                <a:cs typeface="Source Sans Pro Light" charset="0"/>
              </a:rPr>
              <a:t>MicroEJ</a:t>
            </a:r>
            <a:r>
              <a:rPr lang="en-US" sz="1400" b="0" i="0" kern="1200" spc="0" dirty="0">
                <a:ln>
                  <a:noFill/>
                </a:ln>
                <a:solidFill>
                  <a:schemeClr val="tx2"/>
                </a:solidFill>
                <a:latin typeface="Source Sans Pro Light" charset="0"/>
                <a:ea typeface="Source Sans Pro Light" charset="0"/>
                <a:cs typeface="Source Sans Pro Light" charset="0"/>
              </a:rPr>
              <a:t> S.A.) operating under the brand name </a:t>
            </a:r>
            <a:r>
              <a:rPr lang="en-US" sz="1400" b="0" i="0" kern="1200" spc="0" dirty="0" err="1">
                <a:ln>
                  <a:noFill/>
                </a:ln>
                <a:solidFill>
                  <a:schemeClr val="tx2"/>
                </a:solidFill>
                <a:latin typeface="Source Sans Pro Light" charset="0"/>
                <a:ea typeface="Source Sans Pro Light" charset="0"/>
                <a:cs typeface="Source Sans Pro Light" charset="0"/>
              </a:rPr>
              <a:t>MicroEJ</a:t>
            </a:r>
            <a:r>
              <a:rPr lang="en-US" sz="1400" b="0" i="0" kern="1200" spc="0" dirty="0">
                <a:ln>
                  <a:noFill/>
                </a:ln>
                <a:solidFill>
                  <a:schemeClr val="tx2"/>
                </a:solidFill>
                <a:latin typeface="Source Sans Pro Light" charset="0"/>
                <a:ea typeface="Source Sans Pro Light" charset="0"/>
                <a:cs typeface="Source Sans Pro Light" charset="0"/>
              </a:rPr>
              <a:t>®. Without written permission from </a:t>
            </a:r>
            <a:r>
              <a:rPr lang="en-US" sz="1400" b="0" i="0" kern="1200" spc="0" dirty="0" err="1">
                <a:ln>
                  <a:noFill/>
                </a:ln>
                <a:solidFill>
                  <a:schemeClr val="tx2"/>
                </a:solidFill>
                <a:latin typeface="Source Sans Pro Light" charset="0"/>
                <a:ea typeface="Source Sans Pro Light" charset="0"/>
                <a:cs typeface="Source Sans Pro Light" charset="0"/>
              </a:rPr>
              <a:t>MicroEJ</a:t>
            </a:r>
            <a:r>
              <a:rPr lang="en-US" sz="1400" b="0" i="0" kern="1200" spc="0" dirty="0">
                <a:ln>
                  <a:noFill/>
                </a:ln>
                <a:solidFill>
                  <a:schemeClr val="tx2"/>
                </a:solidFill>
                <a:latin typeface="Source Sans Pro Light" charset="0"/>
                <a:ea typeface="Source Sans Pro Light" charset="0"/>
                <a:cs typeface="Source Sans Pro Light" charset="0"/>
              </a:rPr>
              <a:t> S.A., copying or sending parts of the document or the entire document by any means to third parties is not permitted. Granted authorizations for using parts of the document or the entire document do not mean </a:t>
            </a:r>
            <a:r>
              <a:rPr lang="en-US" sz="1400" b="0" i="0" kern="1200" spc="0" dirty="0" err="1">
                <a:ln>
                  <a:noFill/>
                </a:ln>
                <a:solidFill>
                  <a:schemeClr val="tx2"/>
                </a:solidFill>
                <a:latin typeface="Source Sans Pro Light" charset="0"/>
                <a:ea typeface="Source Sans Pro Light" charset="0"/>
                <a:cs typeface="Source Sans Pro Light" charset="0"/>
              </a:rPr>
              <a:t>MicroEJ</a:t>
            </a:r>
            <a:r>
              <a:rPr lang="en-US" sz="1400" b="0" i="0" kern="1200" spc="0" dirty="0">
                <a:ln>
                  <a:noFill/>
                </a:ln>
                <a:solidFill>
                  <a:schemeClr val="tx2"/>
                </a:solidFill>
                <a:latin typeface="Source Sans Pro Light" charset="0"/>
                <a:ea typeface="Source Sans Pro Light" charset="0"/>
                <a:cs typeface="Source Sans Pro Light" charset="0"/>
              </a:rPr>
              <a:t> S.A. gives public full access rights.</a:t>
            </a:r>
          </a:p>
          <a:p>
            <a:pPr marL="0" algn="ctr" defTabSz="914377" rtl="0" eaLnBrk="1" latinLnBrk="0" hangingPunct="1">
              <a:spcBef>
                <a:spcPts val="0"/>
              </a:spcBef>
              <a:spcAft>
                <a:spcPts val="600"/>
              </a:spcAft>
            </a:pPr>
            <a:r>
              <a:rPr lang="en-US" sz="1400" b="0" i="0" kern="1200" spc="0" dirty="0">
                <a:ln>
                  <a:noFill/>
                </a:ln>
                <a:solidFill>
                  <a:schemeClr val="tx2"/>
                </a:solidFill>
                <a:latin typeface="Source Sans Pro Light" charset="0"/>
                <a:ea typeface="Source Sans Pro Light" charset="0"/>
                <a:cs typeface="Source Sans Pro Light" charset="0"/>
              </a:rPr>
              <a:t>The information contained herein is not warranted to be error-free.</a:t>
            </a:r>
          </a:p>
          <a:p>
            <a:pPr marL="0" algn="ctr" defTabSz="914377" rtl="0" eaLnBrk="1" latinLnBrk="0" hangingPunct="1">
              <a:spcBef>
                <a:spcPts val="0"/>
              </a:spcBef>
              <a:spcAft>
                <a:spcPts val="600"/>
              </a:spcAft>
            </a:pPr>
            <a:r>
              <a:rPr lang="en-US" sz="1400" b="0" i="0" kern="1200" spc="0" dirty="0" err="1">
                <a:ln>
                  <a:noFill/>
                </a:ln>
                <a:solidFill>
                  <a:schemeClr val="tx2"/>
                </a:solidFill>
                <a:latin typeface="Source Sans Pro Light" charset="0"/>
                <a:ea typeface="Source Sans Pro Light" charset="0"/>
                <a:cs typeface="Source Sans Pro Light" charset="0"/>
              </a:rPr>
              <a:t>MicroEJ</a:t>
            </a:r>
            <a:r>
              <a:rPr lang="en-US" sz="1400" b="0" i="0" kern="1200" spc="0" dirty="0">
                <a:ln>
                  <a:noFill/>
                </a:ln>
                <a:solidFill>
                  <a:schemeClr val="tx2"/>
                </a:solidFill>
                <a:latin typeface="Source Sans Pro Light" charset="0"/>
                <a:ea typeface="Source Sans Pro Light" charset="0"/>
                <a:cs typeface="Source Sans Pro Light" charset="0"/>
              </a:rPr>
              <a:t>® and all relative logos are trademarks or registered trademarks of </a:t>
            </a:r>
            <a:r>
              <a:rPr lang="en-US" sz="1400" b="0" i="0" kern="1200" spc="0" dirty="0" err="1">
                <a:ln>
                  <a:noFill/>
                </a:ln>
                <a:solidFill>
                  <a:schemeClr val="tx2"/>
                </a:solidFill>
                <a:latin typeface="Source Sans Pro Light" charset="0"/>
                <a:ea typeface="Source Sans Pro Light" charset="0"/>
                <a:cs typeface="Source Sans Pro Light" charset="0"/>
              </a:rPr>
              <a:t>MicroEJ</a:t>
            </a:r>
            <a:r>
              <a:rPr lang="en-US" sz="1400" b="0" i="0" kern="1200" spc="0" dirty="0">
                <a:ln>
                  <a:noFill/>
                </a:ln>
                <a:solidFill>
                  <a:schemeClr val="tx2"/>
                </a:solidFill>
                <a:latin typeface="Source Sans Pro Light" charset="0"/>
                <a:ea typeface="Source Sans Pro Light" charset="0"/>
                <a:cs typeface="Source Sans Pro Light" charset="0"/>
              </a:rPr>
              <a:t> S.A. in France and other Countries.</a:t>
            </a:r>
          </a:p>
          <a:p>
            <a:pPr marL="0" algn="ctr" defTabSz="914377" rtl="0" eaLnBrk="1" latinLnBrk="0" hangingPunct="1">
              <a:spcBef>
                <a:spcPts val="0"/>
              </a:spcBef>
              <a:spcAft>
                <a:spcPts val="600"/>
              </a:spcAft>
            </a:pPr>
            <a:r>
              <a:rPr lang="en-US" sz="1400" b="0" i="0" kern="1200" spc="0" dirty="0">
                <a:ln>
                  <a:noFill/>
                </a:ln>
                <a:solidFill>
                  <a:schemeClr val="tx2"/>
                </a:solidFill>
                <a:latin typeface="Source Sans Pro Light" charset="0"/>
                <a:ea typeface="Source Sans Pro Light" charset="0"/>
                <a:cs typeface="Source Sans Pro Light" charset="0"/>
              </a:rPr>
              <a:t>Java™ is Sun Microsystems’ trademark for a technology for developing application software and deploying it in cross-VEE Port, networked environments. When it is used in this site without adding the “™” symbol, it includes implementations of the technology by companies other than Sun. Java™, all Java-based marks and all related logos are trademarks or registered trademarks of Sun Microsystems </a:t>
            </a:r>
            <a:r>
              <a:rPr lang="en-US" sz="1400" b="0" i="0" kern="1200" spc="0" dirty="0" err="1">
                <a:ln>
                  <a:noFill/>
                </a:ln>
                <a:solidFill>
                  <a:schemeClr val="tx2"/>
                </a:solidFill>
                <a:latin typeface="Source Sans Pro Light" charset="0"/>
                <a:ea typeface="Source Sans Pro Light" charset="0"/>
                <a:cs typeface="Source Sans Pro Light" charset="0"/>
              </a:rPr>
              <a:t>Inc</a:t>
            </a:r>
            <a:r>
              <a:rPr lang="en-US" sz="1400" b="0" i="0" kern="1200" spc="0" dirty="0">
                <a:ln>
                  <a:noFill/>
                </a:ln>
                <a:solidFill>
                  <a:schemeClr val="tx2"/>
                </a:solidFill>
                <a:latin typeface="Source Sans Pro Light" charset="0"/>
                <a:ea typeface="Source Sans Pro Light" charset="0"/>
                <a:cs typeface="Source Sans Pro Light" charset="0"/>
              </a:rPr>
              <a:t>, in the United States and other Countries.</a:t>
            </a:r>
          </a:p>
          <a:p>
            <a:pPr marL="0" algn="ctr" defTabSz="914377" rtl="0" eaLnBrk="1" latinLnBrk="0" hangingPunct="1">
              <a:spcBef>
                <a:spcPts val="0"/>
              </a:spcBef>
              <a:spcAft>
                <a:spcPts val="600"/>
              </a:spcAft>
            </a:pPr>
            <a:r>
              <a:rPr lang="en-US" sz="1400" b="0" i="0" kern="1200" spc="0" dirty="0">
                <a:ln>
                  <a:noFill/>
                </a:ln>
                <a:solidFill>
                  <a:schemeClr val="tx2"/>
                </a:solidFill>
                <a:latin typeface="Source Sans Pro Light" charset="0"/>
                <a:ea typeface="Source Sans Pro Light" charset="0"/>
                <a:cs typeface="Source Sans Pro Light" charset="0"/>
              </a:rPr>
              <a:t>Other trademarks are proprietary of their respective owners.</a:t>
            </a:r>
          </a:p>
          <a:p>
            <a:pPr marL="0" algn="ctr" defTabSz="914377" rtl="0" eaLnBrk="1" latinLnBrk="0" hangingPunct="1">
              <a:spcBef>
                <a:spcPts val="0"/>
              </a:spcBef>
              <a:spcAft>
                <a:spcPts val="600"/>
              </a:spcAft>
            </a:pPr>
            <a:endParaRPr lang="fr-FR" sz="1400" b="0" i="0" kern="1200" spc="0" dirty="0">
              <a:ln>
                <a:noFill/>
              </a:ln>
              <a:solidFill>
                <a:schemeClr val="tx2"/>
              </a:solidFill>
              <a:latin typeface="Source Sans Pro Light" charset="0"/>
              <a:ea typeface="Source Sans Pro Light" charset="0"/>
              <a:cs typeface="Source Sans Pro Light" charset="0"/>
            </a:endParaRPr>
          </a:p>
        </p:txBody>
      </p:sp>
      <p:cxnSp>
        <p:nvCxnSpPr>
          <p:cNvPr id="11" name="Straight Connector 10"/>
          <p:cNvCxnSpPr/>
          <p:nvPr userDrawn="1"/>
        </p:nvCxnSpPr>
        <p:spPr>
          <a:xfrm>
            <a:off x="5663952" y="2132856"/>
            <a:ext cx="86409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14436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itle and Content">
    <p:bg>
      <p:bgPr>
        <a:solidFill>
          <a:schemeClr val="bg1"/>
        </a:solidFill>
        <a:effectLst/>
      </p:bgPr>
    </p:bg>
    <p:spTree>
      <p:nvGrpSpPr>
        <p:cNvPr id="1" name=""/>
        <p:cNvGrpSpPr/>
        <p:nvPr/>
      </p:nvGrpSpPr>
      <p:grpSpPr>
        <a:xfrm>
          <a:off x="0" y="0"/>
          <a:ext cx="0" cy="0"/>
          <a:chOff x="0" y="0"/>
          <a:chExt cx="0" cy="0"/>
        </a:xfrm>
      </p:grpSpPr>
      <p:sp>
        <p:nvSpPr>
          <p:cNvPr id="8" name="Content Placeholder 2"/>
          <p:cNvSpPr>
            <a:spLocks noGrp="1"/>
          </p:cNvSpPr>
          <p:nvPr>
            <p:ph idx="1" hasCustomPrompt="1"/>
          </p:nvPr>
        </p:nvSpPr>
        <p:spPr>
          <a:xfrm>
            <a:off x="609600" y="1340768"/>
            <a:ext cx="10972800" cy="4785395"/>
          </a:xfrm>
          <a:prstGeom prst="rect">
            <a:avLst/>
          </a:prstGeom>
        </p:spPr>
        <p:txBody>
          <a:bodyPr/>
          <a:lstStyle>
            <a:lvl1pPr marL="0" indent="0">
              <a:buNone/>
              <a:defRPr>
                <a:solidFill>
                  <a:schemeClr val="tx2"/>
                </a:solidFill>
              </a:defRPr>
            </a:lvl1pPr>
            <a:lvl3pPr>
              <a:defRPr sz="1600"/>
            </a:lvl3pPr>
          </a:lstStyle>
          <a:p>
            <a:pPr lvl="0"/>
            <a:r>
              <a:rPr lang="en-US" noProof="0" dirty="0"/>
              <a:t>Click to edit content</a:t>
            </a:r>
          </a:p>
          <a:p>
            <a:pPr lvl="1"/>
            <a:r>
              <a:rPr lang="en-US" noProof="0" dirty="0"/>
              <a:t>Second level</a:t>
            </a:r>
          </a:p>
          <a:p>
            <a:pPr lvl="2"/>
            <a:r>
              <a:rPr lang="en-US" noProof="0" dirty="0"/>
              <a:t>Third level</a:t>
            </a:r>
          </a:p>
          <a:p>
            <a:pPr lvl="3"/>
            <a:r>
              <a:rPr lang="en-US" noProof="0" dirty="0"/>
              <a:t>Fourth level</a:t>
            </a:r>
          </a:p>
          <a:p>
            <a:pPr lvl="3"/>
            <a:r>
              <a:rPr lang="en-US" noProof="0" dirty="0"/>
              <a:t>	Fifth level</a:t>
            </a:r>
          </a:p>
        </p:txBody>
      </p:sp>
      <p:sp>
        <p:nvSpPr>
          <p:cNvPr id="5" name="Titre 4"/>
          <p:cNvSpPr>
            <a:spLocks noGrp="1"/>
          </p:cNvSpPr>
          <p:nvPr>
            <p:ph type="title"/>
          </p:nvPr>
        </p:nvSpPr>
        <p:spPr>
          <a:xfrm>
            <a:off x="609600" y="274649"/>
            <a:ext cx="10972800" cy="922115"/>
          </a:xfrm>
          <a:prstGeom prst="rect">
            <a:avLst/>
          </a:prstGeom>
        </p:spPr>
        <p:txBody>
          <a:bodyPr/>
          <a:lstStyle/>
          <a:p>
            <a:r>
              <a:rPr lang="en-US"/>
              <a:t>Click to edit Master title style</a:t>
            </a:r>
            <a:endParaRPr lang="fr-FR" dirty="0"/>
          </a:p>
        </p:txBody>
      </p:sp>
      <p:sp>
        <p:nvSpPr>
          <p:cNvPr id="22" name="Date Placeholder 21"/>
          <p:cNvSpPr>
            <a:spLocks noGrp="1"/>
          </p:cNvSpPr>
          <p:nvPr>
            <p:ph type="dt" sz="half" idx="10"/>
          </p:nvPr>
        </p:nvSpPr>
        <p:spPr>
          <a:xfrm>
            <a:off x="609600" y="6344628"/>
            <a:ext cx="2592288" cy="268139"/>
          </a:xfrm>
          <a:prstGeom prst="rect">
            <a:avLst/>
          </a:prstGeom>
        </p:spPr>
        <p:txBody>
          <a:bodyPr/>
          <a:lstStyle/>
          <a:p>
            <a:fld id="{198ED07F-DFCB-4ABE-A311-845A3D30E5DB}" type="datetime7">
              <a:rPr lang="en-US" smtClean="0"/>
              <a:t>Nov-25</a:t>
            </a:fld>
            <a:endParaRPr lang="en-US" dirty="0"/>
          </a:p>
        </p:txBody>
      </p:sp>
      <p:sp>
        <p:nvSpPr>
          <p:cNvPr id="24" name="Slide Number Placeholder 23"/>
          <p:cNvSpPr>
            <a:spLocks noGrp="1"/>
          </p:cNvSpPr>
          <p:nvPr>
            <p:ph type="sldNum" sz="quarter" idx="12"/>
          </p:nvPr>
        </p:nvSpPr>
        <p:spPr>
          <a:xfrm>
            <a:off x="10922000" y="6344627"/>
            <a:ext cx="660400" cy="268139"/>
          </a:xfrm>
          <a:prstGeom prst="rect">
            <a:avLst/>
          </a:prstGeom>
        </p:spPr>
        <p:txBody>
          <a:bodyPr/>
          <a:lstStyle/>
          <a:p>
            <a:fld id="{23812E9D-E9B0-4B65-9D5D-15A6863C0BC0}" type="slidenum">
              <a:rPr lang="en-US" smtClean="0"/>
              <a:pPr/>
              <a:t>‹#›</a:t>
            </a:fld>
            <a:endParaRPr lang="en-US" dirty="0"/>
          </a:p>
        </p:txBody>
      </p:sp>
      <p:pic>
        <p:nvPicPr>
          <p:cNvPr id="25" name="Picture 2" descr="C:\Users\cmorineau\Marketing-Private\Marcom\Graphics\Artwork_Corp\Logos\Logo-microej-grey-h50.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5327916" y="6398415"/>
            <a:ext cx="1536169" cy="214349"/>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11"/>
          <p:cNvSpPr>
            <a:spLocks noGrp="1"/>
          </p:cNvSpPr>
          <p:nvPr>
            <p:ph type="ftr" sz="quarter" idx="3"/>
          </p:nvPr>
        </p:nvSpPr>
        <p:spPr>
          <a:xfrm>
            <a:off x="7677151" y="6343650"/>
            <a:ext cx="3187700" cy="271463"/>
          </a:xfrm>
          <a:prstGeom prst="rect">
            <a:avLst/>
          </a:prstGeom>
        </p:spPr>
        <p:txBody>
          <a:bodyPr vert="horz" lIns="91440" tIns="45720" rIns="91440" bIns="45720" rtlCol="0" anchor="b" anchorCtr="0"/>
          <a:lstStyle>
            <a:lvl1pPr algn="ctr">
              <a:defRPr lang="en-US" sz="1000" b="0" i="0" cap="none" spc="38" smtClean="0">
                <a:ln w="13500">
                  <a:noFill/>
                  <a:prstDash val="solid"/>
                </a:ln>
                <a:solidFill>
                  <a:schemeClr val="tx2">
                    <a:alpha val="95000"/>
                  </a:schemeClr>
                </a:solidFill>
                <a:effectLst/>
                <a:ea typeface="Calibri Regular" charset="0"/>
                <a:cs typeface="Calibri Regular" charset="0"/>
              </a:defRPr>
            </a:lvl1pPr>
          </a:lstStyle>
          <a:p>
            <a:r>
              <a:rPr lang="en-US"/>
              <a:t>© IS2T S.A. 2016. All rights reserved.</a:t>
            </a:r>
            <a:endParaRPr lang="en-US" dirty="0"/>
          </a:p>
        </p:txBody>
      </p:sp>
    </p:spTree>
    <p:extLst>
      <p:ext uri="{BB962C8B-B14F-4D97-AF65-F5344CB8AC3E}">
        <p14:creationId xmlns:p14="http://schemas.microsoft.com/office/powerpoint/2010/main" val="76443774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1_CoverPage">
    <p:spTree>
      <p:nvGrpSpPr>
        <p:cNvPr id="1" name=""/>
        <p:cNvGrpSpPr/>
        <p:nvPr/>
      </p:nvGrpSpPr>
      <p:grpSpPr>
        <a:xfrm>
          <a:off x="0" y="0"/>
          <a:ext cx="0" cy="0"/>
          <a:chOff x="0" y="0"/>
          <a:chExt cx="0" cy="0"/>
        </a:xfrm>
      </p:grpSpPr>
      <p:sp>
        <p:nvSpPr>
          <p:cNvPr id="18" name="Picture Placeholder 13"/>
          <p:cNvSpPr>
            <a:spLocks noGrp="1"/>
          </p:cNvSpPr>
          <p:nvPr>
            <p:ph type="pic" sz="quarter" idx="11"/>
          </p:nvPr>
        </p:nvSpPr>
        <p:spPr>
          <a:xfrm>
            <a:off x="0" y="1"/>
            <a:ext cx="8588779" cy="6881149"/>
          </a:xfrm>
          <a:custGeom>
            <a:avLst/>
            <a:gdLst>
              <a:gd name="connsiteX0" fmla="*/ 0 w 4057359"/>
              <a:gd name="connsiteY0" fmla="*/ 0 h 6858000"/>
              <a:gd name="connsiteX1" fmla="*/ 4057359 w 4057359"/>
              <a:gd name="connsiteY1" fmla="*/ 0 h 6858000"/>
              <a:gd name="connsiteX2" fmla="*/ 4057359 w 4057359"/>
              <a:gd name="connsiteY2" fmla="*/ 6858000 h 6858000"/>
              <a:gd name="connsiteX3" fmla="*/ 0 w 4057359"/>
              <a:gd name="connsiteY3" fmla="*/ 6858000 h 6858000"/>
              <a:gd name="connsiteX4" fmla="*/ 0 w 4057359"/>
              <a:gd name="connsiteY4" fmla="*/ 0 h 6858000"/>
              <a:gd name="connsiteX0" fmla="*/ 29731 w 4087090"/>
              <a:gd name="connsiteY0" fmla="*/ 0 h 6871855"/>
              <a:gd name="connsiteX1" fmla="*/ 4087090 w 4087090"/>
              <a:gd name="connsiteY1" fmla="*/ 0 h 6871855"/>
              <a:gd name="connsiteX2" fmla="*/ 0 w 4087090"/>
              <a:gd name="connsiteY2" fmla="*/ 6871855 h 6871855"/>
              <a:gd name="connsiteX3" fmla="*/ 29731 w 4087090"/>
              <a:gd name="connsiteY3" fmla="*/ 6858000 h 6871855"/>
              <a:gd name="connsiteX4" fmla="*/ 29731 w 4087090"/>
              <a:gd name="connsiteY4" fmla="*/ 0 h 6871855"/>
              <a:gd name="connsiteX0" fmla="*/ 0 w 4057359"/>
              <a:gd name="connsiteY0" fmla="*/ 0 h 6941252"/>
              <a:gd name="connsiteX1" fmla="*/ 4057359 w 4057359"/>
              <a:gd name="connsiteY1" fmla="*/ 0 h 6941252"/>
              <a:gd name="connsiteX2" fmla="*/ 27419 w 4057359"/>
              <a:gd name="connsiteY2" fmla="*/ 6941252 h 6941252"/>
              <a:gd name="connsiteX3" fmla="*/ 0 w 4057359"/>
              <a:gd name="connsiteY3" fmla="*/ 6858000 h 6941252"/>
              <a:gd name="connsiteX4" fmla="*/ 0 w 4057359"/>
              <a:gd name="connsiteY4" fmla="*/ 0 h 6941252"/>
              <a:gd name="connsiteX0" fmla="*/ 0 w 4057359"/>
              <a:gd name="connsiteY0" fmla="*/ 0 h 6863691"/>
              <a:gd name="connsiteX1" fmla="*/ 4057359 w 4057359"/>
              <a:gd name="connsiteY1" fmla="*/ 0 h 6863691"/>
              <a:gd name="connsiteX2" fmla="*/ 2926 w 4057359"/>
              <a:gd name="connsiteY2" fmla="*/ 6863691 h 6863691"/>
              <a:gd name="connsiteX3" fmla="*/ 0 w 4057359"/>
              <a:gd name="connsiteY3" fmla="*/ 6858000 h 6863691"/>
              <a:gd name="connsiteX4" fmla="*/ 0 w 4057359"/>
              <a:gd name="connsiteY4" fmla="*/ 0 h 6863691"/>
              <a:gd name="connsiteX0" fmla="*/ 0 w 3971634"/>
              <a:gd name="connsiteY0" fmla="*/ 8164 h 6871855"/>
              <a:gd name="connsiteX1" fmla="*/ 3971634 w 3971634"/>
              <a:gd name="connsiteY1" fmla="*/ 0 h 6871855"/>
              <a:gd name="connsiteX2" fmla="*/ 2926 w 3971634"/>
              <a:gd name="connsiteY2" fmla="*/ 6871855 h 6871855"/>
              <a:gd name="connsiteX3" fmla="*/ 0 w 3971634"/>
              <a:gd name="connsiteY3" fmla="*/ 6866164 h 6871855"/>
              <a:gd name="connsiteX4" fmla="*/ 0 w 3971634"/>
              <a:gd name="connsiteY4" fmla="*/ 8164 h 6871855"/>
              <a:gd name="connsiteX0" fmla="*/ 0 w 3971634"/>
              <a:gd name="connsiteY0" fmla="*/ 8164 h 6871855"/>
              <a:gd name="connsiteX1" fmla="*/ 3971634 w 3971634"/>
              <a:gd name="connsiteY1" fmla="*/ 0 h 6871855"/>
              <a:gd name="connsiteX2" fmla="*/ 2926 w 3971634"/>
              <a:gd name="connsiteY2" fmla="*/ 6871855 h 6871855"/>
              <a:gd name="connsiteX3" fmla="*/ 0 w 3971634"/>
              <a:gd name="connsiteY3" fmla="*/ 6866164 h 6871855"/>
              <a:gd name="connsiteX4" fmla="*/ 0 w 3971634"/>
              <a:gd name="connsiteY4" fmla="*/ 8164 h 6871855"/>
              <a:gd name="connsiteX0" fmla="*/ 0 w 3971634"/>
              <a:gd name="connsiteY0" fmla="*/ 8164 h 6871855"/>
              <a:gd name="connsiteX1" fmla="*/ 3971634 w 3971634"/>
              <a:gd name="connsiteY1" fmla="*/ 0 h 6871855"/>
              <a:gd name="connsiteX2" fmla="*/ 2926 w 3971634"/>
              <a:gd name="connsiteY2" fmla="*/ 6871855 h 6871855"/>
              <a:gd name="connsiteX3" fmla="*/ 717631 w 3971634"/>
              <a:gd name="connsiteY3" fmla="*/ 6866164 h 6871855"/>
              <a:gd name="connsiteX4" fmla="*/ 0 w 3971634"/>
              <a:gd name="connsiteY4" fmla="*/ 8164 h 6871855"/>
              <a:gd name="connsiteX0" fmla="*/ 0 w 4621225"/>
              <a:gd name="connsiteY0" fmla="*/ 8164 h 6883429"/>
              <a:gd name="connsiteX1" fmla="*/ 3971634 w 4621225"/>
              <a:gd name="connsiteY1" fmla="*/ 0 h 6883429"/>
              <a:gd name="connsiteX2" fmla="*/ 4621225 w 4621225"/>
              <a:gd name="connsiteY2" fmla="*/ 6883429 h 6883429"/>
              <a:gd name="connsiteX3" fmla="*/ 717631 w 4621225"/>
              <a:gd name="connsiteY3" fmla="*/ 6866164 h 6883429"/>
              <a:gd name="connsiteX4" fmla="*/ 0 w 4621225"/>
              <a:gd name="connsiteY4" fmla="*/ 8164 h 6883429"/>
              <a:gd name="connsiteX0" fmla="*/ 0 w 9133943"/>
              <a:gd name="connsiteY0" fmla="*/ 8164 h 6883429"/>
              <a:gd name="connsiteX1" fmla="*/ 9133943 w 9133943"/>
              <a:gd name="connsiteY1" fmla="*/ 0 h 6883429"/>
              <a:gd name="connsiteX2" fmla="*/ 4621225 w 9133943"/>
              <a:gd name="connsiteY2" fmla="*/ 6883429 h 6883429"/>
              <a:gd name="connsiteX3" fmla="*/ 717631 w 9133943"/>
              <a:gd name="connsiteY3" fmla="*/ 6866164 h 6883429"/>
              <a:gd name="connsiteX4" fmla="*/ 0 w 9133943"/>
              <a:gd name="connsiteY4" fmla="*/ 8164 h 6883429"/>
              <a:gd name="connsiteX0" fmla="*/ 0 w 9133943"/>
              <a:gd name="connsiteY0" fmla="*/ 8164 h 6889313"/>
              <a:gd name="connsiteX1" fmla="*/ 9133943 w 9133943"/>
              <a:gd name="connsiteY1" fmla="*/ 0 h 6889313"/>
              <a:gd name="connsiteX2" fmla="*/ 4621225 w 9133943"/>
              <a:gd name="connsiteY2" fmla="*/ 6883429 h 6889313"/>
              <a:gd name="connsiteX3" fmla="*/ 1 w 9133943"/>
              <a:gd name="connsiteY3" fmla="*/ 6889313 h 6889313"/>
              <a:gd name="connsiteX4" fmla="*/ 0 w 9133943"/>
              <a:gd name="connsiteY4" fmla="*/ 8164 h 6889313"/>
              <a:gd name="connsiteX0" fmla="*/ 0 w 9133943"/>
              <a:gd name="connsiteY0" fmla="*/ 8164 h 6889313"/>
              <a:gd name="connsiteX1" fmla="*/ 9133943 w 9133943"/>
              <a:gd name="connsiteY1" fmla="*/ 0 h 6889313"/>
              <a:gd name="connsiteX2" fmla="*/ 4621225 w 9133943"/>
              <a:gd name="connsiteY2" fmla="*/ 6673455 h 6889313"/>
              <a:gd name="connsiteX3" fmla="*/ 1 w 9133943"/>
              <a:gd name="connsiteY3" fmla="*/ 6889313 h 6889313"/>
              <a:gd name="connsiteX4" fmla="*/ 0 w 9133943"/>
              <a:gd name="connsiteY4" fmla="*/ 8164 h 6889313"/>
              <a:gd name="connsiteX0" fmla="*/ 0 w 9133943"/>
              <a:gd name="connsiteY0" fmla="*/ 8164 h 6889313"/>
              <a:gd name="connsiteX1" fmla="*/ 9133943 w 9133943"/>
              <a:gd name="connsiteY1" fmla="*/ 0 h 6889313"/>
              <a:gd name="connsiteX2" fmla="*/ 4627999 w 9133943"/>
              <a:gd name="connsiteY2" fmla="*/ 6873269 h 6889313"/>
              <a:gd name="connsiteX3" fmla="*/ 1 w 9133943"/>
              <a:gd name="connsiteY3" fmla="*/ 6889313 h 6889313"/>
              <a:gd name="connsiteX4" fmla="*/ 0 w 9133943"/>
              <a:gd name="connsiteY4" fmla="*/ 8164 h 6889313"/>
              <a:gd name="connsiteX0" fmla="*/ 0 w 9154263"/>
              <a:gd name="connsiteY0" fmla="*/ 1391 h 6882540"/>
              <a:gd name="connsiteX1" fmla="*/ 9154263 w 9154263"/>
              <a:gd name="connsiteY1" fmla="*/ 0 h 6882540"/>
              <a:gd name="connsiteX2" fmla="*/ 4627999 w 9154263"/>
              <a:gd name="connsiteY2" fmla="*/ 6866496 h 6882540"/>
              <a:gd name="connsiteX3" fmla="*/ 1 w 9154263"/>
              <a:gd name="connsiteY3" fmla="*/ 6882540 h 6882540"/>
              <a:gd name="connsiteX4" fmla="*/ 0 w 9154263"/>
              <a:gd name="connsiteY4" fmla="*/ 1391 h 6882540"/>
              <a:gd name="connsiteX0" fmla="*/ 0 w 9157650"/>
              <a:gd name="connsiteY0" fmla="*/ 0 h 6881149"/>
              <a:gd name="connsiteX1" fmla="*/ 9157650 w 9157650"/>
              <a:gd name="connsiteY1" fmla="*/ 32476 h 6881149"/>
              <a:gd name="connsiteX2" fmla="*/ 4627999 w 9157650"/>
              <a:gd name="connsiteY2" fmla="*/ 6865105 h 6881149"/>
              <a:gd name="connsiteX3" fmla="*/ 1 w 9157650"/>
              <a:gd name="connsiteY3" fmla="*/ 6881149 h 6881149"/>
              <a:gd name="connsiteX4" fmla="*/ 0 w 9157650"/>
              <a:gd name="connsiteY4" fmla="*/ 0 h 6881149"/>
              <a:gd name="connsiteX0" fmla="*/ 0 w 9154263"/>
              <a:gd name="connsiteY0" fmla="*/ 0 h 6881149"/>
              <a:gd name="connsiteX1" fmla="*/ 9154263 w 9154263"/>
              <a:gd name="connsiteY1" fmla="*/ 1996 h 6881149"/>
              <a:gd name="connsiteX2" fmla="*/ 4627999 w 9154263"/>
              <a:gd name="connsiteY2" fmla="*/ 6865105 h 6881149"/>
              <a:gd name="connsiteX3" fmla="*/ 1 w 9154263"/>
              <a:gd name="connsiteY3" fmla="*/ 6881149 h 6881149"/>
              <a:gd name="connsiteX4" fmla="*/ 0 w 9154263"/>
              <a:gd name="connsiteY4" fmla="*/ 0 h 6881149"/>
              <a:gd name="connsiteX0" fmla="*/ 0 w 8588779"/>
              <a:gd name="connsiteY0" fmla="*/ 0 h 6881149"/>
              <a:gd name="connsiteX1" fmla="*/ 8588779 w 8588779"/>
              <a:gd name="connsiteY1" fmla="*/ 1996 h 6881149"/>
              <a:gd name="connsiteX2" fmla="*/ 4627999 w 8588779"/>
              <a:gd name="connsiteY2" fmla="*/ 6865105 h 6881149"/>
              <a:gd name="connsiteX3" fmla="*/ 1 w 8588779"/>
              <a:gd name="connsiteY3" fmla="*/ 6881149 h 6881149"/>
              <a:gd name="connsiteX4" fmla="*/ 0 w 8588779"/>
              <a:gd name="connsiteY4" fmla="*/ 0 h 6881149"/>
              <a:gd name="connsiteX0" fmla="*/ 0 w 8588779"/>
              <a:gd name="connsiteY0" fmla="*/ 0 h 6881149"/>
              <a:gd name="connsiteX1" fmla="*/ 8588779 w 8588779"/>
              <a:gd name="connsiteY1" fmla="*/ 1996 h 6881149"/>
              <a:gd name="connsiteX2" fmla="*/ 4627999 w 8588779"/>
              <a:gd name="connsiteY2" fmla="*/ 6865105 h 6881149"/>
              <a:gd name="connsiteX3" fmla="*/ 1 w 8588779"/>
              <a:gd name="connsiteY3" fmla="*/ 6881149 h 6881149"/>
              <a:gd name="connsiteX4" fmla="*/ 0 w 8588779"/>
              <a:gd name="connsiteY4" fmla="*/ 0 h 6881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88779" h="6881149">
                <a:moveTo>
                  <a:pt x="0" y="0"/>
                </a:moveTo>
                <a:lnTo>
                  <a:pt x="8588779" y="1996"/>
                </a:lnTo>
                <a:cubicBezTo>
                  <a:pt x="8363393" y="388709"/>
                  <a:pt x="5948259" y="4577402"/>
                  <a:pt x="4627999" y="6865105"/>
                </a:cubicBezTo>
                <a:lnTo>
                  <a:pt x="1" y="6881149"/>
                </a:lnTo>
                <a:cubicBezTo>
                  <a:pt x="1" y="4587433"/>
                  <a:pt x="0" y="2293716"/>
                  <a:pt x="0" y="0"/>
                </a:cubicBezTo>
                <a:close/>
              </a:path>
            </a:pathLst>
          </a:custGeom>
          <a:solidFill>
            <a:schemeClr val="bg1">
              <a:lumMod val="95000"/>
            </a:schemeClr>
          </a:solidFill>
        </p:spPr>
        <p:txBody>
          <a:bodyPr/>
          <a:lstStyle/>
          <a:p>
            <a:r>
              <a:rPr lang="en-US"/>
              <a:t>Drag picture to placeholder or click icon to add</a:t>
            </a:r>
          </a:p>
        </p:txBody>
      </p:sp>
      <p:sp>
        <p:nvSpPr>
          <p:cNvPr id="2" name="Rectangle 1"/>
          <p:cNvSpPr/>
          <p:nvPr/>
        </p:nvSpPr>
        <p:spPr>
          <a:xfrm>
            <a:off x="10632504" y="6165304"/>
            <a:ext cx="1080120" cy="288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803676" y="5661566"/>
            <a:ext cx="2961767" cy="744145"/>
          </a:xfrm>
          <a:prstGeom prst="rect">
            <a:avLst/>
          </a:prstGeom>
        </p:spPr>
      </p:pic>
      <p:sp>
        <p:nvSpPr>
          <p:cNvPr id="6" name="Rectangle 5"/>
          <p:cNvSpPr/>
          <p:nvPr/>
        </p:nvSpPr>
        <p:spPr>
          <a:xfrm>
            <a:off x="10669578" y="404664"/>
            <a:ext cx="1149988" cy="288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62926" y="1975081"/>
            <a:ext cx="868787" cy="768875"/>
          </a:xfrm>
          <a:prstGeom prst="rect">
            <a:avLst/>
          </a:prstGeom>
        </p:spPr>
      </p:pic>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06073" y="1611066"/>
            <a:ext cx="313478" cy="277426"/>
          </a:xfrm>
          <a:prstGeom prst="rect">
            <a:avLst/>
          </a:prstGeom>
        </p:spPr>
      </p:pic>
      <p:sp>
        <p:nvSpPr>
          <p:cNvPr id="9" name="Rectangle 8"/>
          <p:cNvSpPr/>
          <p:nvPr userDrawn="1"/>
        </p:nvSpPr>
        <p:spPr>
          <a:xfrm>
            <a:off x="10776520" y="6165304"/>
            <a:ext cx="936104" cy="288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803676" y="5661566"/>
            <a:ext cx="2961767" cy="744145"/>
          </a:xfrm>
          <a:prstGeom prst="rect">
            <a:avLst/>
          </a:prstGeom>
        </p:spPr>
      </p:pic>
      <p:sp>
        <p:nvSpPr>
          <p:cNvPr id="11" name="Rectangle 10"/>
          <p:cNvSpPr/>
          <p:nvPr userDrawn="1"/>
        </p:nvSpPr>
        <p:spPr>
          <a:xfrm>
            <a:off x="10669578" y="404664"/>
            <a:ext cx="1149988" cy="288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8762926" y="1975081"/>
            <a:ext cx="868787" cy="768875"/>
          </a:xfrm>
          <a:prstGeom prst="rect">
            <a:avLst/>
          </a:prstGeom>
        </p:spPr>
      </p:pic>
      <p:pic>
        <p:nvPicPr>
          <p:cNvPr id="13" name="Picture 12"/>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506073" y="1611066"/>
            <a:ext cx="313478" cy="277426"/>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Red Chapter / Title_subtitle - Conf">
    <p:spTree>
      <p:nvGrpSpPr>
        <p:cNvPr id="1" name=""/>
        <p:cNvGrpSpPr/>
        <p:nvPr/>
      </p:nvGrpSpPr>
      <p:grpSpPr>
        <a:xfrm>
          <a:off x="0" y="0"/>
          <a:ext cx="0" cy="0"/>
          <a:chOff x="0" y="0"/>
          <a:chExt cx="0" cy="0"/>
        </a:xfrm>
      </p:grpSpPr>
      <p:sp>
        <p:nvSpPr>
          <p:cNvPr id="2" name="Rectangle 1"/>
          <p:cNvSpPr/>
          <p:nvPr/>
        </p:nvSpPr>
        <p:spPr>
          <a:xfrm>
            <a:off x="0" y="0"/>
            <a:ext cx="9192067" cy="6884633"/>
          </a:xfrm>
          <a:custGeom>
            <a:avLst/>
            <a:gdLst>
              <a:gd name="connsiteX0" fmla="*/ 0 w 8832304"/>
              <a:gd name="connsiteY0" fmla="*/ 0 h 6858000"/>
              <a:gd name="connsiteX1" fmla="*/ 8832304 w 8832304"/>
              <a:gd name="connsiteY1" fmla="*/ 0 h 6858000"/>
              <a:gd name="connsiteX2" fmla="*/ 8832304 w 8832304"/>
              <a:gd name="connsiteY2" fmla="*/ 6858000 h 6858000"/>
              <a:gd name="connsiteX3" fmla="*/ 0 w 8832304"/>
              <a:gd name="connsiteY3" fmla="*/ 6858000 h 6858000"/>
              <a:gd name="connsiteX4" fmla="*/ 0 w 8832304"/>
              <a:gd name="connsiteY4" fmla="*/ 0 h 6858000"/>
              <a:gd name="connsiteX0" fmla="*/ 0 w 8832304"/>
              <a:gd name="connsiteY0" fmla="*/ 0 h 6872990"/>
              <a:gd name="connsiteX1" fmla="*/ 8832304 w 8832304"/>
              <a:gd name="connsiteY1" fmla="*/ 0 h 6872990"/>
              <a:gd name="connsiteX2" fmla="*/ 4650048 w 8832304"/>
              <a:gd name="connsiteY2" fmla="*/ 6872990 h 6872990"/>
              <a:gd name="connsiteX3" fmla="*/ 0 w 8832304"/>
              <a:gd name="connsiteY3" fmla="*/ 6858000 h 6872990"/>
              <a:gd name="connsiteX4" fmla="*/ 0 w 8832304"/>
              <a:gd name="connsiteY4" fmla="*/ 0 h 6872990"/>
              <a:gd name="connsiteX0" fmla="*/ 0 w 9147097"/>
              <a:gd name="connsiteY0" fmla="*/ 0 h 6872990"/>
              <a:gd name="connsiteX1" fmla="*/ 9147097 w 9147097"/>
              <a:gd name="connsiteY1" fmla="*/ 0 h 6872990"/>
              <a:gd name="connsiteX2" fmla="*/ 4650048 w 9147097"/>
              <a:gd name="connsiteY2" fmla="*/ 6872990 h 6872990"/>
              <a:gd name="connsiteX3" fmla="*/ 0 w 9147097"/>
              <a:gd name="connsiteY3" fmla="*/ 6858000 h 6872990"/>
              <a:gd name="connsiteX4" fmla="*/ 0 w 9147097"/>
              <a:gd name="connsiteY4" fmla="*/ 0 h 6872990"/>
              <a:gd name="connsiteX0" fmla="*/ 0 w 9192067"/>
              <a:gd name="connsiteY0" fmla="*/ 0 h 6872990"/>
              <a:gd name="connsiteX1" fmla="*/ 9192067 w 9192067"/>
              <a:gd name="connsiteY1" fmla="*/ 0 h 6872990"/>
              <a:gd name="connsiteX2" fmla="*/ 4650048 w 9192067"/>
              <a:gd name="connsiteY2" fmla="*/ 6872990 h 6872990"/>
              <a:gd name="connsiteX3" fmla="*/ 0 w 9192067"/>
              <a:gd name="connsiteY3" fmla="*/ 6858000 h 6872990"/>
              <a:gd name="connsiteX4" fmla="*/ 0 w 9192067"/>
              <a:gd name="connsiteY4" fmla="*/ 0 h 6872990"/>
              <a:gd name="connsiteX0" fmla="*/ 0 w 9192067"/>
              <a:gd name="connsiteY0" fmla="*/ 0 h 6858000"/>
              <a:gd name="connsiteX1" fmla="*/ 9192067 w 9192067"/>
              <a:gd name="connsiteY1" fmla="*/ 0 h 6858000"/>
              <a:gd name="connsiteX2" fmla="*/ 5039792 w 9192067"/>
              <a:gd name="connsiteY2" fmla="*/ 6858000 h 6858000"/>
              <a:gd name="connsiteX3" fmla="*/ 0 w 9192067"/>
              <a:gd name="connsiteY3" fmla="*/ 6858000 h 6858000"/>
              <a:gd name="connsiteX4" fmla="*/ 0 w 9192067"/>
              <a:gd name="connsiteY4" fmla="*/ 0 h 6858000"/>
              <a:gd name="connsiteX0" fmla="*/ 0 w 9192067"/>
              <a:gd name="connsiteY0" fmla="*/ 0 h 6884633"/>
              <a:gd name="connsiteX1" fmla="*/ 9192067 w 9192067"/>
              <a:gd name="connsiteY1" fmla="*/ 0 h 6884633"/>
              <a:gd name="connsiteX2" fmla="*/ 5030914 w 9192067"/>
              <a:gd name="connsiteY2" fmla="*/ 6884633 h 6884633"/>
              <a:gd name="connsiteX3" fmla="*/ 0 w 9192067"/>
              <a:gd name="connsiteY3" fmla="*/ 6858000 h 6884633"/>
              <a:gd name="connsiteX4" fmla="*/ 0 w 9192067"/>
              <a:gd name="connsiteY4" fmla="*/ 0 h 68846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92067" h="6884633">
                <a:moveTo>
                  <a:pt x="0" y="0"/>
                </a:moveTo>
                <a:lnTo>
                  <a:pt x="9192067" y="0"/>
                </a:lnTo>
                <a:lnTo>
                  <a:pt x="5030914" y="6884633"/>
                </a:lnTo>
                <a:lnTo>
                  <a:pt x="0" y="6858000"/>
                </a:lnTo>
                <a:lnTo>
                  <a:pt x="0" y="0"/>
                </a:lnTo>
                <a:close/>
              </a:path>
            </a:pathLst>
          </a:custGeom>
          <a:solidFill>
            <a:srgbClr val="E642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p:cNvSpPr>
            <a:spLocks noGrp="1"/>
          </p:cNvSpPr>
          <p:nvPr>
            <p:ph type="ctrTitle" hasCustomPrompt="1"/>
          </p:nvPr>
        </p:nvSpPr>
        <p:spPr>
          <a:xfrm>
            <a:off x="1657349" y="644525"/>
            <a:ext cx="4500331" cy="2726185"/>
          </a:xfrm>
          <a:prstGeom prst="rect">
            <a:avLst/>
          </a:prstGeom>
        </p:spPr>
        <p:txBody>
          <a:bodyPr lIns="0" tIns="0" rIns="0" bIns="0" anchor="b" anchorCtr="0">
            <a:noAutofit/>
          </a:bodyPr>
          <a:lstStyle>
            <a:lvl1pPr algn="r">
              <a:defRPr sz="4000" b="1" i="0" cap="none" baseline="0">
                <a:solidFill>
                  <a:schemeClr val="bg1"/>
                </a:solidFill>
                <a:latin typeface="Source Sans Pro Black" charset="0"/>
                <a:ea typeface="Source Sans Pro Black" charset="0"/>
                <a:cs typeface="Source Sans Pro Black" charset="0"/>
              </a:defRPr>
            </a:lvl1pPr>
          </a:lstStyle>
          <a:p>
            <a:r>
              <a:rPr lang="en-US" dirty="0"/>
              <a:t>Click to edit master title style</a:t>
            </a:r>
          </a:p>
        </p:txBody>
      </p:sp>
      <p:cxnSp>
        <p:nvCxnSpPr>
          <p:cNvPr id="9" name="Straight Connector 8"/>
          <p:cNvCxnSpPr/>
          <p:nvPr/>
        </p:nvCxnSpPr>
        <p:spPr>
          <a:xfrm flipH="1">
            <a:off x="5776094" y="3569020"/>
            <a:ext cx="38158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Text Placeholder 6"/>
          <p:cNvSpPr>
            <a:spLocks noGrp="1"/>
          </p:cNvSpPr>
          <p:nvPr>
            <p:ph type="body" sz="quarter" idx="10" hasCustomPrompt="1"/>
          </p:nvPr>
        </p:nvSpPr>
        <p:spPr>
          <a:xfrm>
            <a:off x="7680324" y="3645024"/>
            <a:ext cx="3960814" cy="2398589"/>
          </a:xfrm>
          <a:prstGeom prst="rect">
            <a:avLst/>
          </a:prstGeom>
        </p:spPr>
        <p:txBody>
          <a:bodyPr lIns="0" tIns="0" rIns="0" bIns="0"/>
          <a:lstStyle>
            <a:lvl1pPr>
              <a:defRPr sz="2600"/>
            </a:lvl1pPr>
          </a:lstStyle>
          <a:p>
            <a:pPr lvl="0"/>
            <a:r>
              <a:rPr lang="en-US" dirty="0"/>
              <a:t>Click to edit Intro text styles</a:t>
            </a:r>
          </a:p>
        </p:txBody>
      </p:sp>
      <p:cxnSp>
        <p:nvCxnSpPr>
          <p:cNvPr id="13" name="Straight Connector 12"/>
          <p:cNvCxnSpPr/>
          <p:nvPr/>
        </p:nvCxnSpPr>
        <p:spPr>
          <a:xfrm flipH="1">
            <a:off x="7680326" y="3552512"/>
            <a:ext cx="390524"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7" name="Rectangle 1"/>
          <p:cNvSpPr/>
          <p:nvPr userDrawn="1"/>
        </p:nvSpPr>
        <p:spPr>
          <a:xfrm>
            <a:off x="0" y="0"/>
            <a:ext cx="9192067" cy="6884633"/>
          </a:xfrm>
          <a:custGeom>
            <a:avLst/>
            <a:gdLst>
              <a:gd name="connsiteX0" fmla="*/ 0 w 8832304"/>
              <a:gd name="connsiteY0" fmla="*/ 0 h 6858000"/>
              <a:gd name="connsiteX1" fmla="*/ 8832304 w 8832304"/>
              <a:gd name="connsiteY1" fmla="*/ 0 h 6858000"/>
              <a:gd name="connsiteX2" fmla="*/ 8832304 w 8832304"/>
              <a:gd name="connsiteY2" fmla="*/ 6858000 h 6858000"/>
              <a:gd name="connsiteX3" fmla="*/ 0 w 8832304"/>
              <a:gd name="connsiteY3" fmla="*/ 6858000 h 6858000"/>
              <a:gd name="connsiteX4" fmla="*/ 0 w 8832304"/>
              <a:gd name="connsiteY4" fmla="*/ 0 h 6858000"/>
              <a:gd name="connsiteX0" fmla="*/ 0 w 8832304"/>
              <a:gd name="connsiteY0" fmla="*/ 0 h 6872990"/>
              <a:gd name="connsiteX1" fmla="*/ 8832304 w 8832304"/>
              <a:gd name="connsiteY1" fmla="*/ 0 h 6872990"/>
              <a:gd name="connsiteX2" fmla="*/ 4650048 w 8832304"/>
              <a:gd name="connsiteY2" fmla="*/ 6872990 h 6872990"/>
              <a:gd name="connsiteX3" fmla="*/ 0 w 8832304"/>
              <a:gd name="connsiteY3" fmla="*/ 6858000 h 6872990"/>
              <a:gd name="connsiteX4" fmla="*/ 0 w 8832304"/>
              <a:gd name="connsiteY4" fmla="*/ 0 h 6872990"/>
              <a:gd name="connsiteX0" fmla="*/ 0 w 9147097"/>
              <a:gd name="connsiteY0" fmla="*/ 0 h 6872990"/>
              <a:gd name="connsiteX1" fmla="*/ 9147097 w 9147097"/>
              <a:gd name="connsiteY1" fmla="*/ 0 h 6872990"/>
              <a:gd name="connsiteX2" fmla="*/ 4650048 w 9147097"/>
              <a:gd name="connsiteY2" fmla="*/ 6872990 h 6872990"/>
              <a:gd name="connsiteX3" fmla="*/ 0 w 9147097"/>
              <a:gd name="connsiteY3" fmla="*/ 6858000 h 6872990"/>
              <a:gd name="connsiteX4" fmla="*/ 0 w 9147097"/>
              <a:gd name="connsiteY4" fmla="*/ 0 h 6872990"/>
              <a:gd name="connsiteX0" fmla="*/ 0 w 9192067"/>
              <a:gd name="connsiteY0" fmla="*/ 0 h 6872990"/>
              <a:gd name="connsiteX1" fmla="*/ 9192067 w 9192067"/>
              <a:gd name="connsiteY1" fmla="*/ 0 h 6872990"/>
              <a:gd name="connsiteX2" fmla="*/ 4650048 w 9192067"/>
              <a:gd name="connsiteY2" fmla="*/ 6872990 h 6872990"/>
              <a:gd name="connsiteX3" fmla="*/ 0 w 9192067"/>
              <a:gd name="connsiteY3" fmla="*/ 6858000 h 6872990"/>
              <a:gd name="connsiteX4" fmla="*/ 0 w 9192067"/>
              <a:gd name="connsiteY4" fmla="*/ 0 h 6872990"/>
              <a:gd name="connsiteX0" fmla="*/ 0 w 9192067"/>
              <a:gd name="connsiteY0" fmla="*/ 0 h 6858000"/>
              <a:gd name="connsiteX1" fmla="*/ 9192067 w 9192067"/>
              <a:gd name="connsiteY1" fmla="*/ 0 h 6858000"/>
              <a:gd name="connsiteX2" fmla="*/ 5039792 w 9192067"/>
              <a:gd name="connsiteY2" fmla="*/ 6858000 h 6858000"/>
              <a:gd name="connsiteX3" fmla="*/ 0 w 9192067"/>
              <a:gd name="connsiteY3" fmla="*/ 6858000 h 6858000"/>
              <a:gd name="connsiteX4" fmla="*/ 0 w 9192067"/>
              <a:gd name="connsiteY4" fmla="*/ 0 h 6858000"/>
              <a:gd name="connsiteX0" fmla="*/ 0 w 9192067"/>
              <a:gd name="connsiteY0" fmla="*/ 0 h 6884633"/>
              <a:gd name="connsiteX1" fmla="*/ 9192067 w 9192067"/>
              <a:gd name="connsiteY1" fmla="*/ 0 h 6884633"/>
              <a:gd name="connsiteX2" fmla="*/ 5030914 w 9192067"/>
              <a:gd name="connsiteY2" fmla="*/ 6884633 h 6884633"/>
              <a:gd name="connsiteX3" fmla="*/ 0 w 9192067"/>
              <a:gd name="connsiteY3" fmla="*/ 6858000 h 6884633"/>
              <a:gd name="connsiteX4" fmla="*/ 0 w 9192067"/>
              <a:gd name="connsiteY4" fmla="*/ 0 h 68846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92067" h="6884633">
                <a:moveTo>
                  <a:pt x="0" y="0"/>
                </a:moveTo>
                <a:lnTo>
                  <a:pt x="9192067" y="0"/>
                </a:lnTo>
                <a:lnTo>
                  <a:pt x="5030914" y="6884633"/>
                </a:lnTo>
                <a:lnTo>
                  <a:pt x="0" y="6858000"/>
                </a:lnTo>
                <a:lnTo>
                  <a:pt x="0" y="0"/>
                </a:lnTo>
                <a:close/>
              </a:path>
            </a:pathLst>
          </a:custGeom>
          <a:solidFill>
            <a:srgbClr val="E642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0" name="Straight Connector 9"/>
          <p:cNvCxnSpPr/>
          <p:nvPr userDrawn="1"/>
        </p:nvCxnSpPr>
        <p:spPr>
          <a:xfrm flipH="1">
            <a:off x="5776094" y="3569020"/>
            <a:ext cx="38158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userDrawn="1"/>
        </p:nvCxnSpPr>
        <p:spPr>
          <a:xfrm flipH="1">
            <a:off x="7680326" y="3552512"/>
            <a:ext cx="390524"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4" name="Footer Placeholder 11"/>
          <p:cNvSpPr txBox="1">
            <a:spLocks/>
          </p:cNvSpPr>
          <p:nvPr userDrawn="1"/>
        </p:nvSpPr>
        <p:spPr>
          <a:xfrm>
            <a:off x="550863" y="6315916"/>
            <a:ext cx="2390627" cy="137420"/>
          </a:xfrm>
          <a:prstGeom prst="rect">
            <a:avLst/>
          </a:prstGeom>
        </p:spPr>
        <p:txBody>
          <a:bodyPr vert="horz" lIns="0" tIns="0" rIns="0" bIns="0" numCol="1" rtlCol="0" anchor="t" anchorCtr="0"/>
          <a:lstStyle>
            <a:defPPr>
              <a:defRPr lang="en-US"/>
            </a:defPPr>
            <a:lvl1pPr marL="0" algn="l" defTabSz="914377" rtl="0" eaLnBrk="1" latinLnBrk="0" hangingPunct="1">
              <a:lnSpc>
                <a:spcPct val="100000"/>
              </a:lnSpc>
              <a:defRPr lang="en-US" sz="800" b="1" i="0" kern="1200" cap="none" spc="38" smtClean="0">
                <a:ln w="13500">
                  <a:noFill/>
                  <a:prstDash val="solid"/>
                </a:ln>
                <a:solidFill>
                  <a:schemeClr val="tx2">
                    <a:alpha val="95000"/>
                  </a:schemeClr>
                </a:solidFill>
                <a:effectLst/>
                <a:latin typeface="Source Sans Pro Black" charset="0"/>
                <a:ea typeface="Source Sans Pro Black" charset="0"/>
                <a:cs typeface="Source Sans Pro Black" charset="0"/>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r>
              <a:rPr lang="en-US" dirty="0">
                <a:solidFill>
                  <a:schemeClr val="bg1">
                    <a:alpha val="95000"/>
                  </a:schemeClr>
                </a:solidFill>
              </a:rPr>
              <a:t>© </a:t>
            </a:r>
            <a:r>
              <a:rPr lang="en-US" dirty="0">
                <a:solidFill>
                  <a:schemeClr val="bg1">
                    <a:alpha val="95000"/>
                  </a:schemeClr>
                </a:solidFill>
                <a:latin typeface="Brandon Grotesque Black" charset="0"/>
                <a:ea typeface="Brandon Grotesque Black" charset="0"/>
                <a:cs typeface="Brandon Grotesque Black" charset="0"/>
              </a:rPr>
              <a:t>MICROEJ</a:t>
            </a:r>
            <a:r>
              <a:rPr lang="en-US" dirty="0">
                <a:solidFill>
                  <a:schemeClr val="bg1">
                    <a:alpha val="95000"/>
                  </a:schemeClr>
                </a:solidFill>
              </a:rPr>
              <a:t> 2019 - C O N F I D E N T I A L</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Graphic Chapter / Title_subtitle - Conf">
    <p:spTree>
      <p:nvGrpSpPr>
        <p:cNvPr id="1" name=""/>
        <p:cNvGrpSpPr/>
        <p:nvPr/>
      </p:nvGrpSpPr>
      <p:grpSpPr>
        <a:xfrm>
          <a:off x="0" y="0"/>
          <a:ext cx="0" cy="0"/>
          <a:chOff x="0" y="0"/>
          <a:chExt cx="0" cy="0"/>
        </a:xfrm>
      </p:grpSpPr>
      <p:cxnSp>
        <p:nvCxnSpPr>
          <p:cNvPr id="20" name="Straight Connector 19"/>
          <p:cNvCxnSpPr/>
          <p:nvPr/>
        </p:nvCxnSpPr>
        <p:spPr>
          <a:xfrm flipH="1">
            <a:off x="5663952" y="3552512"/>
            <a:ext cx="45359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Title 1"/>
          <p:cNvSpPr>
            <a:spLocks noGrp="1"/>
          </p:cNvSpPr>
          <p:nvPr>
            <p:ph type="ctrTitle" hasCustomPrompt="1"/>
          </p:nvPr>
        </p:nvSpPr>
        <p:spPr>
          <a:xfrm>
            <a:off x="3560644" y="644525"/>
            <a:ext cx="7120056" cy="2726186"/>
          </a:xfrm>
          <a:prstGeom prst="rect">
            <a:avLst/>
          </a:prstGeom>
        </p:spPr>
        <p:txBody>
          <a:bodyPr lIns="0" tIns="0" rIns="0" bIns="0" anchor="b" anchorCtr="0">
            <a:noAutofit/>
          </a:bodyPr>
          <a:lstStyle>
            <a:lvl1pPr algn="l">
              <a:defRPr sz="4000" b="1" i="0" cap="none" baseline="0">
                <a:solidFill>
                  <a:schemeClr val="accent1"/>
                </a:solidFill>
                <a:latin typeface="Source Sans Pro Black" charset="0"/>
                <a:ea typeface="Source Sans Pro Black" charset="0"/>
                <a:cs typeface="Source Sans Pro Black" charset="0"/>
              </a:defRPr>
            </a:lvl1pPr>
          </a:lstStyle>
          <a:p>
            <a:r>
              <a:rPr lang="en-US" dirty="0"/>
              <a:t>Click to edit master title style</a:t>
            </a:r>
          </a:p>
        </p:txBody>
      </p:sp>
      <p:sp>
        <p:nvSpPr>
          <p:cNvPr id="27" name="Text Placeholder 6"/>
          <p:cNvSpPr>
            <a:spLocks noGrp="1"/>
          </p:cNvSpPr>
          <p:nvPr>
            <p:ph type="body" sz="quarter" idx="10" hasCustomPrompt="1"/>
          </p:nvPr>
        </p:nvSpPr>
        <p:spPr>
          <a:xfrm>
            <a:off x="3560643" y="3645024"/>
            <a:ext cx="4119681" cy="2398589"/>
          </a:xfrm>
          <a:prstGeom prst="rect">
            <a:avLst/>
          </a:prstGeom>
        </p:spPr>
        <p:txBody>
          <a:bodyPr lIns="0" tIns="0" rIns="0" bIns="0"/>
          <a:lstStyle>
            <a:lvl1pPr>
              <a:defRPr sz="2600"/>
            </a:lvl1pPr>
          </a:lstStyle>
          <a:p>
            <a:pPr lvl="0"/>
            <a:r>
              <a:rPr lang="en-US" dirty="0"/>
              <a:t>Click to edit Intro text styles</a:t>
            </a:r>
          </a:p>
        </p:txBody>
      </p:sp>
      <p:cxnSp>
        <p:nvCxnSpPr>
          <p:cNvPr id="28" name="Straight Connector 27"/>
          <p:cNvCxnSpPr/>
          <p:nvPr/>
        </p:nvCxnSpPr>
        <p:spPr>
          <a:xfrm flipH="1">
            <a:off x="3555867" y="3552512"/>
            <a:ext cx="379893"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8" name="Picture Placeholder 13"/>
          <p:cNvSpPr>
            <a:spLocks noGrp="1"/>
          </p:cNvSpPr>
          <p:nvPr>
            <p:ph type="pic" sz="quarter" idx="11"/>
          </p:nvPr>
        </p:nvSpPr>
        <p:spPr>
          <a:xfrm>
            <a:off x="37827" y="-8164"/>
            <a:ext cx="3971634" cy="6871855"/>
          </a:xfrm>
          <a:custGeom>
            <a:avLst/>
            <a:gdLst>
              <a:gd name="connsiteX0" fmla="*/ 0 w 4057359"/>
              <a:gd name="connsiteY0" fmla="*/ 0 h 6858000"/>
              <a:gd name="connsiteX1" fmla="*/ 4057359 w 4057359"/>
              <a:gd name="connsiteY1" fmla="*/ 0 h 6858000"/>
              <a:gd name="connsiteX2" fmla="*/ 4057359 w 4057359"/>
              <a:gd name="connsiteY2" fmla="*/ 6858000 h 6858000"/>
              <a:gd name="connsiteX3" fmla="*/ 0 w 4057359"/>
              <a:gd name="connsiteY3" fmla="*/ 6858000 h 6858000"/>
              <a:gd name="connsiteX4" fmla="*/ 0 w 4057359"/>
              <a:gd name="connsiteY4" fmla="*/ 0 h 6858000"/>
              <a:gd name="connsiteX0" fmla="*/ 29731 w 4087090"/>
              <a:gd name="connsiteY0" fmla="*/ 0 h 6871855"/>
              <a:gd name="connsiteX1" fmla="*/ 4087090 w 4087090"/>
              <a:gd name="connsiteY1" fmla="*/ 0 h 6871855"/>
              <a:gd name="connsiteX2" fmla="*/ 0 w 4087090"/>
              <a:gd name="connsiteY2" fmla="*/ 6871855 h 6871855"/>
              <a:gd name="connsiteX3" fmla="*/ 29731 w 4087090"/>
              <a:gd name="connsiteY3" fmla="*/ 6858000 h 6871855"/>
              <a:gd name="connsiteX4" fmla="*/ 29731 w 4087090"/>
              <a:gd name="connsiteY4" fmla="*/ 0 h 6871855"/>
              <a:gd name="connsiteX0" fmla="*/ 0 w 4057359"/>
              <a:gd name="connsiteY0" fmla="*/ 0 h 6941252"/>
              <a:gd name="connsiteX1" fmla="*/ 4057359 w 4057359"/>
              <a:gd name="connsiteY1" fmla="*/ 0 h 6941252"/>
              <a:gd name="connsiteX2" fmla="*/ 27419 w 4057359"/>
              <a:gd name="connsiteY2" fmla="*/ 6941252 h 6941252"/>
              <a:gd name="connsiteX3" fmla="*/ 0 w 4057359"/>
              <a:gd name="connsiteY3" fmla="*/ 6858000 h 6941252"/>
              <a:gd name="connsiteX4" fmla="*/ 0 w 4057359"/>
              <a:gd name="connsiteY4" fmla="*/ 0 h 6941252"/>
              <a:gd name="connsiteX0" fmla="*/ 0 w 4057359"/>
              <a:gd name="connsiteY0" fmla="*/ 0 h 6863691"/>
              <a:gd name="connsiteX1" fmla="*/ 4057359 w 4057359"/>
              <a:gd name="connsiteY1" fmla="*/ 0 h 6863691"/>
              <a:gd name="connsiteX2" fmla="*/ 2926 w 4057359"/>
              <a:gd name="connsiteY2" fmla="*/ 6863691 h 6863691"/>
              <a:gd name="connsiteX3" fmla="*/ 0 w 4057359"/>
              <a:gd name="connsiteY3" fmla="*/ 6858000 h 6863691"/>
              <a:gd name="connsiteX4" fmla="*/ 0 w 4057359"/>
              <a:gd name="connsiteY4" fmla="*/ 0 h 6863691"/>
              <a:gd name="connsiteX0" fmla="*/ 0 w 3971634"/>
              <a:gd name="connsiteY0" fmla="*/ 8164 h 6871855"/>
              <a:gd name="connsiteX1" fmla="*/ 3971634 w 3971634"/>
              <a:gd name="connsiteY1" fmla="*/ 0 h 6871855"/>
              <a:gd name="connsiteX2" fmla="*/ 2926 w 3971634"/>
              <a:gd name="connsiteY2" fmla="*/ 6871855 h 6871855"/>
              <a:gd name="connsiteX3" fmla="*/ 0 w 3971634"/>
              <a:gd name="connsiteY3" fmla="*/ 6866164 h 6871855"/>
              <a:gd name="connsiteX4" fmla="*/ 0 w 3971634"/>
              <a:gd name="connsiteY4" fmla="*/ 8164 h 68718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1634" h="6871855">
                <a:moveTo>
                  <a:pt x="0" y="8164"/>
                </a:moveTo>
                <a:lnTo>
                  <a:pt x="3971634" y="0"/>
                </a:lnTo>
                <a:lnTo>
                  <a:pt x="2926" y="6871855"/>
                </a:lnTo>
                <a:lnTo>
                  <a:pt x="0" y="6866164"/>
                </a:lnTo>
                <a:lnTo>
                  <a:pt x="0" y="8164"/>
                </a:lnTo>
                <a:close/>
              </a:path>
            </a:pathLst>
          </a:custGeom>
          <a:solidFill>
            <a:schemeClr val="accent1"/>
          </a:solidFill>
        </p:spPr>
        <p:txBody>
          <a:bodyPr/>
          <a:lstStyle/>
          <a:p>
            <a:r>
              <a:rPr lang="en-US"/>
              <a:t>Drag picture to placeholder or click icon to add</a:t>
            </a:r>
          </a:p>
        </p:txBody>
      </p:sp>
      <p:cxnSp>
        <p:nvCxnSpPr>
          <p:cNvPr id="7" name="Straight Connector 6"/>
          <p:cNvCxnSpPr/>
          <p:nvPr userDrawn="1"/>
        </p:nvCxnSpPr>
        <p:spPr>
          <a:xfrm flipH="1">
            <a:off x="5663952" y="3552512"/>
            <a:ext cx="45359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flipH="1">
            <a:off x="3555867" y="3552512"/>
            <a:ext cx="379893"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Red Chapter / Title_Subtitle_Number -  Conf">
    <p:spTree>
      <p:nvGrpSpPr>
        <p:cNvPr id="1" name=""/>
        <p:cNvGrpSpPr/>
        <p:nvPr/>
      </p:nvGrpSpPr>
      <p:grpSpPr>
        <a:xfrm>
          <a:off x="0" y="0"/>
          <a:ext cx="0" cy="0"/>
          <a:chOff x="0" y="0"/>
          <a:chExt cx="0" cy="0"/>
        </a:xfrm>
      </p:grpSpPr>
      <p:sp>
        <p:nvSpPr>
          <p:cNvPr id="14" name="Picture Placeholder 13"/>
          <p:cNvSpPr>
            <a:spLocks noGrp="1"/>
          </p:cNvSpPr>
          <p:nvPr>
            <p:ph type="pic" sz="quarter" idx="11"/>
          </p:nvPr>
        </p:nvSpPr>
        <p:spPr>
          <a:xfrm>
            <a:off x="37827" y="-8164"/>
            <a:ext cx="3971634" cy="6871855"/>
          </a:xfrm>
          <a:custGeom>
            <a:avLst/>
            <a:gdLst>
              <a:gd name="connsiteX0" fmla="*/ 0 w 4057359"/>
              <a:gd name="connsiteY0" fmla="*/ 0 h 6858000"/>
              <a:gd name="connsiteX1" fmla="*/ 4057359 w 4057359"/>
              <a:gd name="connsiteY1" fmla="*/ 0 h 6858000"/>
              <a:gd name="connsiteX2" fmla="*/ 4057359 w 4057359"/>
              <a:gd name="connsiteY2" fmla="*/ 6858000 h 6858000"/>
              <a:gd name="connsiteX3" fmla="*/ 0 w 4057359"/>
              <a:gd name="connsiteY3" fmla="*/ 6858000 h 6858000"/>
              <a:gd name="connsiteX4" fmla="*/ 0 w 4057359"/>
              <a:gd name="connsiteY4" fmla="*/ 0 h 6858000"/>
              <a:gd name="connsiteX0" fmla="*/ 29731 w 4087090"/>
              <a:gd name="connsiteY0" fmla="*/ 0 h 6871855"/>
              <a:gd name="connsiteX1" fmla="*/ 4087090 w 4087090"/>
              <a:gd name="connsiteY1" fmla="*/ 0 h 6871855"/>
              <a:gd name="connsiteX2" fmla="*/ 0 w 4087090"/>
              <a:gd name="connsiteY2" fmla="*/ 6871855 h 6871855"/>
              <a:gd name="connsiteX3" fmla="*/ 29731 w 4087090"/>
              <a:gd name="connsiteY3" fmla="*/ 6858000 h 6871855"/>
              <a:gd name="connsiteX4" fmla="*/ 29731 w 4087090"/>
              <a:gd name="connsiteY4" fmla="*/ 0 h 6871855"/>
              <a:gd name="connsiteX0" fmla="*/ 0 w 4057359"/>
              <a:gd name="connsiteY0" fmla="*/ 0 h 6941252"/>
              <a:gd name="connsiteX1" fmla="*/ 4057359 w 4057359"/>
              <a:gd name="connsiteY1" fmla="*/ 0 h 6941252"/>
              <a:gd name="connsiteX2" fmla="*/ 27419 w 4057359"/>
              <a:gd name="connsiteY2" fmla="*/ 6941252 h 6941252"/>
              <a:gd name="connsiteX3" fmla="*/ 0 w 4057359"/>
              <a:gd name="connsiteY3" fmla="*/ 6858000 h 6941252"/>
              <a:gd name="connsiteX4" fmla="*/ 0 w 4057359"/>
              <a:gd name="connsiteY4" fmla="*/ 0 h 6941252"/>
              <a:gd name="connsiteX0" fmla="*/ 0 w 4057359"/>
              <a:gd name="connsiteY0" fmla="*/ 0 h 6863691"/>
              <a:gd name="connsiteX1" fmla="*/ 4057359 w 4057359"/>
              <a:gd name="connsiteY1" fmla="*/ 0 h 6863691"/>
              <a:gd name="connsiteX2" fmla="*/ 2926 w 4057359"/>
              <a:gd name="connsiteY2" fmla="*/ 6863691 h 6863691"/>
              <a:gd name="connsiteX3" fmla="*/ 0 w 4057359"/>
              <a:gd name="connsiteY3" fmla="*/ 6858000 h 6863691"/>
              <a:gd name="connsiteX4" fmla="*/ 0 w 4057359"/>
              <a:gd name="connsiteY4" fmla="*/ 0 h 6863691"/>
              <a:gd name="connsiteX0" fmla="*/ 0 w 3971634"/>
              <a:gd name="connsiteY0" fmla="*/ 8164 h 6871855"/>
              <a:gd name="connsiteX1" fmla="*/ 3971634 w 3971634"/>
              <a:gd name="connsiteY1" fmla="*/ 0 h 6871855"/>
              <a:gd name="connsiteX2" fmla="*/ 2926 w 3971634"/>
              <a:gd name="connsiteY2" fmla="*/ 6871855 h 6871855"/>
              <a:gd name="connsiteX3" fmla="*/ 0 w 3971634"/>
              <a:gd name="connsiteY3" fmla="*/ 6866164 h 6871855"/>
              <a:gd name="connsiteX4" fmla="*/ 0 w 3971634"/>
              <a:gd name="connsiteY4" fmla="*/ 8164 h 68718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1634" h="6871855">
                <a:moveTo>
                  <a:pt x="0" y="8164"/>
                </a:moveTo>
                <a:lnTo>
                  <a:pt x="3971634" y="0"/>
                </a:lnTo>
                <a:lnTo>
                  <a:pt x="2926" y="6871855"/>
                </a:lnTo>
                <a:lnTo>
                  <a:pt x="0" y="6866164"/>
                </a:lnTo>
                <a:lnTo>
                  <a:pt x="0" y="8164"/>
                </a:lnTo>
                <a:close/>
              </a:path>
            </a:pathLst>
          </a:custGeom>
          <a:solidFill>
            <a:schemeClr val="accent1"/>
          </a:solidFill>
        </p:spPr>
        <p:txBody>
          <a:bodyPr/>
          <a:lstStyle/>
          <a:p>
            <a:r>
              <a:rPr lang="en-US"/>
              <a:t>Drag picture to placeholder or click icon to add</a:t>
            </a:r>
          </a:p>
        </p:txBody>
      </p:sp>
      <p:cxnSp>
        <p:nvCxnSpPr>
          <p:cNvPr id="20" name="Straight Connector 19"/>
          <p:cNvCxnSpPr/>
          <p:nvPr/>
        </p:nvCxnSpPr>
        <p:spPr>
          <a:xfrm flipH="1">
            <a:off x="5663952" y="3552512"/>
            <a:ext cx="45359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5" name="Text Placeholder 4"/>
          <p:cNvSpPr>
            <a:spLocks noGrp="1"/>
          </p:cNvSpPr>
          <p:nvPr>
            <p:ph type="body" sz="quarter" idx="12" hasCustomPrompt="1"/>
          </p:nvPr>
        </p:nvSpPr>
        <p:spPr>
          <a:xfrm>
            <a:off x="9182100" y="3645024"/>
            <a:ext cx="2602532" cy="2029941"/>
          </a:xfrm>
          <a:prstGeom prst="rect">
            <a:avLst/>
          </a:prstGeom>
        </p:spPr>
        <p:txBody>
          <a:bodyPr vert="horz" anchor="b" anchorCtr="0"/>
          <a:lstStyle>
            <a:lvl1pPr algn="r">
              <a:spcBef>
                <a:spcPts val="0"/>
              </a:spcBef>
              <a:spcAft>
                <a:spcPts val="0"/>
              </a:spcAft>
              <a:defRPr sz="17000"/>
            </a:lvl1pPr>
            <a:lvl2pPr algn="just">
              <a:defRPr sz="17000"/>
            </a:lvl2pPr>
            <a:lvl3pPr algn="just">
              <a:defRPr sz="17000"/>
            </a:lvl3pPr>
            <a:lvl4pPr algn="just">
              <a:defRPr sz="17000"/>
            </a:lvl4pPr>
            <a:lvl5pPr algn="just">
              <a:defRPr sz="17000"/>
            </a:lvl5pPr>
          </a:lstStyle>
          <a:p>
            <a:pPr lvl="0"/>
            <a:r>
              <a:rPr lang="en-US" dirty="0"/>
              <a:t>N°</a:t>
            </a:r>
          </a:p>
        </p:txBody>
      </p:sp>
      <p:sp>
        <p:nvSpPr>
          <p:cNvPr id="8" name="Title 1"/>
          <p:cNvSpPr>
            <a:spLocks noGrp="1"/>
          </p:cNvSpPr>
          <p:nvPr>
            <p:ph type="ctrTitle" hasCustomPrompt="1"/>
          </p:nvPr>
        </p:nvSpPr>
        <p:spPr>
          <a:xfrm>
            <a:off x="3560644" y="644525"/>
            <a:ext cx="7120056" cy="2726186"/>
          </a:xfrm>
          <a:prstGeom prst="rect">
            <a:avLst/>
          </a:prstGeom>
        </p:spPr>
        <p:txBody>
          <a:bodyPr lIns="0" tIns="0" rIns="0" bIns="0" anchor="b" anchorCtr="0">
            <a:noAutofit/>
          </a:bodyPr>
          <a:lstStyle>
            <a:lvl1pPr algn="l">
              <a:defRPr sz="4000" b="1" i="0" cap="none" baseline="0">
                <a:solidFill>
                  <a:schemeClr val="accent1"/>
                </a:solidFill>
                <a:latin typeface="Source Sans Pro Black" charset="0"/>
                <a:ea typeface="Source Sans Pro Black" charset="0"/>
                <a:cs typeface="Source Sans Pro Black" charset="0"/>
              </a:defRPr>
            </a:lvl1pPr>
          </a:lstStyle>
          <a:p>
            <a:r>
              <a:rPr lang="en-US" dirty="0"/>
              <a:t>Click to edit master title style</a:t>
            </a:r>
          </a:p>
        </p:txBody>
      </p:sp>
      <p:sp>
        <p:nvSpPr>
          <p:cNvPr id="9" name="Text Placeholder 6"/>
          <p:cNvSpPr>
            <a:spLocks noGrp="1"/>
          </p:cNvSpPr>
          <p:nvPr>
            <p:ph type="body" sz="quarter" idx="10" hasCustomPrompt="1"/>
          </p:nvPr>
        </p:nvSpPr>
        <p:spPr>
          <a:xfrm>
            <a:off x="3560643" y="3645024"/>
            <a:ext cx="4119681" cy="2398589"/>
          </a:xfrm>
          <a:prstGeom prst="rect">
            <a:avLst/>
          </a:prstGeom>
        </p:spPr>
        <p:txBody>
          <a:bodyPr lIns="0" tIns="0" rIns="0" bIns="0"/>
          <a:lstStyle>
            <a:lvl1pPr>
              <a:defRPr sz="2600"/>
            </a:lvl1pPr>
          </a:lstStyle>
          <a:p>
            <a:pPr lvl="0"/>
            <a:r>
              <a:rPr lang="en-US" dirty="0"/>
              <a:t>Click to edit Intro text styles</a:t>
            </a:r>
          </a:p>
        </p:txBody>
      </p:sp>
      <p:cxnSp>
        <p:nvCxnSpPr>
          <p:cNvPr id="10" name="Straight Connector 9"/>
          <p:cNvCxnSpPr/>
          <p:nvPr/>
        </p:nvCxnSpPr>
        <p:spPr>
          <a:xfrm flipH="1">
            <a:off x="3555867" y="3552512"/>
            <a:ext cx="379893"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userDrawn="1"/>
        </p:nvCxnSpPr>
        <p:spPr>
          <a:xfrm flipH="1">
            <a:off x="5663952" y="3552512"/>
            <a:ext cx="45359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userDrawn="1"/>
        </p:nvCxnSpPr>
        <p:spPr>
          <a:xfrm flipH="1">
            <a:off x="3555867" y="3552512"/>
            <a:ext cx="379893"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Red SubChapter / Title - Conf">
    <p:spTree>
      <p:nvGrpSpPr>
        <p:cNvPr id="1" name=""/>
        <p:cNvGrpSpPr/>
        <p:nvPr/>
      </p:nvGrpSpPr>
      <p:grpSpPr>
        <a:xfrm>
          <a:off x="0" y="0"/>
          <a:ext cx="0" cy="0"/>
          <a:chOff x="0" y="0"/>
          <a:chExt cx="0" cy="0"/>
        </a:xfrm>
      </p:grpSpPr>
      <p:sp>
        <p:nvSpPr>
          <p:cNvPr id="15" name="Rectangle 14"/>
          <p:cNvSpPr/>
          <p:nvPr/>
        </p:nvSpPr>
        <p:spPr>
          <a:xfrm>
            <a:off x="0" y="0"/>
            <a:ext cx="12192000" cy="6858000"/>
          </a:xfrm>
          <a:prstGeom prst="rect">
            <a:avLst/>
          </a:prstGeom>
          <a:solidFill>
            <a:srgbClr val="E642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Picture 2" descr="C:\Users\cmorineau\Marketing-Private\Marcom\Graphics\Artwork_Corp\Logos\Logo-microej-grey-h50.png"/>
          <p:cNvPicPr>
            <a:picLocks noChangeAspect="1" noChangeArrowheads="1"/>
          </p:cNvPicPr>
          <p:nvPr/>
        </p:nvPicPr>
        <p:blipFill>
          <a:blip r:embed="rId2" cstate="print">
            <a:biLevel thresh="25000"/>
            <a:extLst>
              <a:ext uri="{28A0092B-C50C-407E-A947-70E740481C1C}">
                <a14:useLocalDpi xmlns:a14="http://schemas.microsoft.com/office/drawing/2010/main" val="0"/>
              </a:ext>
            </a:extLst>
          </a:blip>
          <a:srcRect/>
          <a:stretch>
            <a:fillRect/>
          </a:stretch>
        </p:blipFill>
        <p:spPr bwMode="auto">
          <a:xfrm>
            <a:off x="11056039" y="454456"/>
            <a:ext cx="576064" cy="107175"/>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Straight Connector 18"/>
          <p:cNvCxnSpPr/>
          <p:nvPr/>
        </p:nvCxnSpPr>
        <p:spPr>
          <a:xfrm>
            <a:off x="1657350" y="3429000"/>
            <a:ext cx="9023349"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0" name="Title 1"/>
          <p:cNvSpPr>
            <a:spLocks noGrp="1"/>
          </p:cNvSpPr>
          <p:nvPr>
            <p:ph type="ctrTitle" hasCustomPrompt="1"/>
          </p:nvPr>
        </p:nvSpPr>
        <p:spPr>
          <a:xfrm>
            <a:off x="1657350" y="1772816"/>
            <a:ext cx="9023349" cy="1512168"/>
          </a:xfrm>
          <a:prstGeom prst="rect">
            <a:avLst/>
          </a:prstGeom>
        </p:spPr>
        <p:txBody>
          <a:bodyPr lIns="0" tIns="0" rIns="0" bIns="0" anchor="b" anchorCtr="1">
            <a:noAutofit/>
          </a:bodyPr>
          <a:lstStyle>
            <a:lvl1pPr algn="ctr">
              <a:defRPr sz="3000" b="1" i="0" cap="all" baseline="0">
                <a:solidFill>
                  <a:schemeClr val="bg1"/>
                </a:solidFill>
                <a:latin typeface="Source Sans Pro Black" charset="0"/>
                <a:ea typeface="Source Sans Pro Black" charset="0"/>
                <a:cs typeface="Source Sans Pro Black" charset="0"/>
              </a:defRPr>
            </a:lvl1pPr>
          </a:lstStyle>
          <a:p>
            <a:r>
              <a:rPr lang="en-US" dirty="0"/>
              <a:t>Click to edit master title style</a:t>
            </a:r>
          </a:p>
        </p:txBody>
      </p:sp>
      <p:sp>
        <p:nvSpPr>
          <p:cNvPr id="6" name="Rectangle 5"/>
          <p:cNvSpPr/>
          <p:nvPr userDrawn="1"/>
        </p:nvSpPr>
        <p:spPr>
          <a:xfrm>
            <a:off x="0" y="0"/>
            <a:ext cx="12192000" cy="6858000"/>
          </a:xfrm>
          <a:prstGeom prst="rect">
            <a:avLst/>
          </a:prstGeom>
          <a:solidFill>
            <a:srgbClr val="E642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2" descr="C:\Users\cmorineau\Marketing-Private\Marcom\Graphics\Artwork_Corp\Logos\Logo-microej-grey-h50.png"/>
          <p:cNvPicPr>
            <a:picLocks noChangeAspect="1" noChangeArrowheads="1"/>
          </p:cNvPicPr>
          <p:nvPr userDrawn="1"/>
        </p:nvPicPr>
        <p:blipFill>
          <a:blip r:embed="rId2" cstate="print">
            <a:biLevel thresh="25000"/>
            <a:extLst>
              <a:ext uri="{28A0092B-C50C-407E-A947-70E740481C1C}">
                <a14:useLocalDpi xmlns:a14="http://schemas.microsoft.com/office/drawing/2010/main" val="0"/>
              </a:ext>
            </a:extLst>
          </a:blip>
          <a:srcRect/>
          <a:stretch>
            <a:fillRect/>
          </a:stretch>
        </p:blipFill>
        <p:spPr bwMode="auto">
          <a:xfrm>
            <a:off x="11056039" y="454456"/>
            <a:ext cx="576064" cy="107175"/>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Connector 7"/>
          <p:cNvCxnSpPr/>
          <p:nvPr userDrawn="1"/>
        </p:nvCxnSpPr>
        <p:spPr>
          <a:xfrm>
            <a:off x="1657350" y="3429000"/>
            <a:ext cx="9023349"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9" name="Footer Placeholder 11"/>
          <p:cNvSpPr txBox="1">
            <a:spLocks/>
          </p:cNvSpPr>
          <p:nvPr userDrawn="1"/>
        </p:nvSpPr>
        <p:spPr>
          <a:xfrm>
            <a:off x="550863" y="6315916"/>
            <a:ext cx="2390627" cy="137420"/>
          </a:xfrm>
          <a:prstGeom prst="rect">
            <a:avLst/>
          </a:prstGeom>
        </p:spPr>
        <p:txBody>
          <a:bodyPr vert="horz" lIns="0" tIns="0" rIns="0" bIns="0" numCol="1" rtlCol="0" anchor="t" anchorCtr="0"/>
          <a:lstStyle>
            <a:defPPr>
              <a:defRPr lang="en-US"/>
            </a:defPPr>
            <a:lvl1pPr marL="0" algn="l" defTabSz="914377" rtl="0" eaLnBrk="1" latinLnBrk="0" hangingPunct="1">
              <a:lnSpc>
                <a:spcPct val="100000"/>
              </a:lnSpc>
              <a:defRPr lang="en-US" sz="800" b="1" i="0" kern="1200" cap="none" spc="38" smtClean="0">
                <a:ln w="13500">
                  <a:noFill/>
                  <a:prstDash val="solid"/>
                </a:ln>
                <a:solidFill>
                  <a:schemeClr val="tx2">
                    <a:alpha val="95000"/>
                  </a:schemeClr>
                </a:solidFill>
                <a:effectLst/>
                <a:latin typeface="Source Sans Pro Black" charset="0"/>
                <a:ea typeface="Source Sans Pro Black" charset="0"/>
                <a:cs typeface="Source Sans Pro Black" charset="0"/>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r>
              <a:rPr lang="en-US" dirty="0">
                <a:solidFill>
                  <a:schemeClr val="bg1">
                    <a:alpha val="95000"/>
                  </a:schemeClr>
                </a:solidFill>
              </a:rPr>
              <a:t>© </a:t>
            </a:r>
            <a:r>
              <a:rPr lang="en-US" dirty="0">
                <a:solidFill>
                  <a:schemeClr val="bg1">
                    <a:alpha val="95000"/>
                  </a:schemeClr>
                </a:solidFill>
                <a:latin typeface="Brandon Grotesque Black" charset="0"/>
                <a:ea typeface="Brandon Grotesque Black" charset="0"/>
                <a:cs typeface="Brandon Grotesque Black" charset="0"/>
              </a:rPr>
              <a:t>MICROEJ</a:t>
            </a:r>
            <a:r>
              <a:rPr lang="en-US" dirty="0">
                <a:solidFill>
                  <a:schemeClr val="bg1">
                    <a:alpha val="95000"/>
                  </a:schemeClr>
                </a:solidFill>
              </a:rPr>
              <a:t> 2019 - C O N F I D E N T I A L</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Title Only - Conf">
    <p:spTree>
      <p:nvGrpSpPr>
        <p:cNvPr id="1" name=""/>
        <p:cNvGrpSpPr/>
        <p:nvPr/>
      </p:nvGrpSpPr>
      <p:grpSpPr>
        <a:xfrm>
          <a:off x="0" y="0"/>
          <a:ext cx="0" cy="0"/>
          <a:chOff x="0" y="0"/>
          <a:chExt cx="0" cy="0"/>
        </a:xfrm>
      </p:grpSpPr>
      <p:sp>
        <p:nvSpPr>
          <p:cNvPr id="12"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cxnSp>
        <p:nvCxnSpPr>
          <p:cNvPr id="13" name="Straight Connector 12"/>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itle-2lines_Only - Conf">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550863" y="476672"/>
            <a:ext cx="8631237" cy="921672"/>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cxnSp>
        <p:nvCxnSpPr>
          <p:cNvPr id="5" name="Straight Connector 4"/>
          <p:cNvCxnSpPr/>
          <p:nvPr userDrawn="1"/>
        </p:nvCxnSpPr>
        <p:spPr>
          <a:xfrm>
            <a:off x="550863" y="1398344"/>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1 Column / Title-2lines_Content - Conf">
    <p:spTree>
      <p:nvGrpSpPr>
        <p:cNvPr id="1" name=""/>
        <p:cNvGrpSpPr/>
        <p:nvPr/>
      </p:nvGrpSpPr>
      <p:grpSpPr>
        <a:xfrm>
          <a:off x="0" y="0"/>
          <a:ext cx="0" cy="0"/>
          <a:chOff x="0" y="0"/>
          <a:chExt cx="0" cy="0"/>
        </a:xfrm>
      </p:grpSpPr>
      <p:sp>
        <p:nvSpPr>
          <p:cNvPr id="11" name="Content Placeholder 3"/>
          <p:cNvSpPr>
            <a:spLocks noGrp="1"/>
          </p:cNvSpPr>
          <p:nvPr>
            <p:ph sz="half" idx="2" hasCustomPrompt="1"/>
          </p:nvPr>
        </p:nvSpPr>
        <p:spPr>
          <a:xfrm>
            <a:off x="550862" y="1293703"/>
            <a:ext cx="10129837" cy="4749909"/>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cxnSp>
        <p:nvCxnSpPr>
          <p:cNvPr id="10" name="Straight Connector 9"/>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Column / Title-2lines_Content - Conf">
    <p:spTree>
      <p:nvGrpSpPr>
        <p:cNvPr id="1" name=""/>
        <p:cNvGrpSpPr/>
        <p:nvPr/>
      </p:nvGrpSpPr>
      <p:grpSpPr>
        <a:xfrm>
          <a:off x="0" y="0"/>
          <a:ext cx="0" cy="0"/>
          <a:chOff x="0" y="0"/>
          <a:chExt cx="0" cy="0"/>
        </a:xfrm>
      </p:grpSpPr>
      <p:sp>
        <p:nvSpPr>
          <p:cNvPr id="11" name="Content Placeholder 3"/>
          <p:cNvSpPr>
            <a:spLocks noGrp="1"/>
          </p:cNvSpPr>
          <p:nvPr>
            <p:ph sz="half" idx="2" hasCustomPrompt="1"/>
          </p:nvPr>
        </p:nvSpPr>
        <p:spPr>
          <a:xfrm>
            <a:off x="550862" y="1606476"/>
            <a:ext cx="10129837" cy="4437137"/>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sp>
        <p:nvSpPr>
          <p:cNvPr id="15" name="Title Placeholder 1"/>
          <p:cNvSpPr>
            <a:spLocks noGrp="1"/>
          </p:cNvSpPr>
          <p:nvPr>
            <p:ph type="title" hasCustomPrompt="1"/>
          </p:nvPr>
        </p:nvSpPr>
        <p:spPr>
          <a:xfrm>
            <a:off x="550863" y="476672"/>
            <a:ext cx="8631237" cy="921672"/>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cxnSp>
        <p:nvCxnSpPr>
          <p:cNvPr id="16" name="Straight Connector 15"/>
          <p:cNvCxnSpPr/>
          <p:nvPr userDrawn="1"/>
        </p:nvCxnSpPr>
        <p:spPr>
          <a:xfrm>
            <a:off x="550863" y="1398344"/>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1 Column / Title_Subtitle_Content - Conf">
    <p:spTree>
      <p:nvGrpSpPr>
        <p:cNvPr id="1" name=""/>
        <p:cNvGrpSpPr/>
        <p:nvPr/>
      </p:nvGrpSpPr>
      <p:grpSpPr>
        <a:xfrm>
          <a:off x="0" y="0"/>
          <a:ext cx="0" cy="0"/>
          <a:chOff x="0" y="0"/>
          <a:chExt cx="0" cy="0"/>
        </a:xfrm>
      </p:grpSpPr>
      <p:sp>
        <p:nvSpPr>
          <p:cNvPr id="4" name="Text Placeholder 2"/>
          <p:cNvSpPr>
            <a:spLocks noGrp="1"/>
          </p:cNvSpPr>
          <p:nvPr>
            <p:ph type="body" idx="1" hasCustomPrompt="1"/>
          </p:nvPr>
        </p:nvSpPr>
        <p:spPr>
          <a:xfrm>
            <a:off x="550861" y="1293703"/>
            <a:ext cx="10129838" cy="432049"/>
          </a:xfrm>
          <a:prstGeom prst="rect">
            <a:avLst/>
          </a:prstGeom>
        </p:spPr>
        <p:txBody>
          <a:bodyPr lIns="0" tIns="0" rIns="0" bIns="0" anchor="t" anchorCtr="0">
            <a:noAutofit/>
          </a:bodyPr>
          <a:lstStyle>
            <a:lvl1pPr marL="0" indent="0">
              <a:lnSpc>
                <a:spcPts val="2000"/>
              </a:lnSpc>
              <a:buNone/>
              <a:defRPr sz="18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5" name="Content Placeholder 3"/>
          <p:cNvSpPr>
            <a:spLocks noGrp="1"/>
          </p:cNvSpPr>
          <p:nvPr>
            <p:ph sz="half" idx="11" hasCustomPrompt="1"/>
          </p:nvPr>
        </p:nvSpPr>
        <p:spPr>
          <a:xfrm>
            <a:off x="550863" y="1869759"/>
            <a:ext cx="10129836" cy="4173853"/>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cxnSp>
        <p:nvCxnSpPr>
          <p:cNvPr id="14" name="Straight Connector 13"/>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1 Columns / Title_Content+picture">
    <p:spTree>
      <p:nvGrpSpPr>
        <p:cNvPr id="1" name=""/>
        <p:cNvGrpSpPr/>
        <p:nvPr/>
      </p:nvGrpSpPr>
      <p:grpSpPr>
        <a:xfrm>
          <a:off x="0" y="0"/>
          <a:ext cx="0" cy="0"/>
          <a:chOff x="0" y="0"/>
          <a:chExt cx="0" cy="0"/>
        </a:xfrm>
      </p:grpSpPr>
      <p:sp>
        <p:nvSpPr>
          <p:cNvPr id="6" name="Content Placeholder 3"/>
          <p:cNvSpPr>
            <a:spLocks noGrp="1"/>
          </p:cNvSpPr>
          <p:nvPr>
            <p:ph sz="half" idx="11" hasCustomPrompt="1"/>
          </p:nvPr>
        </p:nvSpPr>
        <p:spPr>
          <a:xfrm>
            <a:off x="550863" y="1293703"/>
            <a:ext cx="4999583" cy="4749910"/>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sp>
        <p:nvSpPr>
          <p:cNvPr id="8" name="Content Placeholder 3"/>
          <p:cNvSpPr>
            <a:spLocks noGrp="1"/>
          </p:cNvSpPr>
          <p:nvPr>
            <p:ph sz="half" idx="12" hasCustomPrompt="1"/>
          </p:nvPr>
        </p:nvSpPr>
        <p:spPr>
          <a:xfrm>
            <a:off x="5681117" y="1293703"/>
            <a:ext cx="4999583" cy="4749910"/>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cxnSp>
        <p:nvCxnSpPr>
          <p:cNvPr id="10" name="Straight Connector 9"/>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2 Columns / Title_Content - Conf">
    <p:spTree>
      <p:nvGrpSpPr>
        <p:cNvPr id="1" name=""/>
        <p:cNvGrpSpPr/>
        <p:nvPr/>
      </p:nvGrpSpPr>
      <p:grpSpPr>
        <a:xfrm>
          <a:off x="0" y="0"/>
          <a:ext cx="0" cy="0"/>
          <a:chOff x="0" y="0"/>
          <a:chExt cx="0" cy="0"/>
        </a:xfrm>
      </p:grpSpPr>
      <p:sp>
        <p:nvSpPr>
          <p:cNvPr id="7" name="Content Placeholder 3"/>
          <p:cNvSpPr>
            <a:spLocks noGrp="1"/>
          </p:cNvSpPr>
          <p:nvPr>
            <p:ph sz="half" idx="11" hasCustomPrompt="1"/>
          </p:nvPr>
        </p:nvSpPr>
        <p:spPr>
          <a:xfrm>
            <a:off x="550863" y="1293703"/>
            <a:ext cx="10129837" cy="4749910"/>
          </a:xfrm>
          <a:prstGeom prst="rect">
            <a:avLst/>
          </a:prstGeom>
        </p:spPr>
        <p:txBody>
          <a:bodyPr lIns="90000" numCol="2">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cxnSp>
        <p:nvCxnSpPr>
          <p:cNvPr id="6" name="Straight Connector 5"/>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2 Column / Title_Subtitle_Content - Conf">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554378" y="1293703"/>
            <a:ext cx="4996068" cy="432049"/>
          </a:xfrm>
          <a:prstGeom prst="rect">
            <a:avLst/>
          </a:prstGeom>
        </p:spPr>
        <p:txBody>
          <a:bodyPr lIns="0" tIns="0" rIns="0" bIns="0" anchor="t" anchorCtr="0">
            <a:noAutofit/>
          </a:bodyPr>
          <a:lstStyle>
            <a:lvl1pPr marL="0" indent="0">
              <a:lnSpc>
                <a:spcPts val="2000"/>
              </a:lnSpc>
              <a:buNone/>
              <a:defRPr sz="18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9" name="Content Placeholder 3"/>
          <p:cNvSpPr>
            <a:spLocks noGrp="1"/>
          </p:cNvSpPr>
          <p:nvPr>
            <p:ph sz="half" idx="11" hasCustomPrompt="1"/>
          </p:nvPr>
        </p:nvSpPr>
        <p:spPr>
          <a:xfrm>
            <a:off x="550863" y="1869761"/>
            <a:ext cx="10129837" cy="4173852"/>
          </a:xfrm>
          <a:prstGeom prst="rect">
            <a:avLst/>
          </a:prstGeom>
        </p:spPr>
        <p:txBody>
          <a:bodyPr lIns="90000" numCol="2">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4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cxnSp>
        <p:nvCxnSpPr>
          <p:cNvPr id="7" name="Straight Connector 6"/>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2 Columns/ Comparison - Conf">
    <p:spTree>
      <p:nvGrpSpPr>
        <p:cNvPr id="1" name=""/>
        <p:cNvGrpSpPr/>
        <p:nvPr/>
      </p:nvGrpSpPr>
      <p:grpSpPr>
        <a:xfrm>
          <a:off x="0" y="0"/>
          <a:ext cx="0" cy="0"/>
          <a:chOff x="0" y="0"/>
          <a:chExt cx="0" cy="0"/>
        </a:xfrm>
      </p:grpSpPr>
      <p:sp>
        <p:nvSpPr>
          <p:cNvPr id="7" name="Text Placeholder 2"/>
          <p:cNvSpPr>
            <a:spLocks noGrp="1"/>
          </p:cNvSpPr>
          <p:nvPr>
            <p:ph type="body" idx="1" hasCustomPrompt="1"/>
          </p:nvPr>
        </p:nvSpPr>
        <p:spPr>
          <a:xfrm>
            <a:off x="554378" y="1293703"/>
            <a:ext cx="4996068" cy="432049"/>
          </a:xfrm>
          <a:prstGeom prst="rect">
            <a:avLst/>
          </a:prstGeom>
        </p:spPr>
        <p:txBody>
          <a:bodyPr lIns="0" tIns="0" rIns="0" bIns="0" anchor="t" anchorCtr="0">
            <a:noAutofit/>
          </a:bodyPr>
          <a:lstStyle>
            <a:lvl1pPr marL="0" indent="0">
              <a:lnSpc>
                <a:spcPts val="2000"/>
              </a:lnSpc>
              <a:buNone/>
              <a:defRPr sz="18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9" name="Content Placeholder 3"/>
          <p:cNvSpPr>
            <a:spLocks noGrp="1"/>
          </p:cNvSpPr>
          <p:nvPr>
            <p:ph sz="half" idx="13" hasCustomPrompt="1"/>
          </p:nvPr>
        </p:nvSpPr>
        <p:spPr>
          <a:xfrm>
            <a:off x="550863" y="1869761"/>
            <a:ext cx="4999583" cy="4173852"/>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sp>
        <p:nvSpPr>
          <p:cNvPr id="11" name="Text Placeholder 2"/>
          <p:cNvSpPr>
            <a:spLocks noGrp="1"/>
          </p:cNvSpPr>
          <p:nvPr>
            <p:ph type="body" idx="14" hasCustomPrompt="1"/>
          </p:nvPr>
        </p:nvSpPr>
        <p:spPr>
          <a:xfrm>
            <a:off x="5684632" y="1293703"/>
            <a:ext cx="4996068" cy="432049"/>
          </a:xfrm>
          <a:prstGeom prst="rect">
            <a:avLst/>
          </a:prstGeom>
        </p:spPr>
        <p:txBody>
          <a:bodyPr lIns="0" tIns="0" rIns="0" bIns="0" anchor="t" anchorCtr="0">
            <a:noAutofit/>
          </a:bodyPr>
          <a:lstStyle>
            <a:lvl1pPr marL="0" indent="0">
              <a:lnSpc>
                <a:spcPts val="2000"/>
              </a:lnSpc>
              <a:buNone/>
              <a:defRPr sz="18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13" name="Content Placeholder 3"/>
          <p:cNvSpPr>
            <a:spLocks noGrp="1"/>
          </p:cNvSpPr>
          <p:nvPr>
            <p:ph sz="half" idx="15" hasCustomPrompt="1"/>
          </p:nvPr>
        </p:nvSpPr>
        <p:spPr>
          <a:xfrm>
            <a:off x="5681117" y="1869761"/>
            <a:ext cx="4999583" cy="4173852"/>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cxnSp>
        <p:nvCxnSpPr>
          <p:cNvPr id="10" name="Straight Connector 9"/>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3 Column / Title_Content - Conf">
    <p:spTree>
      <p:nvGrpSpPr>
        <p:cNvPr id="1" name=""/>
        <p:cNvGrpSpPr/>
        <p:nvPr/>
      </p:nvGrpSpPr>
      <p:grpSpPr>
        <a:xfrm>
          <a:off x="0" y="0"/>
          <a:ext cx="0" cy="0"/>
          <a:chOff x="0" y="0"/>
          <a:chExt cx="0" cy="0"/>
        </a:xfrm>
      </p:grpSpPr>
      <p:sp>
        <p:nvSpPr>
          <p:cNvPr id="11" name="Content Placeholder 3"/>
          <p:cNvSpPr>
            <a:spLocks noGrp="1"/>
          </p:cNvSpPr>
          <p:nvPr>
            <p:ph sz="half" idx="2" hasCustomPrompt="1"/>
          </p:nvPr>
        </p:nvSpPr>
        <p:spPr>
          <a:xfrm>
            <a:off x="550862" y="1293703"/>
            <a:ext cx="10129837" cy="4749910"/>
          </a:xfrm>
          <a:prstGeom prst="rect">
            <a:avLst/>
          </a:prstGeom>
        </p:spPr>
        <p:txBody>
          <a:bodyPr lIns="90000" numCol="3">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sp>
        <p:nvSpPr>
          <p:cNvPr id="2" name="TextBox 1"/>
          <p:cNvSpPr txBox="1"/>
          <p:nvPr userDrawn="1"/>
        </p:nvSpPr>
        <p:spPr>
          <a:xfrm>
            <a:off x="-3481064" y="-2043608"/>
            <a:ext cx="2376264" cy="215444"/>
          </a:xfrm>
          <a:prstGeom prst="rect">
            <a:avLst/>
          </a:prstGeom>
          <a:noFill/>
        </p:spPr>
        <p:txBody>
          <a:bodyPr wrap="square" lIns="0" tIns="0" rIns="0" bIns="0" numCol="1" spcCol="288000" rtlCol="0">
            <a:spAutoFit/>
          </a:bodyPr>
          <a:lstStyle/>
          <a:p>
            <a:pPr indent="-180000" fontAlgn="auto" latinLnBrk="0">
              <a:spcBef>
                <a:spcPts val="600"/>
              </a:spcBef>
              <a:spcAft>
                <a:spcPts val="0"/>
              </a:spcAft>
            </a:pPr>
            <a:r>
              <a:rPr lang="en-US" sz="1400" b="0" i="0" dirty="0" err="1">
                <a:latin typeface="Source Sans Pro" charset="0"/>
                <a:ea typeface="Source Sans Pro" charset="0"/>
                <a:cs typeface="Source Sans Pro" charset="0"/>
              </a:rPr>
              <a:t>zfegrhtjyufgrtntcvb</a:t>
            </a:r>
            <a:endParaRPr lang="en-US" sz="1400" b="0" i="0" dirty="0">
              <a:latin typeface="Source Sans Pro" charset="0"/>
              <a:ea typeface="Source Sans Pro" charset="0"/>
              <a:cs typeface="Source Sans Pro" charset="0"/>
            </a:endParaRPr>
          </a:p>
        </p:txBody>
      </p:sp>
      <p:cxnSp>
        <p:nvCxnSpPr>
          <p:cNvPr id="9" name="Straight Connector 8"/>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3 Column / Title_Subtitle_Content - Conf">
    <p:spTree>
      <p:nvGrpSpPr>
        <p:cNvPr id="1" name=""/>
        <p:cNvGrpSpPr/>
        <p:nvPr/>
      </p:nvGrpSpPr>
      <p:grpSpPr>
        <a:xfrm>
          <a:off x="0" y="0"/>
          <a:ext cx="0" cy="0"/>
          <a:chOff x="0" y="0"/>
          <a:chExt cx="0" cy="0"/>
        </a:xfrm>
      </p:grpSpPr>
      <p:sp>
        <p:nvSpPr>
          <p:cNvPr id="4" name="Text Placeholder 2"/>
          <p:cNvSpPr>
            <a:spLocks noGrp="1"/>
          </p:cNvSpPr>
          <p:nvPr>
            <p:ph type="body" idx="1" hasCustomPrompt="1"/>
          </p:nvPr>
        </p:nvSpPr>
        <p:spPr>
          <a:xfrm>
            <a:off x="550861" y="1293703"/>
            <a:ext cx="10129838" cy="432049"/>
          </a:xfrm>
          <a:prstGeom prst="rect">
            <a:avLst/>
          </a:prstGeom>
        </p:spPr>
        <p:txBody>
          <a:bodyPr lIns="0" tIns="0" rIns="0" bIns="0" anchor="t" anchorCtr="0">
            <a:noAutofit/>
          </a:bodyPr>
          <a:lstStyle>
            <a:lvl1pPr marL="0" indent="0">
              <a:lnSpc>
                <a:spcPts val="2000"/>
              </a:lnSpc>
              <a:buNone/>
              <a:defRPr sz="14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5" name="Content Placeholder 3"/>
          <p:cNvSpPr>
            <a:spLocks noGrp="1"/>
          </p:cNvSpPr>
          <p:nvPr>
            <p:ph sz="half" idx="11" hasCustomPrompt="1"/>
          </p:nvPr>
        </p:nvSpPr>
        <p:spPr>
          <a:xfrm>
            <a:off x="550863" y="1869760"/>
            <a:ext cx="10129836" cy="4173853"/>
          </a:xfrm>
          <a:prstGeom prst="rect">
            <a:avLst/>
          </a:prstGeom>
        </p:spPr>
        <p:txBody>
          <a:bodyPr lIns="90000" numCol="3">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cxnSp>
        <p:nvCxnSpPr>
          <p:cNvPr id="7" name="Straight Connector 6"/>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3 Columns / Comparison - Conf">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551386" y="1293703"/>
            <a:ext cx="3007790" cy="432049"/>
          </a:xfrm>
          <a:prstGeom prst="rect">
            <a:avLst/>
          </a:prstGeom>
        </p:spPr>
        <p:txBody>
          <a:bodyPr lIns="0" tIns="0" rIns="0" bIns="0" anchor="t" anchorCtr="0">
            <a:noAutofit/>
          </a:bodyPr>
          <a:lstStyle>
            <a:lvl1pPr marL="0" indent="0">
              <a:lnSpc>
                <a:spcPts val="2000"/>
              </a:lnSpc>
              <a:buNone/>
              <a:defRPr sz="18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14" name="Content Placeholder 3"/>
          <p:cNvSpPr>
            <a:spLocks noGrp="1"/>
          </p:cNvSpPr>
          <p:nvPr>
            <p:ph sz="half" idx="11" hasCustomPrompt="1"/>
          </p:nvPr>
        </p:nvSpPr>
        <p:spPr>
          <a:xfrm>
            <a:off x="551385" y="1869760"/>
            <a:ext cx="3007792" cy="4173853"/>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a:p>
            <a:pPr lvl="3"/>
            <a:r>
              <a:rPr lang="en-US" noProof="0" dirty="0"/>
              <a:t>Fourth level</a:t>
            </a:r>
          </a:p>
          <a:p>
            <a:pPr lvl="3"/>
            <a:r>
              <a:rPr lang="en-US" noProof="0" dirty="0"/>
              <a:t>	Fifth level</a:t>
            </a:r>
          </a:p>
        </p:txBody>
      </p:sp>
      <p:cxnSp>
        <p:nvCxnSpPr>
          <p:cNvPr id="11" name="Straight Connector 10"/>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Text Placeholder 2"/>
          <p:cNvSpPr>
            <a:spLocks noGrp="1"/>
          </p:cNvSpPr>
          <p:nvPr>
            <p:ph type="body" idx="16" hasCustomPrompt="1"/>
          </p:nvPr>
        </p:nvSpPr>
        <p:spPr>
          <a:xfrm>
            <a:off x="4149839" y="1293703"/>
            <a:ext cx="3007790" cy="432049"/>
          </a:xfrm>
          <a:prstGeom prst="rect">
            <a:avLst/>
          </a:prstGeom>
        </p:spPr>
        <p:txBody>
          <a:bodyPr lIns="0" tIns="0" rIns="0" bIns="0" anchor="t" anchorCtr="0">
            <a:noAutofit/>
          </a:bodyPr>
          <a:lstStyle>
            <a:lvl1pPr marL="0" indent="0">
              <a:lnSpc>
                <a:spcPts val="2000"/>
              </a:lnSpc>
              <a:buNone/>
              <a:defRPr sz="18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20" name="Content Placeholder 3"/>
          <p:cNvSpPr>
            <a:spLocks noGrp="1"/>
          </p:cNvSpPr>
          <p:nvPr>
            <p:ph sz="half" idx="17" hasCustomPrompt="1"/>
          </p:nvPr>
        </p:nvSpPr>
        <p:spPr>
          <a:xfrm>
            <a:off x="4149838" y="1869760"/>
            <a:ext cx="3007792" cy="4173853"/>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a:p>
            <a:pPr lvl="3"/>
            <a:r>
              <a:rPr lang="en-US" noProof="0" dirty="0"/>
              <a:t>Fourth level</a:t>
            </a:r>
          </a:p>
          <a:p>
            <a:pPr lvl="3"/>
            <a:r>
              <a:rPr lang="en-US" noProof="0" dirty="0"/>
              <a:t>	Fifth level</a:t>
            </a:r>
          </a:p>
        </p:txBody>
      </p:sp>
      <p:sp>
        <p:nvSpPr>
          <p:cNvPr id="23" name="Text Placeholder 2"/>
          <p:cNvSpPr>
            <a:spLocks noGrp="1"/>
          </p:cNvSpPr>
          <p:nvPr>
            <p:ph type="body" idx="18" hasCustomPrompt="1"/>
          </p:nvPr>
        </p:nvSpPr>
        <p:spPr>
          <a:xfrm>
            <a:off x="7680325" y="1293703"/>
            <a:ext cx="3007790" cy="432049"/>
          </a:xfrm>
          <a:prstGeom prst="rect">
            <a:avLst/>
          </a:prstGeom>
        </p:spPr>
        <p:txBody>
          <a:bodyPr lIns="0" tIns="0" rIns="0" bIns="0" anchor="t" anchorCtr="0">
            <a:noAutofit/>
          </a:bodyPr>
          <a:lstStyle>
            <a:lvl1pPr marL="0" indent="0">
              <a:lnSpc>
                <a:spcPts val="2000"/>
              </a:lnSpc>
              <a:buNone/>
              <a:defRPr sz="18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24" name="Content Placeholder 3"/>
          <p:cNvSpPr>
            <a:spLocks noGrp="1"/>
          </p:cNvSpPr>
          <p:nvPr>
            <p:ph sz="half" idx="19" hasCustomPrompt="1"/>
          </p:nvPr>
        </p:nvSpPr>
        <p:spPr>
          <a:xfrm>
            <a:off x="7680324" y="1869760"/>
            <a:ext cx="3007792" cy="4173853"/>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a:p>
            <a:pPr lvl="3"/>
            <a:r>
              <a:rPr lang="en-US" noProof="0" dirty="0"/>
              <a:t>Fourth level</a:t>
            </a:r>
          </a:p>
          <a:p>
            <a:pPr lvl="3"/>
            <a:r>
              <a:rPr lang="en-US" noProof="0" dirty="0"/>
              <a:t>	Fifth level</a:t>
            </a:r>
          </a:p>
        </p:txBody>
      </p:sp>
      <p:sp>
        <p:nvSpPr>
          <p:cNvPr id="25"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Blank - Conf">
    <p:spTree>
      <p:nvGrpSpPr>
        <p:cNvPr id="1" name=""/>
        <p:cNvGrpSpPr/>
        <p:nvPr/>
      </p:nvGrpSpPr>
      <p:grpSpPr>
        <a:xfrm>
          <a:off x="0" y="0"/>
          <a:ext cx="0" cy="0"/>
          <a:chOff x="0" y="0"/>
          <a:chExt cx="0" cy="0"/>
        </a:xfrm>
      </p:grpSpPr>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Introduce Page - Conf">
    <p:spTree>
      <p:nvGrpSpPr>
        <p:cNvPr id="1" name=""/>
        <p:cNvGrpSpPr/>
        <p:nvPr/>
      </p:nvGrpSpPr>
      <p:grpSpPr>
        <a:xfrm>
          <a:off x="0" y="0"/>
          <a:ext cx="0" cy="0"/>
          <a:chOff x="0" y="0"/>
          <a:chExt cx="0" cy="0"/>
        </a:xfrm>
      </p:grpSpPr>
      <p:cxnSp>
        <p:nvCxnSpPr>
          <p:cNvPr id="5" name="Straight Connector 4"/>
          <p:cNvCxnSpPr/>
          <p:nvPr userDrawn="1"/>
        </p:nvCxnSpPr>
        <p:spPr>
          <a:xfrm>
            <a:off x="5663952" y="2132856"/>
            <a:ext cx="864096"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itle Placeholder 1"/>
          <p:cNvSpPr txBox="1">
            <a:spLocks/>
          </p:cNvSpPr>
          <p:nvPr userDrawn="1"/>
        </p:nvSpPr>
        <p:spPr>
          <a:xfrm>
            <a:off x="4145146" y="1455167"/>
            <a:ext cx="3901709" cy="461665"/>
          </a:xfrm>
          <a:prstGeom prst="rect">
            <a:avLst/>
          </a:prstGeom>
        </p:spPr>
        <p:txBody>
          <a:bodyPr vert="horz" wrap="none" lIns="0" tIns="0" rIns="0" bIns="0" numCol="1" rtlCol="0" anchor="b" anchorCtr="1">
            <a:spAutoFit/>
          </a:bodyPr>
          <a:lstStyle>
            <a:lvl1pPr algn="l" defTabSz="914286" rtl="0" eaLnBrk="1" latinLnBrk="0" hangingPunct="1">
              <a:lnSpc>
                <a:spcPts val="3600"/>
              </a:lnSpc>
              <a:spcBef>
                <a:spcPct val="0"/>
              </a:spcBef>
              <a:buNone/>
              <a:defRPr sz="4400" b="0" i="0" kern="1200" cap="small" baseline="0">
                <a:solidFill>
                  <a:schemeClr val="tx1"/>
                </a:solidFill>
                <a:latin typeface="Source Sans Pro" charset="0"/>
                <a:ea typeface="Source Sans Pro" charset="0"/>
                <a:cs typeface="Source Sans Pro" charset="0"/>
              </a:defRPr>
            </a:lvl1pPr>
          </a:lstStyle>
          <a:p>
            <a:pPr algn="ctr"/>
            <a:r>
              <a:rPr lang="en-US" dirty="0"/>
              <a:t>click to edit title</a:t>
            </a:r>
          </a:p>
        </p:txBody>
      </p:sp>
      <p:sp>
        <p:nvSpPr>
          <p:cNvPr id="8" name="Content Placeholder 3"/>
          <p:cNvSpPr>
            <a:spLocks noGrp="1"/>
          </p:cNvSpPr>
          <p:nvPr>
            <p:ph sz="half" idx="11" hasCustomPrompt="1"/>
          </p:nvPr>
        </p:nvSpPr>
        <p:spPr>
          <a:xfrm>
            <a:off x="1031082" y="2479536"/>
            <a:ext cx="10129837" cy="3564077"/>
          </a:xfrm>
          <a:prstGeom prst="rect">
            <a:avLst/>
          </a:prstGeom>
        </p:spPr>
        <p:txBody>
          <a:bodyPr lIns="90000" anchor="t" anchorCtr="1">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Legal - Disclaimer &amp; Confidentiality">
    <p:spTree>
      <p:nvGrpSpPr>
        <p:cNvPr id="1" name=""/>
        <p:cNvGrpSpPr/>
        <p:nvPr/>
      </p:nvGrpSpPr>
      <p:grpSpPr>
        <a:xfrm>
          <a:off x="0" y="0"/>
          <a:ext cx="0" cy="0"/>
          <a:chOff x="0" y="0"/>
          <a:chExt cx="0" cy="0"/>
        </a:xfrm>
      </p:grpSpPr>
      <p:sp>
        <p:nvSpPr>
          <p:cNvPr id="6" name="Rectangle 5"/>
          <p:cNvSpPr/>
          <p:nvPr/>
        </p:nvSpPr>
        <p:spPr>
          <a:xfrm>
            <a:off x="1031082" y="1556791"/>
            <a:ext cx="10129837" cy="461665"/>
          </a:xfrm>
          <a:prstGeom prst="rect">
            <a:avLst/>
          </a:prstGeom>
        </p:spPr>
        <p:txBody>
          <a:bodyPr wrap="square">
            <a:spAutoFit/>
          </a:bodyPr>
          <a:lstStyle/>
          <a:p>
            <a:pPr algn="ctr"/>
            <a:r>
              <a:rPr lang="fr-FR" sz="2400" dirty="0"/>
              <a:t>DISCLAIMER &amp; CONFIDENTIALITY</a:t>
            </a:r>
            <a:endParaRPr lang="en-US" sz="2400" dirty="0"/>
          </a:p>
        </p:txBody>
      </p:sp>
      <p:cxnSp>
        <p:nvCxnSpPr>
          <p:cNvPr id="15" name="Straight Connector 14"/>
          <p:cNvCxnSpPr/>
          <p:nvPr/>
        </p:nvCxnSpPr>
        <p:spPr>
          <a:xfrm>
            <a:off x="5663952" y="2132856"/>
            <a:ext cx="864096"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Rectangle 4"/>
          <p:cNvSpPr/>
          <p:nvPr userDrawn="1"/>
        </p:nvSpPr>
        <p:spPr>
          <a:xfrm>
            <a:off x="1031082" y="1556791"/>
            <a:ext cx="10129837" cy="461665"/>
          </a:xfrm>
          <a:prstGeom prst="rect">
            <a:avLst/>
          </a:prstGeom>
        </p:spPr>
        <p:txBody>
          <a:bodyPr wrap="square">
            <a:spAutoFit/>
          </a:bodyPr>
          <a:lstStyle/>
          <a:p>
            <a:pPr algn="ctr"/>
            <a:r>
              <a:rPr lang="fr-FR" sz="2400" dirty="0"/>
              <a:t>DISCLAIMER &amp; CONFIDENTIALITY</a:t>
            </a:r>
            <a:endParaRPr lang="en-US" sz="2400" dirty="0"/>
          </a:p>
        </p:txBody>
      </p:sp>
      <p:cxnSp>
        <p:nvCxnSpPr>
          <p:cNvPr id="8" name="Straight Connector 7"/>
          <p:cNvCxnSpPr/>
          <p:nvPr userDrawn="1"/>
        </p:nvCxnSpPr>
        <p:spPr>
          <a:xfrm>
            <a:off x="5663952" y="2132856"/>
            <a:ext cx="864096"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p:cNvSpPr txBox="1"/>
          <p:nvPr userDrawn="1"/>
        </p:nvSpPr>
        <p:spPr>
          <a:xfrm>
            <a:off x="1031082" y="2479536"/>
            <a:ext cx="10129837" cy="2970044"/>
          </a:xfrm>
          <a:prstGeom prst="rect">
            <a:avLst/>
          </a:prstGeom>
          <a:noFill/>
        </p:spPr>
        <p:txBody>
          <a:bodyPr vert="horz" wrap="square" lIns="0" tIns="0" rIns="0" bIns="0" numCol="1" spcCol="288000" rtlCol="0" anchor="t" anchorCtr="0">
            <a:spAutoFit/>
          </a:bodyPr>
          <a:lstStyle/>
          <a:p>
            <a:pPr marL="0" marR="0" indent="0" algn="ctr" defTabSz="914377" rtl="0" eaLnBrk="1" fontAlgn="auto" latinLnBrk="0" hangingPunct="1">
              <a:lnSpc>
                <a:spcPct val="100000"/>
              </a:lnSpc>
              <a:spcBef>
                <a:spcPts val="0"/>
              </a:spcBef>
              <a:spcAft>
                <a:spcPts val="600"/>
              </a:spcAft>
              <a:buClrTx/>
              <a:buSzTx/>
              <a:buFontTx/>
              <a:buNone/>
              <a:tabLst/>
              <a:defRPr/>
            </a:pPr>
            <a:r>
              <a:rPr lang="en-US" sz="1400" b="0" i="0" kern="1200" spc="0" dirty="0">
                <a:ln>
                  <a:noFill/>
                </a:ln>
                <a:solidFill>
                  <a:schemeClr val="tx2"/>
                </a:solidFill>
                <a:latin typeface="Source Sans Pro Light" charset="0"/>
                <a:ea typeface="Source Sans Pro Light" charset="0"/>
                <a:cs typeface="Source Sans Pro Light" charset="0"/>
              </a:rPr>
              <a:t>All rights reserved. Information, technical data and tutorials contained in this document are confidential and proprietary under copyright Law of Industrial Smart Software Technology (</a:t>
            </a:r>
            <a:r>
              <a:rPr lang="en-US" sz="1400" b="0" i="0" kern="1200" spc="0" dirty="0" err="1">
                <a:ln>
                  <a:noFill/>
                </a:ln>
                <a:solidFill>
                  <a:schemeClr val="tx2"/>
                </a:solidFill>
                <a:latin typeface="Source Sans Pro Light" charset="0"/>
                <a:ea typeface="Source Sans Pro Light" charset="0"/>
                <a:cs typeface="Source Sans Pro Light" charset="0"/>
              </a:rPr>
              <a:t>MicroEJ</a:t>
            </a:r>
            <a:r>
              <a:rPr lang="en-US" sz="1400" b="0" i="0" kern="1200" spc="0" dirty="0">
                <a:ln>
                  <a:noFill/>
                </a:ln>
                <a:solidFill>
                  <a:schemeClr val="tx2"/>
                </a:solidFill>
                <a:latin typeface="Source Sans Pro Light" charset="0"/>
                <a:ea typeface="Source Sans Pro Light" charset="0"/>
                <a:cs typeface="Source Sans Pro Light" charset="0"/>
              </a:rPr>
              <a:t> S.A.) operating under the brand name </a:t>
            </a:r>
            <a:r>
              <a:rPr lang="en-US" sz="1400" b="0" i="0" kern="1200" spc="0" dirty="0" err="1">
                <a:ln>
                  <a:noFill/>
                </a:ln>
                <a:solidFill>
                  <a:schemeClr val="tx2"/>
                </a:solidFill>
                <a:latin typeface="Source Sans Pro Light" charset="0"/>
                <a:ea typeface="Source Sans Pro Light" charset="0"/>
                <a:cs typeface="Source Sans Pro Light" charset="0"/>
              </a:rPr>
              <a:t>MicroEJ</a:t>
            </a:r>
            <a:r>
              <a:rPr lang="en-US" sz="1400" b="0" i="0" kern="1200" spc="0" dirty="0">
                <a:ln>
                  <a:noFill/>
                </a:ln>
                <a:solidFill>
                  <a:schemeClr val="tx2"/>
                </a:solidFill>
                <a:latin typeface="Source Sans Pro Light" charset="0"/>
                <a:ea typeface="Source Sans Pro Light" charset="0"/>
                <a:cs typeface="Source Sans Pro Light" charset="0"/>
              </a:rPr>
              <a:t>®. Without written permission from </a:t>
            </a:r>
            <a:r>
              <a:rPr lang="en-US" sz="1400" b="0" i="0" kern="1200" spc="0" dirty="0" err="1">
                <a:ln>
                  <a:noFill/>
                </a:ln>
                <a:solidFill>
                  <a:schemeClr val="tx2"/>
                </a:solidFill>
                <a:latin typeface="Source Sans Pro Light" charset="0"/>
                <a:ea typeface="Source Sans Pro Light" charset="0"/>
                <a:cs typeface="Source Sans Pro Light" charset="0"/>
              </a:rPr>
              <a:t>MicroEJ</a:t>
            </a:r>
            <a:r>
              <a:rPr lang="en-US" sz="1400" b="0" i="0" kern="1200" spc="0" dirty="0">
                <a:ln>
                  <a:noFill/>
                </a:ln>
                <a:solidFill>
                  <a:schemeClr val="tx2"/>
                </a:solidFill>
                <a:latin typeface="Source Sans Pro Light" charset="0"/>
                <a:ea typeface="Source Sans Pro Light" charset="0"/>
                <a:cs typeface="Source Sans Pro Light" charset="0"/>
              </a:rPr>
              <a:t> S.A., copying or sending parts of the document or the entire document by any means to third parties is not permitted. Granted authorizations for using parts of the document or the entire document do not mean </a:t>
            </a:r>
            <a:r>
              <a:rPr lang="en-US" sz="1400" b="0" i="0" kern="1200" spc="0" dirty="0" err="1">
                <a:ln>
                  <a:noFill/>
                </a:ln>
                <a:solidFill>
                  <a:schemeClr val="tx2"/>
                </a:solidFill>
                <a:latin typeface="Source Sans Pro Light" charset="0"/>
                <a:ea typeface="Source Sans Pro Light" charset="0"/>
                <a:cs typeface="Source Sans Pro Light" charset="0"/>
              </a:rPr>
              <a:t>MicroEJ</a:t>
            </a:r>
            <a:r>
              <a:rPr lang="en-US" sz="1400" b="0" i="0" kern="1200" spc="0" dirty="0">
                <a:ln>
                  <a:noFill/>
                </a:ln>
                <a:solidFill>
                  <a:schemeClr val="tx2"/>
                </a:solidFill>
                <a:latin typeface="Source Sans Pro Light" charset="0"/>
                <a:ea typeface="Source Sans Pro Light" charset="0"/>
                <a:cs typeface="Source Sans Pro Light" charset="0"/>
              </a:rPr>
              <a:t> S.A. gives public full access rights.</a:t>
            </a:r>
          </a:p>
          <a:p>
            <a:pPr marL="0" algn="ctr" defTabSz="914377" rtl="0" eaLnBrk="1" latinLnBrk="0" hangingPunct="1">
              <a:spcBef>
                <a:spcPts val="0"/>
              </a:spcBef>
              <a:spcAft>
                <a:spcPts val="600"/>
              </a:spcAft>
            </a:pPr>
            <a:endParaRPr lang="en-US" sz="1400" b="0" i="0" kern="1200" spc="0" dirty="0">
              <a:ln>
                <a:noFill/>
              </a:ln>
              <a:solidFill>
                <a:schemeClr val="tx2"/>
              </a:solidFill>
              <a:latin typeface="Source Sans Pro Light" charset="0"/>
              <a:ea typeface="Source Sans Pro Light" charset="0"/>
              <a:cs typeface="Source Sans Pro Light" charset="0"/>
            </a:endParaRPr>
          </a:p>
          <a:p>
            <a:pPr marL="0" algn="ctr" defTabSz="914377" rtl="0" eaLnBrk="1" latinLnBrk="0" hangingPunct="1">
              <a:spcBef>
                <a:spcPts val="0"/>
              </a:spcBef>
              <a:spcAft>
                <a:spcPts val="600"/>
              </a:spcAft>
            </a:pPr>
            <a:r>
              <a:rPr lang="en-US" sz="1400" b="0" i="0" kern="1200" spc="0" dirty="0">
                <a:ln>
                  <a:noFill/>
                </a:ln>
                <a:solidFill>
                  <a:schemeClr val="tx2"/>
                </a:solidFill>
                <a:latin typeface="Source Sans Pro Light" charset="0"/>
                <a:ea typeface="Source Sans Pro Light" charset="0"/>
                <a:cs typeface="Source Sans Pro Light" charset="0"/>
              </a:rPr>
              <a:t>The information contained herein is not warranted to be error-free.</a:t>
            </a:r>
          </a:p>
          <a:p>
            <a:pPr marL="0" algn="ctr" defTabSz="914377" rtl="0" eaLnBrk="1" latinLnBrk="0" hangingPunct="1">
              <a:spcBef>
                <a:spcPts val="0"/>
              </a:spcBef>
              <a:spcAft>
                <a:spcPts val="600"/>
              </a:spcAft>
            </a:pPr>
            <a:r>
              <a:rPr lang="en-US" sz="1400" b="0" i="0" kern="1200" spc="0" dirty="0">
                <a:ln>
                  <a:noFill/>
                </a:ln>
                <a:solidFill>
                  <a:schemeClr val="tx2"/>
                </a:solidFill>
                <a:latin typeface="Source Sans Pro Light" charset="0"/>
                <a:ea typeface="Source Sans Pro Light" charset="0"/>
                <a:cs typeface="Source Sans Pro Light" charset="0"/>
              </a:rPr>
              <a:t>IS2T® and </a:t>
            </a:r>
            <a:r>
              <a:rPr lang="en-US" sz="1400" b="0" i="0" kern="1200" spc="0" dirty="0" err="1">
                <a:ln>
                  <a:noFill/>
                </a:ln>
                <a:solidFill>
                  <a:schemeClr val="tx2"/>
                </a:solidFill>
                <a:latin typeface="Source Sans Pro Light" charset="0"/>
                <a:ea typeface="Source Sans Pro Light" charset="0"/>
                <a:cs typeface="Source Sans Pro Light" charset="0"/>
              </a:rPr>
              <a:t>MicroEJ</a:t>
            </a:r>
            <a:r>
              <a:rPr lang="en-US" sz="1400" b="0" i="0" kern="1200" spc="0" dirty="0">
                <a:ln>
                  <a:noFill/>
                </a:ln>
                <a:solidFill>
                  <a:schemeClr val="tx2"/>
                </a:solidFill>
                <a:latin typeface="Source Sans Pro Light" charset="0"/>
                <a:ea typeface="Source Sans Pro Light" charset="0"/>
                <a:cs typeface="Source Sans Pro Light" charset="0"/>
              </a:rPr>
              <a:t>® and all relative logos are trademarks or registered trademarks of IS2T S.A. in France and other Countries.</a:t>
            </a:r>
          </a:p>
          <a:p>
            <a:pPr marL="0" algn="ctr" defTabSz="914377" rtl="0" eaLnBrk="1" latinLnBrk="0" hangingPunct="1">
              <a:spcBef>
                <a:spcPts val="0"/>
              </a:spcBef>
              <a:spcAft>
                <a:spcPts val="600"/>
              </a:spcAft>
            </a:pPr>
            <a:r>
              <a:rPr lang="en-US" sz="1400" b="0" i="0" kern="1200" spc="0" dirty="0">
                <a:ln>
                  <a:noFill/>
                </a:ln>
                <a:solidFill>
                  <a:schemeClr val="tx2"/>
                </a:solidFill>
                <a:latin typeface="Source Sans Pro Light" charset="0"/>
                <a:ea typeface="Source Sans Pro Light" charset="0"/>
                <a:cs typeface="Source Sans Pro Light" charset="0"/>
              </a:rPr>
              <a:t>Java™ is Sun Microsystems’ trademark for a technology for developing application software and deploying it in cross-VEE Port, networked environments. When it is used in this site without adding the “™” symbol, it includes implementations of the technology by companies other than Sun. Java™, all Java-based marks and all related logos are trademarks or registered trademarks of Sun Microsystems </a:t>
            </a:r>
            <a:r>
              <a:rPr lang="en-US" sz="1400" b="0" i="0" kern="1200" spc="0" dirty="0" err="1">
                <a:ln>
                  <a:noFill/>
                </a:ln>
                <a:solidFill>
                  <a:schemeClr val="tx2"/>
                </a:solidFill>
                <a:latin typeface="Source Sans Pro Light" charset="0"/>
                <a:ea typeface="Source Sans Pro Light" charset="0"/>
                <a:cs typeface="Source Sans Pro Light" charset="0"/>
              </a:rPr>
              <a:t>Inc</a:t>
            </a:r>
            <a:r>
              <a:rPr lang="en-US" sz="1400" b="0" i="0" kern="1200" spc="0" dirty="0">
                <a:ln>
                  <a:noFill/>
                </a:ln>
                <a:solidFill>
                  <a:schemeClr val="tx2"/>
                </a:solidFill>
                <a:latin typeface="Source Sans Pro Light" charset="0"/>
                <a:ea typeface="Source Sans Pro Light" charset="0"/>
                <a:cs typeface="Source Sans Pro Light" charset="0"/>
              </a:rPr>
              <a:t>, in the United States and other Countries.</a:t>
            </a:r>
          </a:p>
          <a:p>
            <a:pPr marL="0" algn="ctr" defTabSz="914377" rtl="0" eaLnBrk="1" latinLnBrk="0" hangingPunct="1">
              <a:spcBef>
                <a:spcPts val="0"/>
              </a:spcBef>
              <a:spcAft>
                <a:spcPts val="600"/>
              </a:spcAft>
            </a:pPr>
            <a:r>
              <a:rPr lang="en-US" sz="1400" b="0" i="0" kern="1200" spc="0" dirty="0">
                <a:ln>
                  <a:noFill/>
                </a:ln>
                <a:solidFill>
                  <a:schemeClr val="tx2"/>
                </a:solidFill>
                <a:latin typeface="Source Sans Pro Light" charset="0"/>
                <a:ea typeface="Source Sans Pro Light" charset="0"/>
                <a:cs typeface="Source Sans Pro Light" charset="0"/>
              </a:rPr>
              <a:t>Other trademarks are proprietary of their respective owners.</a:t>
            </a: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cSld name="END Slider - Conf">
    <p:spTree>
      <p:nvGrpSpPr>
        <p:cNvPr id="1" name=""/>
        <p:cNvGrpSpPr/>
        <p:nvPr/>
      </p:nvGrpSpPr>
      <p:grpSpPr>
        <a:xfrm>
          <a:off x="0" y="0"/>
          <a:ext cx="0" cy="0"/>
          <a:chOff x="0" y="0"/>
          <a:chExt cx="0" cy="0"/>
        </a:xfrm>
      </p:grpSpPr>
      <p:sp>
        <p:nvSpPr>
          <p:cNvPr id="5" name="Rectangle 1"/>
          <p:cNvSpPr/>
          <p:nvPr/>
        </p:nvSpPr>
        <p:spPr>
          <a:xfrm rot="1800000">
            <a:off x="4954333" y="-1094769"/>
            <a:ext cx="8109376" cy="10728642"/>
          </a:xfrm>
          <a:custGeom>
            <a:avLst/>
            <a:gdLst>
              <a:gd name="connsiteX0" fmla="*/ 0 w 4673328"/>
              <a:gd name="connsiteY0" fmla="*/ 0 h 12601313"/>
              <a:gd name="connsiteX1" fmla="*/ 4673328 w 4673328"/>
              <a:gd name="connsiteY1" fmla="*/ 0 h 12601313"/>
              <a:gd name="connsiteX2" fmla="*/ 4673328 w 4673328"/>
              <a:gd name="connsiteY2" fmla="*/ 12601313 h 12601313"/>
              <a:gd name="connsiteX3" fmla="*/ 0 w 4673328"/>
              <a:gd name="connsiteY3" fmla="*/ 12601313 h 12601313"/>
              <a:gd name="connsiteX4" fmla="*/ 0 w 4673328"/>
              <a:gd name="connsiteY4" fmla="*/ 0 h 12601313"/>
              <a:gd name="connsiteX0" fmla="*/ 0 w 4682599"/>
              <a:gd name="connsiteY0" fmla="*/ 0 h 12601313"/>
              <a:gd name="connsiteX1" fmla="*/ 4673328 w 4682599"/>
              <a:gd name="connsiteY1" fmla="*/ 0 h 12601313"/>
              <a:gd name="connsiteX2" fmla="*/ 4682599 w 4682599"/>
              <a:gd name="connsiteY2" fmla="*/ 9540063 h 12601313"/>
              <a:gd name="connsiteX3" fmla="*/ 0 w 4682599"/>
              <a:gd name="connsiteY3" fmla="*/ 12601313 h 12601313"/>
              <a:gd name="connsiteX4" fmla="*/ 0 w 4682599"/>
              <a:gd name="connsiteY4" fmla="*/ 0 h 12601313"/>
              <a:gd name="connsiteX0" fmla="*/ 5974 w 4688573"/>
              <a:gd name="connsiteY0" fmla="*/ 0 h 12239273"/>
              <a:gd name="connsiteX1" fmla="*/ 4679302 w 4688573"/>
              <a:gd name="connsiteY1" fmla="*/ 0 h 12239273"/>
              <a:gd name="connsiteX2" fmla="*/ 4688573 w 4688573"/>
              <a:gd name="connsiteY2" fmla="*/ 9540063 h 12239273"/>
              <a:gd name="connsiteX3" fmla="*/ 0 w 4688573"/>
              <a:gd name="connsiteY3" fmla="*/ 12239273 h 12239273"/>
              <a:gd name="connsiteX4" fmla="*/ 5974 w 4688573"/>
              <a:gd name="connsiteY4" fmla="*/ 0 h 12239273"/>
              <a:gd name="connsiteX0" fmla="*/ 5974 w 4688573"/>
              <a:gd name="connsiteY0" fmla="*/ 0 h 12239273"/>
              <a:gd name="connsiteX1" fmla="*/ 4676822 w 4688573"/>
              <a:gd name="connsiteY1" fmla="*/ 1402474 h 12239273"/>
              <a:gd name="connsiteX2" fmla="*/ 4688573 w 4688573"/>
              <a:gd name="connsiteY2" fmla="*/ 9540063 h 12239273"/>
              <a:gd name="connsiteX3" fmla="*/ 0 w 4688573"/>
              <a:gd name="connsiteY3" fmla="*/ 12239273 h 12239273"/>
              <a:gd name="connsiteX4" fmla="*/ 5974 w 4688573"/>
              <a:gd name="connsiteY4" fmla="*/ 0 h 12239273"/>
              <a:gd name="connsiteX0" fmla="*/ 650 w 4688647"/>
              <a:gd name="connsiteY0" fmla="*/ 2773313 h 10836799"/>
              <a:gd name="connsiteX1" fmla="*/ 4676896 w 4688647"/>
              <a:gd name="connsiteY1" fmla="*/ 0 h 10836799"/>
              <a:gd name="connsiteX2" fmla="*/ 4688647 w 4688647"/>
              <a:gd name="connsiteY2" fmla="*/ 8137589 h 10836799"/>
              <a:gd name="connsiteX3" fmla="*/ 74 w 4688647"/>
              <a:gd name="connsiteY3" fmla="*/ 10836799 h 10836799"/>
              <a:gd name="connsiteX4" fmla="*/ 650 w 4688647"/>
              <a:gd name="connsiteY4" fmla="*/ 2773313 h 10836799"/>
              <a:gd name="connsiteX0" fmla="*/ 650 w 4688647"/>
              <a:gd name="connsiteY0" fmla="*/ 2740720 h 10804206"/>
              <a:gd name="connsiteX1" fmla="*/ 4662974 w 4688647"/>
              <a:gd name="connsiteY1" fmla="*/ 0 h 10804206"/>
              <a:gd name="connsiteX2" fmla="*/ 4688647 w 4688647"/>
              <a:gd name="connsiteY2" fmla="*/ 8104996 h 10804206"/>
              <a:gd name="connsiteX3" fmla="*/ 74 w 4688647"/>
              <a:gd name="connsiteY3" fmla="*/ 10804206 h 10804206"/>
              <a:gd name="connsiteX4" fmla="*/ 650 w 4688647"/>
              <a:gd name="connsiteY4" fmla="*/ 2740720 h 10804206"/>
              <a:gd name="connsiteX0" fmla="*/ 650 w 4688647"/>
              <a:gd name="connsiteY0" fmla="*/ 2414351 h 10477837"/>
              <a:gd name="connsiteX1" fmla="*/ 4622225 w 4688647"/>
              <a:gd name="connsiteY1" fmla="*/ 0 h 10477837"/>
              <a:gd name="connsiteX2" fmla="*/ 4688647 w 4688647"/>
              <a:gd name="connsiteY2" fmla="*/ 7778627 h 10477837"/>
              <a:gd name="connsiteX3" fmla="*/ 74 w 4688647"/>
              <a:gd name="connsiteY3" fmla="*/ 10477837 h 10477837"/>
              <a:gd name="connsiteX4" fmla="*/ 650 w 4688647"/>
              <a:gd name="connsiteY4" fmla="*/ 2414351 h 10477837"/>
              <a:gd name="connsiteX0" fmla="*/ 650 w 4688647"/>
              <a:gd name="connsiteY0" fmla="*/ 2665156 h 10728642"/>
              <a:gd name="connsiteX1" fmla="*/ 4673861 w 4688647"/>
              <a:gd name="connsiteY1" fmla="*/ 0 h 10728642"/>
              <a:gd name="connsiteX2" fmla="*/ 4688647 w 4688647"/>
              <a:gd name="connsiteY2" fmla="*/ 8029432 h 10728642"/>
              <a:gd name="connsiteX3" fmla="*/ 74 w 4688647"/>
              <a:gd name="connsiteY3" fmla="*/ 10728642 h 10728642"/>
              <a:gd name="connsiteX4" fmla="*/ 650 w 4688647"/>
              <a:gd name="connsiteY4" fmla="*/ 2665156 h 10728642"/>
              <a:gd name="connsiteX0" fmla="*/ 650 w 8109376"/>
              <a:gd name="connsiteY0" fmla="*/ 2665156 h 10728642"/>
              <a:gd name="connsiteX1" fmla="*/ 4673861 w 8109376"/>
              <a:gd name="connsiteY1" fmla="*/ 0 h 10728642"/>
              <a:gd name="connsiteX2" fmla="*/ 8109376 w 8109376"/>
              <a:gd name="connsiteY2" fmla="*/ 6035100 h 10728642"/>
              <a:gd name="connsiteX3" fmla="*/ 74 w 8109376"/>
              <a:gd name="connsiteY3" fmla="*/ 10728642 h 10728642"/>
              <a:gd name="connsiteX4" fmla="*/ 650 w 8109376"/>
              <a:gd name="connsiteY4" fmla="*/ 2665156 h 10728642"/>
              <a:gd name="connsiteX0" fmla="*/ 650 w 8109376"/>
              <a:gd name="connsiteY0" fmla="*/ 2665156 h 10728642"/>
              <a:gd name="connsiteX1" fmla="*/ 4673861 w 8109376"/>
              <a:gd name="connsiteY1" fmla="*/ 0 h 10728642"/>
              <a:gd name="connsiteX2" fmla="*/ 8109376 w 8109376"/>
              <a:gd name="connsiteY2" fmla="*/ 6035100 h 10728642"/>
              <a:gd name="connsiteX3" fmla="*/ 74 w 8109376"/>
              <a:gd name="connsiteY3" fmla="*/ 10728642 h 10728642"/>
              <a:gd name="connsiteX4" fmla="*/ 650 w 8109376"/>
              <a:gd name="connsiteY4" fmla="*/ 2665156 h 10728642"/>
              <a:gd name="connsiteX0" fmla="*/ 650 w 8109376"/>
              <a:gd name="connsiteY0" fmla="*/ 2665156 h 10728642"/>
              <a:gd name="connsiteX1" fmla="*/ 4673861 w 8109376"/>
              <a:gd name="connsiteY1" fmla="*/ 0 h 10728642"/>
              <a:gd name="connsiteX2" fmla="*/ 8109376 w 8109376"/>
              <a:gd name="connsiteY2" fmla="*/ 6035100 h 10728642"/>
              <a:gd name="connsiteX3" fmla="*/ 74 w 8109376"/>
              <a:gd name="connsiteY3" fmla="*/ 10728642 h 10728642"/>
              <a:gd name="connsiteX4" fmla="*/ 650 w 8109376"/>
              <a:gd name="connsiteY4" fmla="*/ 2665156 h 10728642"/>
              <a:gd name="connsiteX0" fmla="*/ 650 w 8109376"/>
              <a:gd name="connsiteY0" fmla="*/ 2665156 h 10728642"/>
              <a:gd name="connsiteX1" fmla="*/ 4673861 w 8109376"/>
              <a:gd name="connsiteY1" fmla="*/ 0 h 10728642"/>
              <a:gd name="connsiteX2" fmla="*/ 8109376 w 8109376"/>
              <a:gd name="connsiteY2" fmla="*/ 6035100 h 10728642"/>
              <a:gd name="connsiteX3" fmla="*/ 74 w 8109376"/>
              <a:gd name="connsiteY3" fmla="*/ 10728642 h 10728642"/>
              <a:gd name="connsiteX4" fmla="*/ 650 w 8109376"/>
              <a:gd name="connsiteY4" fmla="*/ 2665156 h 107286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09376" h="10728642">
                <a:moveTo>
                  <a:pt x="650" y="2665156"/>
                </a:moveTo>
                <a:lnTo>
                  <a:pt x="4673861" y="0"/>
                </a:lnTo>
                <a:cubicBezTo>
                  <a:pt x="5668654" y="1793772"/>
                  <a:pt x="7081028" y="4183207"/>
                  <a:pt x="8109376" y="6035100"/>
                </a:cubicBezTo>
                <a:lnTo>
                  <a:pt x="74" y="10728642"/>
                </a:lnTo>
                <a:cubicBezTo>
                  <a:pt x="2065" y="6648884"/>
                  <a:pt x="-1341" y="6744914"/>
                  <a:pt x="650" y="2665156"/>
                </a:cubicBezTo>
                <a:close/>
              </a:path>
            </a:pathLst>
          </a:custGeom>
          <a:solidFill>
            <a:srgbClr val="E642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31493" y="3140968"/>
            <a:ext cx="3155056" cy="1012772"/>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083" y="1700808"/>
            <a:ext cx="3663604" cy="3657510"/>
          </a:xfrm>
          <a:prstGeom prst="rect">
            <a:avLst/>
          </a:prstGeom>
        </p:spPr>
      </p:pic>
      <p:sp>
        <p:nvSpPr>
          <p:cNvPr id="8" name="Title 51"/>
          <p:cNvSpPr txBox="1">
            <a:spLocks/>
          </p:cNvSpPr>
          <p:nvPr/>
        </p:nvSpPr>
        <p:spPr>
          <a:xfrm>
            <a:off x="623392" y="836712"/>
            <a:ext cx="7018635" cy="1008112"/>
          </a:xfrm>
          <a:prstGeom prst="rect">
            <a:avLst/>
          </a:prstGeom>
        </p:spPr>
        <p:txBody>
          <a:bodyPr/>
          <a:lstStyle>
            <a:lvl1pPr algn="l" defTabSz="914286" rtl="0" eaLnBrk="1" latinLnBrk="0" hangingPunct="1">
              <a:spcBef>
                <a:spcPct val="0"/>
              </a:spcBef>
              <a:buNone/>
              <a:defRPr sz="3600" b="0" i="0" kern="1200" cap="small" baseline="0">
                <a:solidFill>
                  <a:schemeClr val="tx1"/>
                </a:solidFill>
                <a:latin typeface="+mj-lt"/>
                <a:ea typeface="Calibri Light" charset="0"/>
                <a:cs typeface="Calibri Light" charset="0"/>
              </a:defRPr>
            </a:lvl1pPr>
          </a:lstStyle>
          <a:p>
            <a:r>
              <a:rPr lang="en-US" sz="8000" b="0" i="1" spc="600" dirty="0">
                <a:latin typeface="Source Sans Pro ExtraLight" charset="0"/>
                <a:ea typeface="Source Sans Pro ExtraLight" charset="0"/>
                <a:cs typeface="Source Sans Pro ExtraLight" charset="0"/>
              </a:rPr>
              <a:t>Thank you </a:t>
            </a:r>
          </a:p>
        </p:txBody>
      </p:sp>
      <p:sp>
        <p:nvSpPr>
          <p:cNvPr id="9" name="Rectangle 8"/>
          <p:cNvSpPr/>
          <p:nvPr/>
        </p:nvSpPr>
        <p:spPr>
          <a:xfrm>
            <a:off x="2495600" y="1988839"/>
            <a:ext cx="2698175" cy="369332"/>
          </a:xfrm>
          <a:prstGeom prst="rect">
            <a:avLst/>
          </a:prstGeom>
        </p:spPr>
        <p:txBody>
          <a:bodyPr wrap="none">
            <a:spAutoFit/>
          </a:bodyPr>
          <a:lstStyle/>
          <a:p>
            <a:r>
              <a:rPr lang="en-US" b="0" i="1" spc="300" dirty="0">
                <a:latin typeface="Source Sans Pro Light" charset="0"/>
                <a:ea typeface="Source Sans Pro Light" charset="0"/>
                <a:cs typeface="Source Sans Pro Light" charset="0"/>
              </a:rPr>
              <a:t>for your attention !</a:t>
            </a:r>
          </a:p>
        </p:txBody>
      </p:sp>
      <p:sp>
        <p:nvSpPr>
          <p:cNvPr id="10" name="Rectangle 1"/>
          <p:cNvSpPr/>
          <p:nvPr userDrawn="1"/>
        </p:nvSpPr>
        <p:spPr>
          <a:xfrm rot="1800000">
            <a:off x="4954333" y="-1094769"/>
            <a:ext cx="8109376" cy="10728642"/>
          </a:xfrm>
          <a:custGeom>
            <a:avLst/>
            <a:gdLst>
              <a:gd name="connsiteX0" fmla="*/ 0 w 4673328"/>
              <a:gd name="connsiteY0" fmla="*/ 0 h 12601313"/>
              <a:gd name="connsiteX1" fmla="*/ 4673328 w 4673328"/>
              <a:gd name="connsiteY1" fmla="*/ 0 h 12601313"/>
              <a:gd name="connsiteX2" fmla="*/ 4673328 w 4673328"/>
              <a:gd name="connsiteY2" fmla="*/ 12601313 h 12601313"/>
              <a:gd name="connsiteX3" fmla="*/ 0 w 4673328"/>
              <a:gd name="connsiteY3" fmla="*/ 12601313 h 12601313"/>
              <a:gd name="connsiteX4" fmla="*/ 0 w 4673328"/>
              <a:gd name="connsiteY4" fmla="*/ 0 h 12601313"/>
              <a:gd name="connsiteX0" fmla="*/ 0 w 4682599"/>
              <a:gd name="connsiteY0" fmla="*/ 0 h 12601313"/>
              <a:gd name="connsiteX1" fmla="*/ 4673328 w 4682599"/>
              <a:gd name="connsiteY1" fmla="*/ 0 h 12601313"/>
              <a:gd name="connsiteX2" fmla="*/ 4682599 w 4682599"/>
              <a:gd name="connsiteY2" fmla="*/ 9540063 h 12601313"/>
              <a:gd name="connsiteX3" fmla="*/ 0 w 4682599"/>
              <a:gd name="connsiteY3" fmla="*/ 12601313 h 12601313"/>
              <a:gd name="connsiteX4" fmla="*/ 0 w 4682599"/>
              <a:gd name="connsiteY4" fmla="*/ 0 h 12601313"/>
              <a:gd name="connsiteX0" fmla="*/ 5974 w 4688573"/>
              <a:gd name="connsiteY0" fmla="*/ 0 h 12239273"/>
              <a:gd name="connsiteX1" fmla="*/ 4679302 w 4688573"/>
              <a:gd name="connsiteY1" fmla="*/ 0 h 12239273"/>
              <a:gd name="connsiteX2" fmla="*/ 4688573 w 4688573"/>
              <a:gd name="connsiteY2" fmla="*/ 9540063 h 12239273"/>
              <a:gd name="connsiteX3" fmla="*/ 0 w 4688573"/>
              <a:gd name="connsiteY3" fmla="*/ 12239273 h 12239273"/>
              <a:gd name="connsiteX4" fmla="*/ 5974 w 4688573"/>
              <a:gd name="connsiteY4" fmla="*/ 0 h 12239273"/>
              <a:gd name="connsiteX0" fmla="*/ 5974 w 4688573"/>
              <a:gd name="connsiteY0" fmla="*/ 0 h 12239273"/>
              <a:gd name="connsiteX1" fmla="*/ 4676822 w 4688573"/>
              <a:gd name="connsiteY1" fmla="*/ 1402474 h 12239273"/>
              <a:gd name="connsiteX2" fmla="*/ 4688573 w 4688573"/>
              <a:gd name="connsiteY2" fmla="*/ 9540063 h 12239273"/>
              <a:gd name="connsiteX3" fmla="*/ 0 w 4688573"/>
              <a:gd name="connsiteY3" fmla="*/ 12239273 h 12239273"/>
              <a:gd name="connsiteX4" fmla="*/ 5974 w 4688573"/>
              <a:gd name="connsiteY4" fmla="*/ 0 h 12239273"/>
              <a:gd name="connsiteX0" fmla="*/ 650 w 4688647"/>
              <a:gd name="connsiteY0" fmla="*/ 2773313 h 10836799"/>
              <a:gd name="connsiteX1" fmla="*/ 4676896 w 4688647"/>
              <a:gd name="connsiteY1" fmla="*/ 0 h 10836799"/>
              <a:gd name="connsiteX2" fmla="*/ 4688647 w 4688647"/>
              <a:gd name="connsiteY2" fmla="*/ 8137589 h 10836799"/>
              <a:gd name="connsiteX3" fmla="*/ 74 w 4688647"/>
              <a:gd name="connsiteY3" fmla="*/ 10836799 h 10836799"/>
              <a:gd name="connsiteX4" fmla="*/ 650 w 4688647"/>
              <a:gd name="connsiteY4" fmla="*/ 2773313 h 10836799"/>
              <a:gd name="connsiteX0" fmla="*/ 650 w 4688647"/>
              <a:gd name="connsiteY0" fmla="*/ 2740720 h 10804206"/>
              <a:gd name="connsiteX1" fmla="*/ 4662974 w 4688647"/>
              <a:gd name="connsiteY1" fmla="*/ 0 h 10804206"/>
              <a:gd name="connsiteX2" fmla="*/ 4688647 w 4688647"/>
              <a:gd name="connsiteY2" fmla="*/ 8104996 h 10804206"/>
              <a:gd name="connsiteX3" fmla="*/ 74 w 4688647"/>
              <a:gd name="connsiteY3" fmla="*/ 10804206 h 10804206"/>
              <a:gd name="connsiteX4" fmla="*/ 650 w 4688647"/>
              <a:gd name="connsiteY4" fmla="*/ 2740720 h 10804206"/>
              <a:gd name="connsiteX0" fmla="*/ 650 w 4688647"/>
              <a:gd name="connsiteY0" fmla="*/ 2414351 h 10477837"/>
              <a:gd name="connsiteX1" fmla="*/ 4622225 w 4688647"/>
              <a:gd name="connsiteY1" fmla="*/ 0 h 10477837"/>
              <a:gd name="connsiteX2" fmla="*/ 4688647 w 4688647"/>
              <a:gd name="connsiteY2" fmla="*/ 7778627 h 10477837"/>
              <a:gd name="connsiteX3" fmla="*/ 74 w 4688647"/>
              <a:gd name="connsiteY3" fmla="*/ 10477837 h 10477837"/>
              <a:gd name="connsiteX4" fmla="*/ 650 w 4688647"/>
              <a:gd name="connsiteY4" fmla="*/ 2414351 h 10477837"/>
              <a:gd name="connsiteX0" fmla="*/ 650 w 4688647"/>
              <a:gd name="connsiteY0" fmla="*/ 2665156 h 10728642"/>
              <a:gd name="connsiteX1" fmla="*/ 4673861 w 4688647"/>
              <a:gd name="connsiteY1" fmla="*/ 0 h 10728642"/>
              <a:gd name="connsiteX2" fmla="*/ 4688647 w 4688647"/>
              <a:gd name="connsiteY2" fmla="*/ 8029432 h 10728642"/>
              <a:gd name="connsiteX3" fmla="*/ 74 w 4688647"/>
              <a:gd name="connsiteY3" fmla="*/ 10728642 h 10728642"/>
              <a:gd name="connsiteX4" fmla="*/ 650 w 4688647"/>
              <a:gd name="connsiteY4" fmla="*/ 2665156 h 10728642"/>
              <a:gd name="connsiteX0" fmla="*/ 650 w 8109376"/>
              <a:gd name="connsiteY0" fmla="*/ 2665156 h 10728642"/>
              <a:gd name="connsiteX1" fmla="*/ 4673861 w 8109376"/>
              <a:gd name="connsiteY1" fmla="*/ 0 h 10728642"/>
              <a:gd name="connsiteX2" fmla="*/ 8109376 w 8109376"/>
              <a:gd name="connsiteY2" fmla="*/ 6035100 h 10728642"/>
              <a:gd name="connsiteX3" fmla="*/ 74 w 8109376"/>
              <a:gd name="connsiteY3" fmla="*/ 10728642 h 10728642"/>
              <a:gd name="connsiteX4" fmla="*/ 650 w 8109376"/>
              <a:gd name="connsiteY4" fmla="*/ 2665156 h 10728642"/>
              <a:gd name="connsiteX0" fmla="*/ 650 w 8109376"/>
              <a:gd name="connsiteY0" fmla="*/ 2665156 h 10728642"/>
              <a:gd name="connsiteX1" fmla="*/ 4673861 w 8109376"/>
              <a:gd name="connsiteY1" fmla="*/ 0 h 10728642"/>
              <a:gd name="connsiteX2" fmla="*/ 8109376 w 8109376"/>
              <a:gd name="connsiteY2" fmla="*/ 6035100 h 10728642"/>
              <a:gd name="connsiteX3" fmla="*/ 74 w 8109376"/>
              <a:gd name="connsiteY3" fmla="*/ 10728642 h 10728642"/>
              <a:gd name="connsiteX4" fmla="*/ 650 w 8109376"/>
              <a:gd name="connsiteY4" fmla="*/ 2665156 h 10728642"/>
              <a:gd name="connsiteX0" fmla="*/ 650 w 8109376"/>
              <a:gd name="connsiteY0" fmla="*/ 2665156 h 10728642"/>
              <a:gd name="connsiteX1" fmla="*/ 4673861 w 8109376"/>
              <a:gd name="connsiteY1" fmla="*/ 0 h 10728642"/>
              <a:gd name="connsiteX2" fmla="*/ 8109376 w 8109376"/>
              <a:gd name="connsiteY2" fmla="*/ 6035100 h 10728642"/>
              <a:gd name="connsiteX3" fmla="*/ 74 w 8109376"/>
              <a:gd name="connsiteY3" fmla="*/ 10728642 h 10728642"/>
              <a:gd name="connsiteX4" fmla="*/ 650 w 8109376"/>
              <a:gd name="connsiteY4" fmla="*/ 2665156 h 10728642"/>
              <a:gd name="connsiteX0" fmla="*/ 650 w 8109376"/>
              <a:gd name="connsiteY0" fmla="*/ 2665156 h 10728642"/>
              <a:gd name="connsiteX1" fmla="*/ 4673861 w 8109376"/>
              <a:gd name="connsiteY1" fmla="*/ 0 h 10728642"/>
              <a:gd name="connsiteX2" fmla="*/ 8109376 w 8109376"/>
              <a:gd name="connsiteY2" fmla="*/ 6035100 h 10728642"/>
              <a:gd name="connsiteX3" fmla="*/ 74 w 8109376"/>
              <a:gd name="connsiteY3" fmla="*/ 10728642 h 10728642"/>
              <a:gd name="connsiteX4" fmla="*/ 650 w 8109376"/>
              <a:gd name="connsiteY4" fmla="*/ 2665156 h 107286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09376" h="10728642">
                <a:moveTo>
                  <a:pt x="650" y="2665156"/>
                </a:moveTo>
                <a:lnTo>
                  <a:pt x="4673861" y="0"/>
                </a:lnTo>
                <a:cubicBezTo>
                  <a:pt x="5668654" y="1793772"/>
                  <a:pt x="7081028" y="4183207"/>
                  <a:pt x="8109376" y="6035100"/>
                </a:cubicBezTo>
                <a:lnTo>
                  <a:pt x="74" y="10728642"/>
                </a:lnTo>
                <a:cubicBezTo>
                  <a:pt x="2065" y="6648884"/>
                  <a:pt x="-1341" y="6744914"/>
                  <a:pt x="650" y="2665156"/>
                </a:cubicBezTo>
                <a:close/>
              </a:path>
            </a:pathLst>
          </a:custGeom>
          <a:solidFill>
            <a:srgbClr val="E642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31493" y="3140968"/>
            <a:ext cx="3155056" cy="1012772"/>
          </a:xfrm>
          <a:prstGeom prst="rect">
            <a:avLst/>
          </a:prstGeom>
        </p:spPr>
      </p:pic>
      <p:pic>
        <p:nvPicPr>
          <p:cNvPr id="12" name="Picture 1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81083" y="1700808"/>
            <a:ext cx="3663604" cy="3657510"/>
          </a:xfrm>
          <a:prstGeom prst="rect">
            <a:avLst/>
          </a:prstGeom>
        </p:spPr>
      </p:pic>
      <p:sp>
        <p:nvSpPr>
          <p:cNvPr id="13" name="Title 51"/>
          <p:cNvSpPr txBox="1">
            <a:spLocks/>
          </p:cNvSpPr>
          <p:nvPr userDrawn="1"/>
        </p:nvSpPr>
        <p:spPr>
          <a:xfrm>
            <a:off x="623392" y="836712"/>
            <a:ext cx="7018635" cy="1008112"/>
          </a:xfrm>
          <a:prstGeom prst="rect">
            <a:avLst/>
          </a:prstGeom>
        </p:spPr>
        <p:txBody>
          <a:bodyPr/>
          <a:lstStyle>
            <a:lvl1pPr algn="l" defTabSz="914286" rtl="0" eaLnBrk="1" latinLnBrk="0" hangingPunct="1">
              <a:spcBef>
                <a:spcPct val="0"/>
              </a:spcBef>
              <a:buNone/>
              <a:defRPr sz="3600" b="0" i="0" kern="1200" cap="small" baseline="0">
                <a:solidFill>
                  <a:schemeClr val="tx1"/>
                </a:solidFill>
                <a:latin typeface="+mj-lt"/>
                <a:ea typeface="Calibri Light" charset="0"/>
                <a:cs typeface="Calibri Light" charset="0"/>
              </a:defRPr>
            </a:lvl1pPr>
          </a:lstStyle>
          <a:p>
            <a:r>
              <a:rPr lang="en-US" sz="8000" b="0" i="1" spc="600" dirty="0">
                <a:latin typeface="Source Sans Pro ExtraLight" charset="0"/>
                <a:ea typeface="Source Sans Pro ExtraLight" charset="0"/>
                <a:cs typeface="Source Sans Pro ExtraLight" charset="0"/>
              </a:rPr>
              <a:t>Thank you </a:t>
            </a:r>
          </a:p>
        </p:txBody>
      </p:sp>
      <p:sp>
        <p:nvSpPr>
          <p:cNvPr id="14" name="Rectangle 13"/>
          <p:cNvSpPr/>
          <p:nvPr userDrawn="1"/>
        </p:nvSpPr>
        <p:spPr>
          <a:xfrm>
            <a:off x="2495600" y="1988839"/>
            <a:ext cx="2698175" cy="369332"/>
          </a:xfrm>
          <a:prstGeom prst="rect">
            <a:avLst/>
          </a:prstGeom>
        </p:spPr>
        <p:txBody>
          <a:bodyPr wrap="none">
            <a:spAutoFit/>
          </a:bodyPr>
          <a:lstStyle/>
          <a:p>
            <a:r>
              <a:rPr lang="en-US" b="0" i="1" spc="300" dirty="0">
                <a:latin typeface="Source Sans Pro Light" charset="0"/>
                <a:ea typeface="Source Sans Pro Light" charset="0"/>
                <a:cs typeface="Source Sans Pro Light" charset="0"/>
              </a:rPr>
              <a:t>for your attention !</a:t>
            </a: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1_CoverPage">
    <p:spTree>
      <p:nvGrpSpPr>
        <p:cNvPr id="1" name=""/>
        <p:cNvGrpSpPr/>
        <p:nvPr/>
      </p:nvGrpSpPr>
      <p:grpSpPr>
        <a:xfrm>
          <a:off x="0" y="0"/>
          <a:ext cx="0" cy="0"/>
          <a:chOff x="0" y="0"/>
          <a:chExt cx="0" cy="0"/>
        </a:xfrm>
      </p:grpSpPr>
      <p:sp>
        <p:nvSpPr>
          <p:cNvPr id="18" name="Picture Placeholder 13"/>
          <p:cNvSpPr>
            <a:spLocks noGrp="1"/>
          </p:cNvSpPr>
          <p:nvPr>
            <p:ph type="pic" sz="quarter" idx="11"/>
          </p:nvPr>
        </p:nvSpPr>
        <p:spPr>
          <a:xfrm>
            <a:off x="0" y="1"/>
            <a:ext cx="8588779" cy="6881149"/>
          </a:xfrm>
          <a:custGeom>
            <a:avLst/>
            <a:gdLst>
              <a:gd name="connsiteX0" fmla="*/ 0 w 4057359"/>
              <a:gd name="connsiteY0" fmla="*/ 0 h 6858000"/>
              <a:gd name="connsiteX1" fmla="*/ 4057359 w 4057359"/>
              <a:gd name="connsiteY1" fmla="*/ 0 h 6858000"/>
              <a:gd name="connsiteX2" fmla="*/ 4057359 w 4057359"/>
              <a:gd name="connsiteY2" fmla="*/ 6858000 h 6858000"/>
              <a:gd name="connsiteX3" fmla="*/ 0 w 4057359"/>
              <a:gd name="connsiteY3" fmla="*/ 6858000 h 6858000"/>
              <a:gd name="connsiteX4" fmla="*/ 0 w 4057359"/>
              <a:gd name="connsiteY4" fmla="*/ 0 h 6858000"/>
              <a:gd name="connsiteX0" fmla="*/ 29731 w 4087090"/>
              <a:gd name="connsiteY0" fmla="*/ 0 h 6871855"/>
              <a:gd name="connsiteX1" fmla="*/ 4087090 w 4087090"/>
              <a:gd name="connsiteY1" fmla="*/ 0 h 6871855"/>
              <a:gd name="connsiteX2" fmla="*/ 0 w 4087090"/>
              <a:gd name="connsiteY2" fmla="*/ 6871855 h 6871855"/>
              <a:gd name="connsiteX3" fmla="*/ 29731 w 4087090"/>
              <a:gd name="connsiteY3" fmla="*/ 6858000 h 6871855"/>
              <a:gd name="connsiteX4" fmla="*/ 29731 w 4087090"/>
              <a:gd name="connsiteY4" fmla="*/ 0 h 6871855"/>
              <a:gd name="connsiteX0" fmla="*/ 0 w 4057359"/>
              <a:gd name="connsiteY0" fmla="*/ 0 h 6941252"/>
              <a:gd name="connsiteX1" fmla="*/ 4057359 w 4057359"/>
              <a:gd name="connsiteY1" fmla="*/ 0 h 6941252"/>
              <a:gd name="connsiteX2" fmla="*/ 27419 w 4057359"/>
              <a:gd name="connsiteY2" fmla="*/ 6941252 h 6941252"/>
              <a:gd name="connsiteX3" fmla="*/ 0 w 4057359"/>
              <a:gd name="connsiteY3" fmla="*/ 6858000 h 6941252"/>
              <a:gd name="connsiteX4" fmla="*/ 0 w 4057359"/>
              <a:gd name="connsiteY4" fmla="*/ 0 h 6941252"/>
              <a:gd name="connsiteX0" fmla="*/ 0 w 4057359"/>
              <a:gd name="connsiteY0" fmla="*/ 0 h 6863691"/>
              <a:gd name="connsiteX1" fmla="*/ 4057359 w 4057359"/>
              <a:gd name="connsiteY1" fmla="*/ 0 h 6863691"/>
              <a:gd name="connsiteX2" fmla="*/ 2926 w 4057359"/>
              <a:gd name="connsiteY2" fmla="*/ 6863691 h 6863691"/>
              <a:gd name="connsiteX3" fmla="*/ 0 w 4057359"/>
              <a:gd name="connsiteY3" fmla="*/ 6858000 h 6863691"/>
              <a:gd name="connsiteX4" fmla="*/ 0 w 4057359"/>
              <a:gd name="connsiteY4" fmla="*/ 0 h 6863691"/>
              <a:gd name="connsiteX0" fmla="*/ 0 w 3971634"/>
              <a:gd name="connsiteY0" fmla="*/ 8164 h 6871855"/>
              <a:gd name="connsiteX1" fmla="*/ 3971634 w 3971634"/>
              <a:gd name="connsiteY1" fmla="*/ 0 h 6871855"/>
              <a:gd name="connsiteX2" fmla="*/ 2926 w 3971634"/>
              <a:gd name="connsiteY2" fmla="*/ 6871855 h 6871855"/>
              <a:gd name="connsiteX3" fmla="*/ 0 w 3971634"/>
              <a:gd name="connsiteY3" fmla="*/ 6866164 h 6871855"/>
              <a:gd name="connsiteX4" fmla="*/ 0 w 3971634"/>
              <a:gd name="connsiteY4" fmla="*/ 8164 h 6871855"/>
              <a:gd name="connsiteX0" fmla="*/ 0 w 3971634"/>
              <a:gd name="connsiteY0" fmla="*/ 8164 h 6871855"/>
              <a:gd name="connsiteX1" fmla="*/ 3971634 w 3971634"/>
              <a:gd name="connsiteY1" fmla="*/ 0 h 6871855"/>
              <a:gd name="connsiteX2" fmla="*/ 2926 w 3971634"/>
              <a:gd name="connsiteY2" fmla="*/ 6871855 h 6871855"/>
              <a:gd name="connsiteX3" fmla="*/ 0 w 3971634"/>
              <a:gd name="connsiteY3" fmla="*/ 6866164 h 6871855"/>
              <a:gd name="connsiteX4" fmla="*/ 0 w 3971634"/>
              <a:gd name="connsiteY4" fmla="*/ 8164 h 6871855"/>
              <a:gd name="connsiteX0" fmla="*/ 0 w 3971634"/>
              <a:gd name="connsiteY0" fmla="*/ 8164 h 6871855"/>
              <a:gd name="connsiteX1" fmla="*/ 3971634 w 3971634"/>
              <a:gd name="connsiteY1" fmla="*/ 0 h 6871855"/>
              <a:gd name="connsiteX2" fmla="*/ 2926 w 3971634"/>
              <a:gd name="connsiteY2" fmla="*/ 6871855 h 6871855"/>
              <a:gd name="connsiteX3" fmla="*/ 717631 w 3971634"/>
              <a:gd name="connsiteY3" fmla="*/ 6866164 h 6871855"/>
              <a:gd name="connsiteX4" fmla="*/ 0 w 3971634"/>
              <a:gd name="connsiteY4" fmla="*/ 8164 h 6871855"/>
              <a:gd name="connsiteX0" fmla="*/ 0 w 4621225"/>
              <a:gd name="connsiteY0" fmla="*/ 8164 h 6883429"/>
              <a:gd name="connsiteX1" fmla="*/ 3971634 w 4621225"/>
              <a:gd name="connsiteY1" fmla="*/ 0 h 6883429"/>
              <a:gd name="connsiteX2" fmla="*/ 4621225 w 4621225"/>
              <a:gd name="connsiteY2" fmla="*/ 6883429 h 6883429"/>
              <a:gd name="connsiteX3" fmla="*/ 717631 w 4621225"/>
              <a:gd name="connsiteY3" fmla="*/ 6866164 h 6883429"/>
              <a:gd name="connsiteX4" fmla="*/ 0 w 4621225"/>
              <a:gd name="connsiteY4" fmla="*/ 8164 h 6883429"/>
              <a:gd name="connsiteX0" fmla="*/ 0 w 9133943"/>
              <a:gd name="connsiteY0" fmla="*/ 8164 h 6883429"/>
              <a:gd name="connsiteX1" fmla="*/ 9133943 w 9133943"/>
              <a:gd name="connsiteY1" fmla="*/ 0 h 6883429"/>
              <a:gd name="connsiteX2" fmla="*/ 4621225 w 9133943"/>
              <a:gd name="connsiteY2" fmla="*/ 6883429 h 6883429"/>
              <a:gd name="connsiteX3" fmla="*/ 717631 w 9133943"/>
              <a:gd name="connsiteY3" fmla="*/ 6866164 h 6883429"/>
              <a:gd name="connsiteX4" fmla="*/ 0 w 9133943"/>
              <a:gd name="connsiteY4" fmla="*/ 8164 h 6883429"/>
              <a:gd name="connsiteX0" fmla="*/ 0 w 9133943"/>
              <a:gd name="connsiteY0" fmla="*/ 8164 h 6889313"/>
              <a:gd name="connsiteX1" fmla="*/ 9133943 w 9133943"/>
              <a:gd name="connsiteY1" fmla="*/ 0 h 6889313"/>
              <a:gd name="connsiteX2" fmla="*/ 4621225 w 9133943"/>
              <a:gd name="connsiteY2" fmla="*/ 6883429 h 6889313"/>
              <a:gd name="connsiteX3" fmla="*/ 1 w 9133943"/>
              <a:gd name="connsiteY3" fmla="*/ 6889313 h 6889313"/>
              <a:gd name="connsiteX4" fmla="*/ 0 w 9133943"/>
              <a:gd name="connsiteY4" fmla="*/ 8164 h 6889313"/>
              <a:gd name="connsiteX0" fmla="*/ 0 w 9133943"/>
              <a:gd name="connsiteY0" fmla="*/ 8164 h 6889313"/>
              <a:gd name="connsiteX1" fmla="*/ 9133943 w 9133943"/>
              <a:gd name="connsiteY1" fmla="*/ 0 h 6889313"/>
              <a:gd name="connsiteX2" fmla="*/ 4621225 w 9133943"/>
              <a:gd name="connsiteY2" fmla="*/ 6673455 h 6889313"/>
              <a:gd name="connsiteX3" fmla="*/ 1 w 9133943"/>
              <a:gd name="connsiteY3" fmla="*/ 6889313 h 6889313"/>
              <a:gd name="connsiteX4" fmla="*/ 0 w 9133943"/>
              <a:gd name="connsiteY4" fmla="*/ 8164 h 6889313"/>
              <a:gd name="connsiteX0" fmla="*/ 0 w 9133943"/>
              <a:gd name="connsiteY0" fmla="*/ 8164 h 6889313"/>
              <a:gd name="connsiteX1" fmla="*/ 9133943 w 9133943"/>
              <a:gd name="connsiteY1" fmla="*/ 0 h 6889313"/>
              <a:gd name="connsiteX2" fmla="*/ 4627999 w 9133943"/>
              <a:gd name="connsiteY2" fmla="*/ 6873269 h 6889313"/>
              <a:gd name="connsiteX3" fmla="*/ 1 w 9133943"/>
              <a:gd name="connsiteY3" fmla="*/ 6889313 h 6889313"/>
              <a:gd name="connsiteX4" fmla="*/ 0 w 9133943"/>
              <a:gd name="connsiteY4" fmla="*/ 8164 h 6889313"/>
              <a:gd name="connsiteX0" fmla="*/ 0 w 9154263"/>
              <a:gd name="connsiteY0" fmla="*/ 1391 h 6882540"/>
              <a:gd name="connsiteX1" fmla="*/ 9154263 w 9154263"/>
              <a:gd name="connsiteY1" fmla="*/ 0 h 6882540"/>
              <a:gd name="connsiteX2" fmla="*/ 4627999 w 9154263"/>
              <a:gd name="connsiteY2" fmla="*/ 6866496 h 6882540"/>
              <a:gd name="connsiteX3" fmla="*/ 1 w 9154263"/>
              <a:gd name="connsiteY3" fmla="*/ 6882540 h 6882540"/>
              <a:gd name="connsiteX4" fmla="*/ 0 w 9154263"/>
              <a:gd name="connsiteY4" fmla="*/ 1391 h 6882540"/>
              <a:gd name="connsiteX0" fmla="*/ 0 w 9157650"/>
              <a:gd name="connsiteY0" fmla="*/ 0 h 6881149"/>
              <a:gd name="connsiteX1" fmla="*/ 9157650 w 9157650"/>
              <a:gd name="connsiteY1" fmla="*/ 32476 h 6881149"/>
              <a:gd name="connsiteX2" fmla="*/ 4627999 w 9157650"/>
              <a:gd name="connsiteY2" fmla="*/ 6865105 h 6881149"/>
              <a:gd name="connsiteX3" fmla="*/ 1 w 9157650"/>
              <a:gd name="connsiteY3" fmla="*/ 6881149 h 6881149"/>
              <a:gd name="connsiteX4" fmla="*/ 0 w 9157650"/>
              <a:gd name="connsiteY4" fmla="*/ 0 h 6881149"/>
              <a:gd name="connsiteX0" fmla="*/ 0 w 9154263"/>
              <a:gd name="connsiteY0" fmla="*/ 0 h 6881149"/>
              <a:gd name="connsiteX1" fmla="*/ 9154263 w 9154263"/>
              <a:gd name="connsiteY1" fmla="*/ 1996 h 6881149"/>
              <a:gd name="connsiteX2" fmla="*/ 4627999 w 9154263"/>
              <a:gd name="connsiteY2" fmla="*/ 6865105 h 6881149"/>
              <a:gd name="connsiteX3" fmla="*/ 1 w 9154263"/>
              <a:gd name="connsiteY3" fmla="*/ 6881149 h 6881149"/>
              <a:gd name="connsiteX4" fmla="*/ 0 w 9154263"/>
              <a:gd name="connsiteY4" fmla="*/ 0 h 6881149"/>
              <a:gd name="connsiteX0" fmla="*/ 0 w 8588779"/>
              <a:gd name="connsiteY0" fmla="*/ 0 h 6881149"/>
              <a:gd name="connsiteX1" fmla="*/ 8588779 w 8588779"/>
              <a:gd name="connsiteY1" fmla="*/ 1996 h 6881149"/>
              <a:gd name="connsiteX2" fmla="*/ 4627999 w 8588779"/>
              <a:gd name="connsiteY2" fmla="*/ 6865105 h 6881149"/>
              <a:gd name="connsiteX3" fmla="*/ 1 w 8588779"/>
              <a:gd name="connsiteY3" fmla="*/ 6881149 h 6881149"/>
              <a:gd name="connsiteX4" fmla="*/ 0 w 8588779"/>
              <a:gd name="connsiteY4" fmla="*/ 0 h 6881149"/>
              <a:gd name="connsiteX0" fmla="*/ 0 w 8588779"/>
              <a:gd name="connsiteY0" fmla="*/ 0 h 6881149"/>
              <a:gd name="connsiteX1" fmla="*/ 8588779 w 8588779"/>
              <a:gd name="connsiteY1" fmla="*/ 1996 h 6881149"/>
              <a:gd name="connsiteX2" fmla="*/ 4627999 w 8588779"/>
              <a:gd name="connsiteY2" fmla="*/ 6865105 h 6881149"/>
              <a:gd name="connsiteX3" fmla="*/ 1 w 8588779"/>
              <a:gd name="connsiteY3" fmla="*/ 6881149 h 6881149"/>
              <a:gd name="connsiteX4" fmla="*/ 0 w 8588779"/>
              <a:gd name="connsiteY4" fmla="*/ 0 h 6881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88779" h="6881149">
                <a:moveTo>
                  <a:pt x="0" y="0"/>
                </a:moveTo>
                <a:lnTo>
                  <a:pt x="8588779" y="1996"/>
                </a:lnTo>
                <a:cubicBezTo>
                  <a:pt x="8363393" y="388709"/>
                  <a:pt x="5948259" y="4577402"/>
                  <a:pt x="4627999" y="6865105"/>
                </a:cubicBezTo>
                <a:lnTo>
                  <a:pt x="1" y="6881149"/>
                </a:lnTo>
                <a:cubicBezTo>
                  <a:pt x="1" y="4587433"/>
                  <a:pt x="0" y="2293716"/>
                  <a:pt x="0" y="0"/>
                </a:cubicBezTo>
                <a:close/>
              </a:path>
            </a:pathLst>
          </a:custGeom>
          <a:solidFill>
            <a:schemeClr val="bg1">
              <a:lumMod val="95000"/>
            </a:schemeClr>
          </a:solidFill>
        </p:spPr>
        <p:txBody>
          <a:bodyPr/>
          <a:lstStyle/>
          <a:p>
            <a:r>
              <a:rPr lang="en-US"/>
              <a:t>Drag picture to placeholder or click icon to add</a:t>
            </a:r>
          </a:p>
        </p:txBody>
      </p:sp>
      <p:sp>
        <p:nvSpPr>
          <p:cNvPr id="2" name="Rectangle 1"/>
          <p:cNvSpPr/>
          <p:nvPr/>
        </p:nvSpPr>
        <p:spPr>
          <a:xfrm>
            <a:off x="10632504" y="6165304"/>
            <a:ext cx="1080120" cy="288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803676" y="5661566"/>
            <a:ext cx="2961767" cy="744145"/>
          </a:xfrm>
          <a:prstGeom prst="rect">
            <a:avLst/>
          </a:prstGeom>
        </p:spPr>
      </p:pic>
      <p:sp>
        <p:nvSpPr>
          <p:cNvPr id="6" name="Rectangle 5"/>
          <p:cNvSpPr/>
          <p:nvPr/>
        </p:nvSpPr>
        <p:spPr>
          <a:xfrm>
            <a:off x="10669578" y="404664"/>
            <a:ext cx="1149988" cy="288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62926" y="1975081"/>
            <a:ext cx="868787" cy="768875"/>
          </a:xfrm>
          <a:prstGeom prst="rect">
            <a:avLst/>
          </a:prstGeom>
        </p:spPr>
      </p:pic>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06073" y="1611066"/>
            <a:ext cx="313478" cy="277426"/>
          </a:xfrm>
          <a:prstGeom prst="rect">
            <a:avLst/>
          </a:prstGeom>
        </p:spPr>
      </p:pic>
      <p:sp>
        <p:nvSpPr>
          <p:cNvPr id="9" name="Rectangle 8"/>
          <p:cNvSpPr/>
          <p:nvPr userDrawn="1"/>
        </p:nvSpPr>
        <p:spPr>
          <a:xfrm>
            <a:off x="10776520" y="6165304"/>
            <a:ext cx="936104" cy="288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803676" y="5661566"/>
            <a:ext cx="2961767" cy="744145"/>
          </a:xfrm>
          <a:prstGeom prst="rect">
            <a:avLst/>
          </a:prstGeom>
        </p:spPr>
      </p:pic>
      <p:sp>
        <p:nvSpPr>
          <p:cNvPr id="11" name="Rectangle 10"/>
          <p:cNvSpPr/>
          <p:nvPr userDrawn="1"/>
        </p:nvSpPr>
        <p:spPr>
          <a:xfrm>
            <a:off x="10669578" y="404664"/>
            <a:ext cx="1149988" cy="288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8762926" y="1975081"/>
            <a:ext cx="868787" cy="768875"/>
          </a:xfrm>
          <a:prstGeom prst="rect">
            <a:avLst/>
          </a:prstGeom>
        </p:spPr>
      </p:pic>
      <p:pic>
        <p:nvPicPr>
          <p:cNvPr id="13" name="Picture 12"/>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506073" y="1611066"/>
            <a:ext cx="313478" cy="277426"/>
          </a:xfrm>
          <a:prstGeom prst="rect">
            <a:avLst/>
          </a:prstGeom>
        </p:spPr>
      </p:pic>
    </p:spTree>
    <p:extLst>
      <p:ext uri="{BB962C8B-B14F-4D97-AF65-F5344CB8AC3E}">
        <p14:creationId xmlns:p14="http://schemas.microsoft.com/office/powerpoint/2010/main" val="122924610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Red Chapter / Title_subtitle - Conf">
    <p:spTree>
      <p:nvGrpSpPr>
        <p:cNvPr id="1" name=""/>
        <p:cNvGrpSpPr/>
        <p:nvPr/>
      </p:nvGrpSpPr>
      <p:grpSpPr>
        <a:xfrm>
          <a:off x="0" y="0"/>
          <a:ext cx="0" cy="0"/>
          <a:chOff x="0" y="0"/>
          <a:chExt cx="0" cy="0"/>
        </a:xfrm>
      </p:grpSpPr>
      <p:sp>
        <p:nvSpPr>
          <p:cNvPr id="2" name="Rectangle 1"/>
          <p:cNvSpPr/>
          <p:nvPr/>
        </p:nvSpPr>
        <p:spPr>
          <a:xfrm>
            <a:off x="0" y="0"/>
            <a:ext cx="9192067" cy="6884633"/>
          </a:xfrm>
          <a:custGeom>
            <a:avLst/>
            <a:gdLst>
              <a:gd name="connsiteX0" fmla="*/ 0 w 8832304"/>
              <a:gd name="connsiteY0" fmla="*/ 0 h 6858000"/>
              <a:gd name="connsiteX1" fmla="*/ 8832304 w 8832304"/>
              <a:gd name="connsiteY1" fmla="*/ 0 h 6858000"/>
              <a:gd name="connsiteX2" fmla="*/ 8832304 w 8832304"/>
              <a:gd name="connsiteY2" fmla="*/ 6858000 h 6858000"/>
              <a:gd name="connsiteX3" fmla="*/ 0 w 8832304"/>
              <a:gd name="connsiteY3" fmla="*/ 6858000 h 6858000"/>
              <a:gd name="connsiteX4" fmla="*/ 0 w 8832304"/>
              <a:gd name="connsiteY4" fmla="*/ 0 h 6858000"/>
              <a:gd name="connsiteX0" fmla="*/ 0 w 8832304"/>
              <a:gd name="connsiteY0" fmla="*/ 0 h 6872990"/>
              <a:gd name="connsiteX1" fmla="*/ 8832304 w 8832304"/>
              <a:gd name="connsiteY1" fmla="*/ 0 h 6872990"/>
              <a:gd name="connsiteX2" fmla="*/ 4650048 w 8832304"/>
              <a:gd name="connsiteY2" fmla="*/ 6872990 h 6872990"/>
              <a:gd name="connsiteX3" fmla="*/ 0 w 8832304"/>
              <a:gd name="connsiteY3" fmla="*/ 6858000 h 6872990"/>
              <a:gd name="connsiteX4" fmla="*/ 0 w 8832304"/>
              <a:gd name="connsiteY4" fmla="*/ 0 h 6872990"/>
              <a:gd name="connsiteX0" fmla="*/ 0 w 9147097"/>
              <a:gd name="connsiteY0" fmla="*/ 0 h 6872990"/>
              <a:gd name="connsiteX1" fmla="*/ 9147097 w 9147097"/>
              <a:gd name="connsiteY1" fmla="*/ 0 h 6872990"/>
              <a:gd name="connsiteX2" fmla="*/ 4650048 w 9147097"/>
              <a:gd name="connsiteY2" fmla="*/ 6872990 h 6872990"/>
              <a:gd name="connsiteX3" fmla="*/ 0 w 9147097"/>
              <a:gd name="connsiteY3" fmla="*/ 6858000 h 6872990"/>
              <a:gd name="connsiteX4" fmla="*/ 0 w 9147097"/>
              <a:gd name="connsiteY4" fmla="*/ 0 h 6872990"/>
              <a:gd name="connsiteX0" fmla="*/ 0 w 9192067"/>
              <a:gd name="connsiteY0" fmla="*/ 0 h 6872990"/>
              <a:gd name="connsiteX1" fmla="*/ 9192067 w 9192067"/>
              <a:gd name="connsiteY1" fmla="*/ 0 h 6872990"/>
              <a:gd name="connsiteX2" fmla="*/ 4650048 w 9192067"/>
              <a:gd name="connsiteY2" fmla="*/ 6872990 h 6872990"/>
              <a:gd name="connsiteX3" fmla="*/ 0 w 9192067"/>
              <a:gd name="connsiteY3" fmla="*/ 6858000 h 6872990"/>
              <a:gd name="connsiteX4" fmla="*/ 0 w 9192067"/>
              <a:gd name="connsiteY4" fmla="*/ 0 h 6872990"/>
              <a:gd name="connsiteX0" fmla="*/ 0 w 9192067"/>
              <a:gd name="connsiteY0" fmla="*/ 0 h 6858000"/>
              <a:gd name="connsiteX1" fmla="*/ 9192067 w 9192067"/>
              <a:gd name="connsiteY1" fmla="*/ 0 h 6858000"/>
              <a:gd name="connsiteX2" fmla="*/ 5039792 w 9192067"/>
              <a:gd name="connsiteY2" fmla="*/ 6858000 h 6858000"/>
              <a:gd name="connsiteX3" fmla="*/ 0 w 9192067"/>
              <a:gd name="connsiteY3" fmla="*/ 6858000 h 6858000"/>
              <a:gd name="connsiteX4" fmla="*/ 0 w 9192067"/>
              <a:gd name="connsiteY4" fmla="*/ 0 h 6858000"/>
              <a:gd name="connsiteX0" fmla="*/ 0 w 9192067"/>
              <a:gd name="connsiteY0" fmla="*/ 0 h 6884633"/>
              <a:gd name="connsiteX1" fmla="*/ 9192067 w 9192067"/>
              <a:gd name="connsiteY1" fmla="*/ 0 h 6884633"/>
              <a:gd name="connsiteX2" fmla="*/ 5030914 w 9192067"/>
              <a:gd name="connsiteY2" fmla="*/ 6884633 h 6884633"/>
              <a:gd name="connsiteX3" fmla="*/ 0 w 9192067"/>
              <a:gd name="connsiteY3" fmla="*/ 6858000 h 6884633"/>
              <a:gd name="connsiteX4" fmla="*/ 0 w 9192067"/>
              <a:gd name="connsiteY4" fmla="*/ 0 h 68846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92067" h="6884633">
                <a:moveTo>
                  <a:pt x="0" y="0"/>
                </a:moveTo>
                <a:lnTo>
                  <a:pt x="9192067" y="0"/>
                </a:lnTo>
                <a:lnTo>
                  <a:pt x="5030914" y="6884633"/>
                </a:lnTo>
                <a:lnTo>
                  <a:pt x="0" y="6858000"/>
                </a:lnTo>
                <a:lnTo>
                  <a:pt x="0" y="0"/>
                </a:lnTo>
                <a:close/>
              </a:path>
            </a:pathLst>
          </a:custGeom>
          <a:solidFill>
            <a:srgbClr val="E642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p:cNvSpPr>
            <a:spLocks noGrp="1"/>
          </p:cNvSpPr>
          <p:nvPr>
            <p:ph type="ctrTitle" hasCustomPrompt="1"/>
          </p:nvPr>
        </p:nvSpPr>
        <p:spPr>
          <a:xfrm>
            <a:off x="1657349" y="644525"/>
            <a:ext cx="4500331" cy="2726185"/>
          </a:xfrm>
          <a:prstGeom prst="rect">
            <a:avLst/>
          </a:prstGeom>
        </p:spPr>
        <p:txBody>
          <a:bodyPr lIns="0" tIns="0" rIns="0" bIns="0" anchor="b" anchorCtr="0">
            <a:noAutofit/>
          </a:bodyPr>
          <a:lstStyle>
            <a:lvl1pPr algn="r">
              <a:defRPr sz="4000" b="1" i="0" cap="none" baseline="0">
                <a:solidFill>
                  <a:schemeClr val="bg1"/>
                </a:solidFill>
                <a:latin typeface="Source Sans Pro Black" charset="0"/>
                <a:ea typeface="Source Sans Pro Black" charset="0"/>
                <a:cs typeface="Source Sans Pro Black" charset="0"/>
              </a:defRPr>
            </a:lvl1pPr>
          </a:lstStyle>
          <a:p>
            <a:r>
              <a:rPr lang="en-US" dirty="0"/>
              <a:t>Click to edit master title style</a:t>
            </a:r>
          </a:p>
        </p:txBody>
      </p:sp>
      <p:cxnSp>
        <p:nvCxnSpPr>
          <p:cNvPr id="9" name="Straight Connector 8"/>
          <p:cNvCxnSpPr/>
          <p:nvPr/>
        </p:nvCxnSpPr>
        <p:spPr>
          <a:xfrm flipH="1">
            <a:off x="5776094" y="3569020"/>
            <a:ext cx="38158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Text Placeholder 6"/>
          <p:cNvSpPr>
            <a:spLocks noGrp="1"/>
          </p:cNvSpPr>
          <p:nvPr>
            <p:ph type="body" sz="quarter" idx="10" hasCustomPrompt="1"/>
          </p:nvPr>
        </p:nvSpPr>
        <p:spPr>
          <a:xfrm>
            <a:off x="7680324" y="3645024"/>
            <a:ext cx="3960814" cy="2398589"/>
          </a:xfrm>
          <a:prstGeom prst="rect">
            <a:avLst/>
          </a:prstGeom>
        </p:spPr>
        <p:txBody>
          <a:bodyPr lIns="0" tIns="0" rIns="0" bIns="0"/>
          <a:lstStyle>
            <a:lvl1pPr>
              <a:defRPr sz="2600"/>
            </a:lvl1pPr>
          </a:lstStyle>
          <a:p>
            <a:pPr lvl="0"/>
            <a:r>
              <a:rPr lang="en-US" dirty="0"/>
              <a:t>Click to edit Intro text styles</a:t>
            </a:r>
          </a:p>
        </p:txBody>
      </p:sp>
      <p:cxnSp>
        <p:nvCxnSpPr>
          <p:cNvPr id="13" name="Straight Connector 12"/>
          <p:cNvCxnSpPr/>
          <p:nvPr/>
        </p:nvCxnSpPr>
        <p:spPr>
          <a:xfrm flipH="1">
            <a:off x="7680326" y="3552512"/>
            <a:ext cx="390524"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7" name="Rectangle 1"/>
          <p:cNvSpPr/>
          <p:nvPr userDrawn="1"/>
        </p:nvSpPr>
        <p:spPr>
          <a:xfrm>
            <a:off x="0" y="0"/>
            <a:ext cx="9192067" cy="6884633"/>
          </a:xfrm>
          <a:custGeom>
            <a:avLst/>
            <a:gdLst>
              <a:gd name="connsiteX0" fmla="*/ 0 w 8832304"/>
              <a:gd name="connsiteY0" fmla="*/ 0 h 6858000"/>
              <a:gd name="connsiteX1" fmla="*/ 8832304 w 8832304"/>
              <a:gd name="connsiteY1" fmla="*/ 0 h 6858000"/>
              <a:gd name="connsiteX2" fmla="*/ 8832304 w 8832304"/>
              <a:gd name="connsiteY2" fmla="*/ 6858000 h 6858000"/>
              <a:gd name="connsiteX3" fmla="*/ 0 w 8832304"/>
              <a:gd name="connsiteY3" fmla="*/ 6858000 h 6858000"/>
              <a:gd name="connsiteX4" fmla="*/ 0 w 8832304"/>
              <a:gd name="connsiteY4" fmla="*/ 0 h 6858000"/>
              <a:gd name="connsiteX0" fmla="*/ 0 w 8832304"/>
              <a:gd name="connsiteY0" fmla="*/ 0 h 6872990"/>
              <a:gd name="connsiteX1" fmla="*/ 8832304 w 8832304"/>
              <a:gd name="connsiteY1" fmla="*/ 0 h 6872990"/>
              <a:gd name="connsiteX2" fmla="*/ 4650048 w 8832304"/>
              <a:gd name="connsiteY2" fmla="*/ 6872990 h 6872990"/>
              <a:gd name="connsiteX3" fmla="*/ 0 w 8832304"/>
              <a:gd name="connsiteY3" fmla="*/ 6858000 h 6872990"/>
              <a:gd name="connsiteX4" fmla="*/ 0 w 8832304"/>
              <a:gd name="connsiteY4" fmla="*/ 0 h 6872990"/>
              <a:gd name="connsiteX0" fmla="*/ 0 w 9147097"/>
              <a:gd name="connsiteY0" fmla="*/ 0 h 6872990"/>
              <a:gd name="connsiteX1" fmla="*/ 9147097 w 9147097"/>
              <a:gd name="connsiteY1" fmla="*/ 0 h 6872990"/>
              <a:gd name="connsiteX2" fmla="*/ 4650048 w 9147097"/>
              <a:gd name="connsiteY2" fmla="*/ 6872990 h 6872990"/>
              <a:gd name="connsiteX3" fmla="*/ 0 w 9147097"/>
              <a:gd name="connsiteY3" fmla="*/ 6858000 h 6872990"/>
              <a:gd name="connsiteX4" fmla="*/ 0 w 9147097"/>
              <a:gd name="connsiteY4" fmla="*/ 0 h 6872990"/>
              <a:gd name="connsiteX0" fmla="*/ 0 w 9192067"/>
              <a:gd name="connsiteY0" fmla="*/ 0 h 6872990"/>
              <a:gd name="connsiteX1" fmla="*/ 9192067 w 9192067"/>
              <a:gd name="connsiteY1" fmla="*/ 0 h 6872990"/>
              <a:gd name="connsiteX2" fmla="*/ 4650048 w 9192067"/>
              <a:gd name="connsiteY2" fmla="*/ 6872990 h 6872990"/>
              <a:gd name="connsiteX3" fmla="*/ 0 w 9192067"/>
              <a:gd name="connsiteY3" fmla="*/ 6858000 h 6872990"/>
              <a:gd name="connsiteX4" fmla="*/ 0 w 9192067"/>
              <a:gd name="connsiteY4" fmla="*/ 0 h 6872990"/>
              <a:gd name="connsiteX0" fmla="*/ 0 w 9192067"/>
              <a:gd name="connsiteY0" fmla="*/ 0 h 6858000"/>
              <a:gd name="connsiteX1" fmla="*/ 9192067 w 9192067"/>
              <a:gd name="connsiteY1" fmla="*/ 0 h 6858000"/>
              <a:gd name="connsiteX2" fmla="*/ 5039792 w 9192067"/>
              <a:gd name="connsiteY2" fmla="*/ 6858000 h 6858000"/>
              <a:gd name="connsiteX3" fmla="*/ 0 w 9192067"/>
              <a:gd name="connsiteY3" fmla="*/ 6858000 h 6858000"/>
              <a:gd name="connsiteX4" fmla="*/ 0 w 9192067"/>
              <a:gd name="connsiteY4" fmla="*/ 0 h 6858000"/>
              <a:gd name="connsiteX0" fmla="*/ 0 w 9192067"/>
              <a:gd name="connsiteY0" fmla="*/ 0 h 6884633"/>
              <a:gd name="connsiteX1" fmla="*/ 9192067 w 9192067"/>
              <a:gd name="connsiteY1" fmla="*/ 0 h 6884633"/>
              <a:gd name="connsiteX2" fmla="*/ 5030914 w 9192067"/>
              <a:gd name="connsiteY2" fmla="*/ 6884633 h 6884633"/>
              <a:gd name="connsiteX3" fmla="*/ 0 w 9192067"/>
              <a:gd name="connsiteY3" fmla="*/ 6858000 h 6884633"/>
              <a:gd name="connsiteX4" fmla="*/ 0 w 9192067"/>
              <a:gd name="connsiteY4" fmla="*/ 0 h 68846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92067" h="6884633">
                <a:moveTo>
                  <a:pt x="0" y="0"/>
                </a:moveTo>
                <a:lnTo>
                  <a:pt x="9192067" y="0"/>
                </a:lnTo>
                <a:lnTo>
                  <a:pt x="5030914" y="6884633"/>
                </a:lnTo>
                <a:lnTo>
                  <a:pt x="0" y="6858000"/>
                </a:lnTo>
                <a:lnTo>
                  <a:pt x="0" y="0"/>
                </a:lnTo>
                <a:close/>
              </a:path>
            </a:pathLst>
          </a:custGeom>
          <a:solidFill>
            <a:srgbClr val="E642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0" name="Straight Connector 9"/>
          <p:cNvCxnSpPr/>
          <p:nvPr userDrawn="1"/>
        </p:nvCxnSpPr>
        <p:spPr>
          <a:xfrm flipH="1">
            <a:off x="5776094" y="3569020"/>
            <a:ext cx="38158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userDrawn="1"/>
        </p:nvCxnSpPr>
        <p:spPr>
          <a:xfrm flipH="1">
            <a:off x="7680326" y="3552512"/>
            <a:ext cx="390524"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4" name="Footer Placeholder 11"/>
          <p:cNvSpPr txBox="1">
            <a:spLocks/>
          </p:cNvSpPr>
          <p:nvPr userDrawn="1"/>
        </p:nvSpPr>
        <p:spPr>
          <a:xfrm>
            <a:off x="550863" y="6315916"/>
            <a:ext cx="2390627" cy="137420"/>
          </a:xfrm>
          <a:prstGeom prst="rect">
            <a:avLst/>
          </a:prstGeom>
        </p:spPr>
        <p:txBody>
          <a:bodyPr vert="horz" lIns="0" tIns="0" rIns="0" bIns="0" numCol="1" rtlCol="0" anchor="t" anchorCtr="0"/>
          <a:lstStyle>
            <a:defPPr>
              <a:defRPr lang="en-US"/>
            </a:defPPr>
            <a:lvl1pPr marL="0" algn="l" defTabSz="914377" rtl="0" eaLnBrk="1" latinLnBrk="0" hangingPunct="1">
              <a:lnSpc>
                <a:spcPct val="100000"/>
              </a:lnSpc>
              <a:defRPr lang="en-US" sz="800" b="1" i="0" kern="1200" cap="none" spc="38" smtClean="0">
                <a:ln w="13500">
                  <a:noFill/>
                  <a:prstDash val="solid"/>
                </a:ln>
                <a:solidFill>
                  <a:schemeClr val="tx2">
                    <a:alpha val="95000"/>
                  </a:schemeClr>
                </a:solidFill>
                <a:effectLst/>
                <a:latin typeface="Source Sans Pro Black" charset="0"/>
                <a:ea typeface="Source Sans Pro Black" charset="0"/>
                <a:cs typeface="Source Sans Pro Black" charset="0"/>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r>
              <a:rPr lang="en-US" dirty="0">
                <a:solidFill>
                  <a:schemeClr val="bg1">
                    <a:alpha val="95000"/>
                  </a:schemeClr>
                </a:solidFill>
              </a:rPr>
              <a:t>© </a:t>
            </a:r>
            <a:r>
              <a:rPr lang="en-US" dirty="0">
                <a:solidFill>
                  <a:schemeClr val="bg1">
                    <a:alpha val="95000"/>
                  </a:schemeClr>
                </a:solidFill>
                <a:latin typeface="Brandon Grotesque Black" charset="0"/>
                <a:ea typeface="Brandon Grotesque Black" charset="0"/>
                <a:cs typeface="Brandon Grotesque Black" charset="0"/>
              </a:rPr>
              <a:t>MICROEJ</a:t>
            </a:r>
            <a:r>
              <a:rPr lang="en-US" dirty="0">
                <a:solidFill>
                  <a:schemeClr val="bg1">
                    <a:alpha val="95000"/>
                  </a:schemeClr>
                </a:solidFill>
              </a:rPr>
              <a:t> 2019 - C O N F I D E N T I A L</a:t>
            </a:r>
          </a:p>
        </p:txBody>
      </p:sp>
    </p:spTree>
    <p:extLst>
      <p:ext uri="{BB962C8B-B14F-4D97-AF65-F5344CB8AC3E}">
        <p14:creationId xmlns:p14="http://schemas.microsoft.com/office/powerpoint/2010/main" val="164708895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Graphic Chapter / Title_subtitle - Conf">
    <p:spTree>
      <p:nvGrpSpPr>
        <p:cNvPr id="1" name=""/>
        <p:cNvGrpSpPr/>
        <p:nvPr/>
      </p:nvGrpSpPr>
      <p:grpSpPr>
        <a:xfrm>
          <a:off x="0" y="0"/>
          <a:ext cx="0" cy="0"/>
          <a:chOff x="0" y="0"/>
          <a:chExt cx="0" cy="0"/>
        </a:xfrm>
      </p:grpSpPr>
      <p:cxnSp>
        <p:nvCxnSpPr>
          <p:cNvPr id="20" name="Straight Connector 19"/>
          <p:cNvCxnSpPr/>
          <p:nvPr/>
        </p:nvCxnSpPr>
        <p:spPr>
          <a:xfrm flipH="1">
            <a:off x="5663952" y="3552512"/>
            <a:ext cx="45359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Title 1"/>
          <p:cNvSpPr>
            <a:spLocks noGrp="1"/>
          </p:cNvSpPr>
          <p:nvPr>
            <p:ph type="ctrTitle" hasCustomPrompt="1"/>
          </p:nvPr>
        </p:nvSpPr>
        <p:spPr>
          <a:xfrm>
            <a:off x="3560644" y="644525"/>
            <a:ext cx="7120056" cy="2726186"/>
          </a:xfrm>
          <a:prstGeom prst="rect">
            <a:avLst/>
          </a:prstGeom>
        </p:spPr>
        <p:txBody>
          <a:bodyPr lIns="0" tIns="0" rIns="0" bIns="0" anchor="b" anchorCtr="0">
            <a:noAutofit/>
          </a:bodyPr>
          <a:lstStyle>
            <a:lvl1pPr algn="l">
              <a:defRPr sz="4000" b="1" i="0" cap="none" baseline="0">
                <a:solidFill>
                  <a:schemeClr val="accent1"/>
                </a:solidFill>
                <a:latin typeface="Source Sans Pro Black" charset="0"/>
                <a:ea typeface="Source Sans Pro Black" charset="0"/>
                <a:cs typeface="Source Sans Pro Black" charset="0"/>
              </a:defRPr>
            </a:lvl1pPr>
          </a:lstStyle>
          <a:p>
            <a:r>
              <a:rPr lang="en-US" dirty="0"/>
              <a:t>Click to edit master title style</a:t>
            </a:r>
          </a:p>
        </p:txBody>
      </p:sp>
      <p:sp>
        <p:nvSpPr>
          <p:cNvPr id="27" name="Text Placeholder 6"/>
          <p:cNvSpPr>
            <a:spLocks noGrp="1"/>
          </p:cNvSpPr>
          <p:nvPr>
            <p:ph type="body" sz="quarter" idx="10" hasCustomPrompt="1"/>
          </p:nvPr>
        </p:nvSpPr>
        <p:spPr>
          <a:xfrm>
            <a:off x="3560643" y="3645024"/>
            <a:ext cx="4119681" cy="2398589"/>
          </a:xfrm>
          <a:prstGeom prst="rect">
            <a:avLst/>
          </a:prstGeom>
        </p:spPr>
        <p:txBody>
          <a:bodyPr lIns="0" tIns="0" rIns="0" bIns="0"/>
          <a:lstStyle>
            <a:lvl1pPr>
              <a:defRPr sz="2600"/>
            </a:lvl1pPr>
          </a:lstStyle>
          <a:p>
            <a:pPr lvl="0"/>
            <a:r>
              <a:rPr lang="en-US" dirty="0"/>
              <a:t>Click to edit Intro text styles</a:t>
            </a:r>
          </a:p>
        </p:txBody>
      </p:sp>
      <p:cxnSp>
        <p:nvCxnSpPr>
          <p:cNvPr id="28" name="Straight Connector 27"/>
          <p:cNvCxnSpPr/>
          <p:nvPr/>
        </p:nvCxnSpPr>
        <p:spPr>
          <a:xfrm flipH="1">
            <a:off x="3555867" y="3552512"/>
            <a:ext cx="379893"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8" name="Picture Placeholder 13"/>
          <p:cNvSpPr>
            <a:spLocks noGrp="1"/>
          </p:cNvSpPr>
          <p:nvPr>
            <p:ph type="pic" sz="quarter" idx="11"/>
          </p:nvPr>
        </p:nvSpPr>
        <p:spPr>
          <a:xfrm>
            <a:off x="37827" y="-8164"/>
            <a:ext cx="3971634" cy="6871855"/>
          </a:xfrm>
          <a:custGeom>
            <a:avLst/>
            <a:gdLst>
              <a:gd name="connsiteX0" fmla="*/ 0 w 4057359"/>
              <a:gd name="connsiteY0" fmla="*/ 0 h 6858000"/>
              <a:gd name="connsiteX1" fmla="*/ 4057359 w 4057359"/>
              <a:gd name="connsiteY1" fmla="*/ 0 h 6858000"/>
              <a:gd name="connsiteX2" fmla="*/ 4057359 w 4057359"/>
              <a:gd name="connsiteY2" fmla="*/ 6858000 h 6858000"/>
              <a:gd name="connsiteX3" fmla="*/ 0 w 4057359"/>
              <a:gd name="connsiteY3" fmla="*/ 6858000 h 6858000"/>
              <a:gd name="connsiteX4" fmla="*/ 0 w 4057359"/>
              <a:gd name="connsiteY4" fmla="*/ 0 h 6858000"/>
              <a:gd name="connsiteX0" fmla="*/ 29731 w 4087090"/>
              <a:gd name="connsiteY0" fmla="*/ 0 h 6871855"/>
              <a:gd name="connsiteX1" fmla="*/ 4087090 w 4087090"/>
              <a:gd name="connsiteY1" fmla="*/ 0 h 6871855"/>
              <a:gd name="connsiteX2" fmla="*/ 0 w 4087090"/>
              <a:gd name="connsiteY2" fmla="*/ 6871855 h 6871855"/>
              <a:gd name="connsiteX3" fmla="*/ 29731 w 4087090"/>
              <a:gd name="connsiteY3" fmla="*/ 6858000 h 6871855"/>
              <a:gd name="connsiteX4" fmla="*/ 29731 w 4087090"/>
              <a:gd name="connsiteY4" fmla="*/ 0 h 6871855"/>
              <a:gd name="connsiteX0" fmla="*/ 0 w 4057359"/>
              <a:gd name="connsiteY0" fmla="*/ 0 h 6941252"/>
              <a:gd name="connsiteX1" fmla="*/ 4057359 w 4057359"/>
              <a:gd name="connsiteY1" fmla="*/ 0 h 6941252"/>
              <a:gd name="connsiteX2" fmla="*/ 27419 w 4057359"/>
              <a:gd name="connsiteY2" fmla="*/ 6941252 h 6941252"/>
              <a:gd name="connsiteX3" fmla="*/ 0 w 4057359"/>
              <a:gd name="connsiteY3" fmla="*/ 6858000 h 6941252"/>
              <a:gd name="connsiteX4" fmla="*/ 0 w 4057359"/>
              <a:gd name="connsiteY4" fmla="*/ 0 h 6941252"/>
              <a:gd name="connsiteX0" fmla="*/ 0 w 4057359"/>
              <a:gd name="connsiteY0" fmla="*/ 0 h 6863691"/>
              <a:gd name="connsiteX1" fmla="*/ 4057359 w 4057359"/>
              <a:gd name="connsiteY1" fmla="*/ 0 h 6863691"/>
              <a:gd name="connsiteX2" fmla="*/ 2926 w 4057359"/>
              <a:gd name="connsiteY2" fmla="*/ 6863691 h 6863691"/>
              <a:gd name="connsiteX3" fmla="*/ 0 w 4057359"/>
              <a:gd name="connsiteY3" fmla="*/ 6858000 h 6863691"/>
              <a:gd name="connsiteX4" fmla="*/ 0 w 4057359"/>
              <a:gd name="connsiteY4" fmla="*/ 0 h 6863691"/>
              <a:gd name="connsiteX0" fmla="*/ 0 w 3971634"/>
              <a:gd name="connsiteY0" fmla="*/ 8164 h 6871855"/>
              <a:gd name="connsiteX1" fmla="*/ 3971634 w 3971634"/>
              <a:gd name="connsiteY1" fmla="*/ 0 h 6871855"/>
              <a:gd name="connsiteX2" fmla="*/ 2926 w 3971634"/>
              <a:gd name="connsiteY2" fmla="*/ 6871855 h 6871855"/>
              <a:gd name="connsiteX3" fmla="*/ 0 w 3971634"/>
              <a:gd name="connsiteY3" fmla="*/ 6866164 h 6871855"/>
              <a:gd name="connsiteX4" fmla="*/ 0 w 3971634"/>
              <a:gd name="connsiteY4" fmla="*/ 8164 h 68718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1634" h="6871855">
                <a:moveTo>
                  <a:pt x="0" y="8164"/>
                </a:moveTo>
                <a:lnTo>
                  <a:pt x="3971634" y="0"/>
                </a:lnTo>
                <a:lnTo>
                  <a:pt x="2926" y="6871855"/>
                </a:lnTo>
                <a:lnTo>
                  <a:pt x="0" y="6866164"/>
                </a:lnTo>
                <a:lnTo>
                  <a:pt x="0" y="8164"/>
                </a:lnTo>
                <a:close/>
              </a:path>
            </a:pathLst>
          </a:custGeom>
          <a:solidFill>
            <a:schemeClr val="accent1"/>
          </a:solidFill>
        </p:spPr>
        <p:txBody>
          <a:bodyPr/>
          <a:lstStyle/>
          <a:p>
            <a:r>
              <a:rPr lang="en-US"/>
              <a:t>Drag picture to placeholder or click icon to add</a:t>
            </a:r>
          </a:p>
        </p:txBody>
      </p:sp>
      <p:cxnSp>
        <p:nvCxnSpPr>
          <p:cNvPr id="7" name="Straight Connector 6"/>
          <p:cNvCxnSpPr/>
          <p:nvPr userDrawn="1"/>
        </p:nvCxnSpPr>
        <p:spPr>
          <a:xfrm flipH="1">
            <a:off x="5663952" y="3552512"/>
            <a:ext cx="45359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flipH="1">
            <a:off x="3555867" y="3552512"/>
            <a:ext cx="379893"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102453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Red Chapter / Title_Subtitle_Number -  Conf">
    <p:spTree>
      <p:nvGrpSpPr>
        <p:cNvPr id="1" name=""/>
        <p:cNvGrpSpPr/>
        <p:nvPr/>
      </p:nvGrpSpPr>
      <p:grpSpPr>
        <a:xfrm>
          <a:off x="0" y="0"/>
          <a:ext cx="0" cy="0"/>
          <a:chOff x="0" y="0"/>
          <a:chExt cx="0" cy="0"/>
        </a:xfrm>
      </p:grpSpPr>
      <p:sp>
        <p:nvSpPr>
          <p:cNvPr id="14" name="Picture Placeholder 13"/>
          <p:cNvSpPr>
            <a:spLocks noGrp="1"/>
          </p:cNvSpPr>
          <p:nvPr>
            <p:ph type="pic" sz="quarter" idx="11"/>
          </p:nvPr>
        </p:nvSpPr>
        <p:spPr>
          <a:xfrm>
            <a:off x="37827" y="-8164"/>
            <a:ext cx="3971634" cy="6871855"/>
          </a:xfrm>
          <a:custGeom>
            <a:avLst/>
            <a:gdLst>
              <a:gd name="connsiteX0" fmla="*/ 0 w 4057359"/>
              <a:gd name="connsiteY0" fmla="*/ 0 h 6858000"/>
              <a:gd name="connsiteX1" fmla="*/ 4057359 w 4057359"/>
              <a:gd name="connsiteY1" fmla="*/ 0 h 6858000"/>
              <a:gd name="connsiteX2" fmla="*/ 4057359 w 4057359"/>
              <a:gd name="connsiteY2" fmla="*/ 6858000 h 6858000"/>
              <a:gd name="connsiteX3" fmla="*/ 0 w 4057359"/>
              <a:gd name="connsiteY3" fmla="*/ 6858000 h 6858000"/>
              <a:gd name="connsiteX4" fmla="*/ 0 w 4057359"/>
              <a:gd name="connsiteY4" fmla="*/ 0 h 6858000"/>
              <a:gd name="connsiteX0" fmla="*/ 29731 w 4087090"/>
              <a:gd name="connsiteY0" fmla="*/ 0 h 6871855"/>
              <a:gd name="connsiteX1" fmla="*/ 4087090 w 4087090"/>
              <a:gd name="connsiteY1" fmla="*/ 0 h 6871855"/>
              <a:gd name="connsiteX2" fmla="*/ 0 w 4087090"/>
              <a:gd name="connsiteY2" fmla="*/ 6871855 h 6871855"/>
              <a:gd name="connsiteX3" fmla="*/ 29731 w 4087090"/>
              <a:gd name="connsiteY3" fmla="*/ 6858000 h 6871855"/>
              <a:gd name="connsiteX4" fmla="*/ 29731 w 4087090"/>
              <a:gd name="connsiteY4" fmla="*/ 0 h 6871855"/>
              <a:gd name="connsiteX0" fmla="*/ 0 w 4057359"/>
              <a:gd name="connsiteY0" fmla="*/ 0 h 6941252"/>
              <a:gd name="connsiteX1" fmla="*/ 4057359 w 4057359"/>
              <a:gd name="connsiteY1" fmla="*/ 0 h 6941252"/>
              <a:gd name="connsiteX2" fmla="*/ 27419 w 4057359"/>
              <a:gd name="connsiteY2" fmla="*/ 6941252 h 6941252"/>
              <a:gd name="connsiteX3" fmla="*/ 0 w 4057359"/>
              <a:gd name="connsiteY3" fmla="*/ 6858000 h 6941252"/>
              <a:gd name="connsiteX4" fmla="*/ 0 w 4057359"/>
              <a:gd name="connsiteY4" fmla="*/ 0 h 6941252"/>
              <a:gd name="connsiteX0" fmla="*/ 0 w 4057359"/>
              <a:gd name="connsiteY0" fmla="*/ 0 h 6863691"/>
              <a:gd name="connsiteX1" fmla="*/ 4057359 w 4057359"/>
              <a:gd name="connsiteY1" fmla="*/ 0 h 6863691"/>
              <a:gd name="connsiteX2" fmla="*/ 2926 w 4057359"/>
              <a:gd name="connsiteY2" fmla="*/ 6863691 h 6863691"/>
              <a:gd name="connsiteX3" fmla="*/ 0 w 4057359"/>
              <a:gd name="connsiteY3" fmla="*/ 6858000 h 6863691"/>
              <a:gd name="connsiteX4" fmla="*/ 0 w 4057359"/>
              <a:gd name="connsiteY4" fmla="*/ 0 h 6863691"/>
              <a:gd name="connsiteX0" fmla="*/ 0 w 3971634"/>
              <a:gd name="connsiteY0" fmla="*/ 8164 h 6871855"/>
              <a:gd name="connsiteX1" fmla="*/ 3971634 w 3971634"/>
              <a:gd name="connsiteY1" fmla="*/ 0 h 6871855"/>
              <a:gd name="connsiteX2" fmla="*/ 2926 w 3971634"/>
              <a:gd name="connsiteY2" fmla="*/ 6871855 h 6871855"/>
              <a:gd name="connsiteX3" fmla="*/ 0 w 3971634"/>
              <a:gd name="connsiteY3" fmla="*/ 6866164 h 6871855"/>
              <a:gd name="connsiteX4" fmla="*/ 0 w 3971634"/>
              <a:gd name="connsiteY4" fmla="*/ 8164 h 68718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1634" h="6871855">
                <a:moveTo>
                  <a:pt x="0" y="8164"/>
                </a:moveTo>
                <a:lnTo>
                  <a:pt x="3971634" y="0"/>
                </a:lnTo>
                <a:lnTo>
                  <a:pt x="2926" y="6871855"/>
                </a:lnTo>
                <a:lnTo>
                  <a:pt x="0" y="6866164"/>
                </a:lnTo>
                <a:lnTo>
                  <a:pt x="0" y="8164"/>
                </a:lnTo>
                <a:close/>
              </a:path>
            </a:pathLst>
          </a:custGeom>
          <a:solidFill>
            <a:schemeClr val="accent1"/>
          </a:solidFill>
        </p:spPr>
        <p:txBody>
          <a:bodyPr/>
          <a:lstStyle/>
          <a:p>
            <a:r>
              <a:rPr lang="en-US"/>
              <a:t>Drag picture to placeholder or click icon to add</a:t>
            </a:r>
          </a:p>
        </p:txBody>
      </p:sp>
      <p:cxnSp>
        <p:nvCxnSpPr>
          <p:cNvPr id="20" name="Straight Connector 19"/>
          <p:cNvCxnSpPr/>
          <p:nvPr/>
        </p:nvCxnSpPr>
        <p:spPr>
          <a:xfrm flipH="1">
            <a:off x="5663952" y="3552512"/>
            <a:ext cx="45359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5" name="Text Placeholder 4"/>
          <p:cNvSpPr>
            <a:spLocks noGrp="1"/>
          </p:cNvSpPr>
          <p:nvPr>
            <p:ph type="body" sz="quarter" idx="12" hasCustomPrompt="1"/>
          </p:nvPr>
        </p:nvSpPr>
        <p:spPr>
          <a:xfrm>
            <a:off x="9182100" y="3645024"/>
            <a:ext cx="2602532" cy="2029941"/>
          </a:xfrm>
          <a:prstGeom prst="rect">
            <a:avLst/>
          </a:prstGeom>
        </p:spPr>
        <p:txBody>
          <a:bodyPr vert="horz" anchor="b" anchorCtr="0"/>
          <a:lstStyle>
            <a:lvl1pPr algn="r">
              <a:spcBef>
                <a:spcPts val="0"/>
              </a:spcBef>
              <a:spcAft>
                <a:spcPts val="0"/>
              </a:spcAft>
              <a:defRPr sz="17000"/>
            </a:lvl1pPr>
            <a:lvl2pPr algn="just">
              <a:defRPr sz="17000"/>
            </a:lvl2pPr>
            <a:lvl3pPr algn="just">
              <a:defRPr sz="17000"/>
            </a:lvl3pPr>
            <a:lvl4pPr algn="just">
              <a:defRPr sz="17000"/>
            </a:lvl4pPr>
            <a:lvl5pPr algn="just">
              <a:defRPr sz="17000"/>
            </a:lvl5pPr>
          </a:lstStyle>
          <a:p>
            <a:pPr lvl="0"/>
            <a:r>
              <a:rPr lang="en-US" dirty="0"/>
              <a:t>N°</a:t>
            </a:r>
          </a:p>
        </p:txBody>
      </p:sp>
      <p:sp>
        <p:nvSpPr>
          <p:cNvPr id="8" name="Title 1"/>
          <p:cNvSpPr>
            <a:spLocks noGrp="1"/>
          </p:cNvSpPr>
          <p:nvPr>
            <p:ph type="ctrTitle" hasCustomPrompt="1"/>
          </p:nvPr>
        </p:nvSpPr>
        <p:spPr>
          <a:xfrm>
            <a:off x="3560644" y="644525"/>
            <a:ext cx="7120056" cy="2726186"/>
          </a:xfrm>
          <a:prstGeom prst="rect">
            <a:avLst/>
          </a:prstGeom>
        </p:spPr>
        <p:txBody>
          <a:bodyPr lIns="0" tIns="0" rIns="0" bIns="0" anchor="b" anchorCtr="0">
            <a:noAutofit/>
          </a:bodyPr>
          <a:lstStyle>
            <a:lvl1pPr algn="l">
              <a:defRPr sz="4000" b="1" i="0" cap="none" baseline="0">
                <a:solidFill>
                  <a:schemeClr val="accent1"/>
                </a:solidFill>
                <a:latin typeface="Source Sans Pro Black" charset="0"/>
                <a:ea typeface="Source Sans Pro Black" charset="0"/>
                <a:cs typeface="Source Sans Pro Black" charset="0"/>
              </a:defRPr>
            </a:lvl1pPr>
          </a:lstStyle>
          <a:p>
            <a:r>
              <a:rPr lang="en-US" dirty="0"/>
              <a:t>Click to edit master title style</a:t>
            </a:r>
          </a:p>
        </p:txBody>
      </p:sp>
      <p:sp>
        <p:nvSpPr>
          <p:cNvPr id="9" name="Text Placeholder 6"/>
          <p:cNvSpPr>
            <a:spLocks noGrp="1"/>
          </p:cNvSpPr>
          <p:nvPr>
            <p:ph type="body" sz="quarter" idx="10" hasCustomPrompt="1"/>
          </p:nvPr>
        </p:nvSpPr>
        <p:spPr>
          <a:xfrm>
            <a:off x="3560643" y="3645024"/>
            <a:ext cx="4119681" cy="2398589"/>
          </a:xfrm>
          <a:prstGeom prst="rect">
            <a:avLst/>
          </a:prstGeom>
        </p:spPr>
        <p:txBody>
          <a:bodyPr lIns="0" tIns="0" rIns="0" bIns="0"/>
          <a:lstStyle>
            <a:lvl1pPr>
              <a:defRPr sz="2600"/>
            </a:lvl1pPr>
          </a:lstStyle>
          <a:p>
            <a:pPr lvl="0"/>
            <a:r>
              <a:rPr lang="en-US" dirty="0"/>
              <a:t>Click to edit Intro text styles</a:t>
            </a:r>
          </a:p>
        </p:txBody>
      </p:sp>
      <p:cxnSp>
        <p:nvCxnSpPr>
          <p:cNvPr id="10" name="Straight Connector 9"/>
          <p:cNvCxnSpPr/>
          <p:nvPr/>
        </p:nvCxnSpPr>
        <p:spPr>
          <a:xfrm flipH="1">
            <a:off x="3555867" y="3552512"/>
            <a:ext cx="379893"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userDrawn="1"/>
        </p:nvCxnSpPr>
        <p:spPr>
          <a:xfrm flipH="1">
            <a:off x="5663952" y="3552512"/>
            <a:ext cx="45359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userDrawn="1"/>
        </p:nvCxnSpPr>
        <p:spPr>
          <a:xfrm flipH="1">
            <a:off x="3555867" y="3552512"/>
            <a:ext cx="379893"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924512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Red SubChapter / Title - Conf">
    <p:spTree>
      <p:nvGrpSpPr>
        <p:cNvPr id="1" name=""/>
        <p:cNvGrpSpPr/>
        <p:nvPr/>
      </p:nvGrpSpPr>
      <p:grpSpPr>
        <a:xfrm>
          <a:off x="0" y="0"/>
          <a:ext cx="0" cy="0"/>
          <a:chOff x="0" y="0"/>
          <a:chExt cx="0" cy="0"/>
        </a:xfrm>
      </p:grpSpPr>
      <p:sp>
        <p:nvSpPr>
          <p:cNvPr id="15" name="Rectangle 14"/>
          <p:cNvSpPr/>
          <p:nvPr/>
        </p:nvSpPr>
        <p:spPr>
          <a:xfrm>
            <a:off x="0" y="0"/>
            <a:ext cx="12192000" cy="6858000"/>
          </a:xfrm>
          <a:prstGeom prst="rect">
            <a:avLst/>
          </a:prstGeom>
          <a:solidFill>
            <a:srgbClr val="E642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Picture 2" descr="C:\Users\cmorineau\Marketing-Private\Marcom\Graphics\Artwork_Corp\Logos\Logo-microej-grey-h50.png"/>
          <p:cNvPicPr>
            <a:picLocks noChangeAspect="1" noChangeArrowheads="1"/>
          </p:cNvPicPr>
          <p:nvPr/>
        </p:nvPicPr>
        <p:blipFill>
          <a:blip r:embed="rId2" cstate="print">
            <a:biLevel thresh="25000"/>
            <a:extLst>
              <a:ext uri="{28A0092B-C50C-407E-A947-70E740481C1C}">
                <a14:useLocalDpi xmlns:a14="http://schemas.microsoft.com/office/drawing/2010/main" val="0"/>
              </a:ext>
            </a:extLst>
          </a:blip>
          <a:srcRect/>
          <a:stretch>
            <a:fillRect/>
          </a:stretch>
        </p:blipFill>
        <p:spPr bwMode="auto">
          <a:xfrm>
            <a:off x="11056039" y="454456"/>
            <a:ext cx="576064" cy="107175"/>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Straight Connector 18"/>
          <p:cNvCxnSpPr/>
          <p:nvPr/>
        </p:nvCxnSpPr>
        <p:spPr>
          <a:xfrm>
            <a:off x="1657350" y="3429000"/>
            <a:ext cx="9023349"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0" name="Title 1"/>
          <p:cNvSpPr>
            <a:spLocks noGrp="1"/>
          </p:cNvSpPr>
          <p:nvPr>
            <p:ph type="ctrTitle" hasCustomPrompt="1"/>
          </p:nvPr>
        </p:nvSpPr>
        <p:spPr>
          <a:xfrm>
            <a:off x="1657350" y="1772816"/>
            <a:ext cx="9023349" cy="1512168"/>
          </a:xfrm>
          <a:prstGeom prst="rect">
            <a:avLst/>
          </a:prstGeom>
        </p:spPr>
        <p:txBody>
          <a:bodyPr lIns="0" tIns="0" rIns="0" bIns="0" anchor="b" anchorCtr="1">
            <a:noAutofit/>
          </a:bodyPr>
          <a:lstStyle>
            <a:lvl1pPr algn="ctr">
              <a:defRPr sz="3000" b="1" i="0" cap="all" baseline="0">
                <a:solidFill>
                  <a:schemeClr val="bg1"/>
                </a:solidFill>
                <a:latin typeface="Source Sans Pro Black" charset="0"/>
                <a:ea typeface="Source Sans Pro Black" charset="0"/>
                <a:cs typeface="Source Sans Pro Black" charset="0"/>
              </a:defRPr>
            </a:lvl1pPr>
          </a:lstStyle>
          <a:p>
            <a:r>
              <a:rPr lang="en-US" dirty="0"/>
              <a:t>Click to edit master title style</a:t>
            </a:r>
          </a:p>
        </p:txBody>
      </p:sp>
      <p:sp>
        <p:nvSpPr>
          <p:cNvPr id="6" name="Rectangle 5"/>
          <p:cNvSpPr/>
          <p:nvPr userDrawn="1"/>
        </p:nvSpPr>
        <p:spPr>
          <a:xfrm>
            <a:off x="0" y="0"/>
            <a:ext cx="12192000" cy="6858000"/>
          </a:xfrm>
          <a:prstGeom prst="rect">
            <a:avLst/>
          </a:prstGeom>
          <a:solidFill>
            <a:srgbClr val="E642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2" descr="C:\Users\cmorineau\Marketing-Private\Marcom\Graphics\Artwork_Corp\Logos\Logo-microej-grey-h50.png"/>
          <p:cNvPicPr>
            <a:picLocks noChangeAspect="1" noChangeArrowheads="1"/>
          </p:cNvPicPr>
          <p:nvPr userDrawn="1"/>
        </p:nvPicPr>
        <p:blipFill>
          <a:blip r:embed="rId2" cstate="print">
            <a:biLevel thresh="25000"/>
            <a:extLst>
              <a:ext uri="{28A0092B-C50C-407E-A947-70E740481C1C}">
                <a14:useLocalDpi xmlns:a14="http://schemas.microsoft.com/office/drawing/2010/main" val="0"/>
              </a:ext>
            </a:extLst>
          </a:blip>
          <a:srcRect/>
          <a:stretch>
            <a:fillRect/>
          </a:stretch>
        </p:blipFill>
        <p:spPr bwMode="auto">
          <a:xfrm>
            <a:off x="11056039" y="454456"/>
            <a:ext cx="576064" cy="107175"/>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Connector 7"/>
          <p:cNvCxnSpPr/>
          <p:nvPr userDrawn="1"/>
        </p:nvCxnSpPr>
        <p:spPr>
          <a:xfrm>
            <a:off x="1657350" y="3429000"/>
            <a:ext cx="9023349"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9" name="Footer Placeholder 11"/>
          <p:cNvSpPr txBox="1">
            <a:spLocks/>
          </p:cNvSpPr>
          <p:nvPr userDrawn="1"/>
        </p:nvSpPr>
        <p:spPr>
          <a:xfrm>
            <a:off x="550863" y="6315916"/>
            <a:ext cx="2390627" cy="137420"/>
          </a:xfrm>
          <a:prstGeom prst="rect">
            <a:avLst/>
          </a:prstGeom>
        </p:spPr>
        <p:txBody>
          <a:bodyPr vert="horz" lIns="0" tIns="0" rIns="0" bIns="0" numCol="1" rtlCol="0" anchor="t" anchorCtr="0"/>
          <a:lstStyle>
            <a:defPPr>
              <a:defRPr lang="en-US"/>
            </a:defPPr>
            <a:lvl1pPr marL="0" algn="l" defTabSz="914377" rtl="0" eaLnBrk="1" latinLnBrk="0" hangingPunct="1">
              <a:lnSpc>
                <a:spcPct val="100000"/>
              </a:lnSpc>
              <a:defRPr lang="en-US" sz="800" b="1" i="0" kern="1200" cap="none" spc="38" smtClean="0">
                <a:ln w="13500">
                  <a:noFill/>
                  <a:prstDash val="solid"/>
                </a:ln>
                <a:solidFill>
                  <a:schemeClr val="tx2">
                    <a:alpha val="95000"/>
                  </a:schemeClr>
                </a:solidFill>
                <a:effectLst/>
                <a:latin typeface="Source Sans Pro Black" charset="0"/>
                <a:ea typeface="Source Sans Pro Black" charset="0"/>
                <a:cs typeface="Source Sans Pro Black" charset="0"/>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r>
              <a:rPr lang="en-US" dirty="0">
                <a:solidFill>
                  <a:schemeClr val="bg1">
                    <a:alpha val="95000"/>
                  </a:schemeClr>
                </a:solidFill>
              </a:rPr>
              <a:t>© </a:t>
            </a:r>
            <a:r>
              <a:rPr lang="en-US" dirty="0">
                <a:solidFill>
                  <a:schemeClr val="bg1">
                    <a:alpha val="95000"/>
                  </a:schemeClr>
                </a:solidFill>
                <a:latin typeface="Brandon Grotesque Black" charset="0"/>
                <a:ea typeface="Brandon Grotesque Black" charset="0"/>
                <a:cs typeface="Brandon Grotesque Black" charset="0"/>
              </a:rPr>
              <a:t>MICROEJ</a:t>
            </a:r>
            <a:r>
              <a:rPr lang="en-US" dirty="0">
                <a:solidFill>
                  <a:schemeClr val="bg1">
                    <a:alpha val="95000"/>
                  </a:schemeClr>
                </a:solidFill>
              </a:rPr>
              <a:t> 2019 - C O N F I D E N T I A L</a:t>
            </a:r>
          </a:p>
        </p:txBody>
      </p:sp>
    </p:spTree>
    <p:extLst>
      <p:ext uri="{BB962C8B-B14F-4D97-AF65-F5344CB8AC3E}">
        <p14:creationId xmlns:p14="http://schemas.microsoft.com/office/powerpoint/2010/main" val="194942612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Title Only - Conf">
    <p:spTree>
      <p:nvGrpSpPr>
        <p:cNvPr id="1" name=""/>
        <p:cNvGrpSpPr/>
        <p:nvPr/>
      </p:nvGrpSpPr>
      <p:grpSpPr>
        <a:xfrm>
          <a:off x="0" y="0"/>
          <a:ext cx="0" cy="0"/>
          <a:chOff x="0" y="0"/>
          <a:chExt cx="0" cy="0"/>
        </a:xfrm>
      </p:grpSpPr>
      <p:sp>
        <p:nvSpPr>
          <p:cNvPr id="12"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cxnSp>
        <p:nvCxnSpPr>
          <p:cNvPr id="13" name="Straight Connector 12"/>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7405226"/>
      </p:ext>
    </p:extLst>
  </p:cSld>
  <p:clrMapOvr>
    <a:masterClrMapping/>
  </p:clrMapOvr>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Title-2lines_Only - Conf">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550863" y="476672"/>
            <a:ext cx="8631237" cy="921672"/>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cxnSp>
        <p:nvCxnSpPr>
          <p:cNvPr id="5" name="Straight Connector 4"/>
          <p:cNvCxnSpPr/>
          <p:nvPr userDrawn="1"/>
        </p:nvCxnSpPr>
        <p:spPr>
          <a:xfrm>
            <a:off x="550863" y="1398344"/>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4705393"/>
      </p:ext>
    </p:extLst>
  </p:cSld>
  <p:clrMapOvr>
    <a:masterClrMapping/>
  </p:clrMapOvr>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_1 Column / Title-2lines_Content - Conf">
    <p:spTree>
      <p:nvGrpSpPr>
        <p:cNvPr id="1" name=""/>
        <p:cNvGrpSpPr/>
        <p:nvPr/>
      </p:nvGrpSpPr>
      <p:grpSpPr>
        <a:xfrm>
          <a:off x="0" y="0"/>
          <a:ext cx="0" cy="0"/>
          <a:chOff x="0" y="0"/>
          <a:chExt cx="0" cy="0"/>
        </a:xfrm>
      </p:grpSpPr>
      <p:sp>
        <p:nvSpPr>
          <p:cNvPr id="11" name="Content Placeholder 3"/>
          <p:cNvSpPr>
            <a:spLocks noGrp="1"/>
          </p:cNvSpPr>
          <p:nvPr>
            <p:ph sz="half" idx="2" hasCustomPrompt="1"/>
          </p:nvPr>
        </p:nvSpPr>
        <p:spPr>
          <a:xfrm>
            <a:off x="550862" y="1293703"/>
            <a:ext cx="10129837" cy="4749909"/>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cxnSp>
        <p:nvCxnSpPr>
          <p:cNvPr id="10" name="Straight Connector 9"/>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extLst>
      <p:ext uri="{BB962C8B-B14F-4D97-AF65-F5344CB8AC3E}">
        <p14:creationId xmlns:p14="http://schemas.microsoft.com/office/powerpoint/2010/main" val="124133372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Column / Title-2lines_Content - Conf">
    <p:spTree>
      <p:nvGrpSpPr>
        <p:cNvPr id="1" name=""/>
        <p:cNvGrpSpPr/>
        <p:nvPr/>
      </p:nvGrpSpPr>
      <p:grpSpPr>
        <a:xfrm>
          <a:off x="0" y="0"/>
          <a:ext cx="0" cy="0"/>
          <a:chOff x="0" y="0"/>
          <a:chExt cx="0" cy="0"/>
        </a:xfrm>
      </p:grpSpPr>
      <p:sp>
        <p:nvSpPr>
          <p:cNvPr id="11" name="Content Placeholder 3"/>
          <p:cNvSpPr>
            <a:spLocks noGrp="1"/>
          </p:cNvSpPr>
          <p:nvPr>
            <p:ph sz="half" idx="2" hasCustomPrompt="1"/>
          </p:nvPr>
        </p:nvSpPr>
        <p:spPr>
          <a:xfrm>
            <a:off x="550862" y="1606476"/>
            <a:ext cx="10129837" cy="4437137"/>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sp>
        <p:nvSpPr>
          <p:cNvPr id="15" name="Title Placeholder 1"/>
          <p:cNvSpPr>
            <a:spLocks noGrp="1"/>
          </p:cNvSpPr>
          <p:nvPr>
            <p:ph type="title" hasCustomPrompt="1"/>
          </p:nvPr>
        </p:nvSpPr>
        <p:spPr>
          <a:xfrm>
            <a:off x="550863" y="476672"/>
            <a:ext cx="8631237" cy="921672"/>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cxnSp>
        <p:nvCxnSpPr>
          <p:cNvPr id="16" name="Straight Connector 15"/>
          <p:cNvCxnSpPr/>
          <p:nvPr userDrawn="1"/>
        </p:nvCxnSpPr>
        <p:spPr>
          <a:xfrm>
            <a:off x="550863" y="1398344"/>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051784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1 Column / Title_Subtitle_Content - Conf">
    <p:spTree>
      <p:nvGrpSpPr>
        <p:cNvPr id="1" name=""/>
        <p:cNvGrpSpPr/>
        <p:nvPr/>
      </p:nvGrpSpPr>
      <p:grpSpPr>
        <a:xfrm>
          <a:off x="0" y="0"/>
          <a:ext cx="0" cy="0"/>
          <a:chOff x="0" y="0"/>
          <a:chExt cx="0" cy="0"/>
        </a:xfrm>
      </p:grpSpPr>
      <p:sp>
        <p:nvSpPr>
          <p:cNvPr id="4" name="Text Placeholder 2"/>
          <p:cNvSpPr>
            <a:spLocks noGrp="1"/>
          </p:cNvSpPr>
          <p:nvPr>
            <p:ph type="body" idx="1" hasCustomPrompt="1"/>
          </p:nvPr>
        </p:nvSpPr>
        <p:spPr>
          <a:xfrm>
            <a:off x="550861" y="1293703"/>
            <a:ext cx="10129838" cy="432049"/>
          </a:xfrm>
          <a:prstGeom prst="rect">
            <a:avLst/>
          </a:prstGeom>
        </p:spPr>
        <p:txBody>
          <a:bodyPr lIns="0" tIns="0" rIns="0" bIns="0" anchor="t" anchorCtr="0">
            <a:noAutofit/>
          </a:bodyPr>
          <a:lstStyle>
            <a:lvl1pPr marL="0" indent="0">
              <a:lnSpc>
                <a:spcPts val="2000"/>
              </a:lnSpc>
              <a:buNone/>
              <a:defRPr sz="18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5" name="Content Placeholder 3"/>
          <p:cNvSpPr>
            <a:spLocks noGrp="1"/>
          </p:cNvSpPr>
          <p:nvPr>
            <p:ph sz="half" idx="11" hasCustomPrompt="1"/>
          </p:nvPr>
        </p:nvSpPr>
        <p:spPr>
          <a:xfrm>
            <a:off x="550863" y="1869759"/>
            <a:ext cx="10129836" cy="4173853"/>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cxnSp>
        <p:nvCxnSpPr>
          <p:cNvPr id="14" name="Straight Connector 13"/>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extLst>
      <p:ext uri="{BB962C8B-B14F-4D97-AF65-F5344CB8AC3E}">
        <p14:creationId xmlns:p14="http://schemas.microsoft.com/office/powerpoint/2010/main" val="48405219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1 Columns / Title_Content+picture">
    <p:spTree>
      <p:nvGrpSpPr>
        <p:cNvPr id="1" name=""/>
        <p:cNvGrpSpPr/>
        <p:nvPr/>
      </p:nvGrpSpPr>
      <p:grpSpPr>
        <a:xfrm>
          <a:off x="0" y="0"/>
          <a:ext cx="0" cy="0"/>
          <a:chOff x="0" y="0"/>
          <a:chExt cx="0" cy="0"/>
        </a:xfrm>
      </p:grpSpPr>
      <p:sp>
        <p:nvSpPr>
          <p:cNvPr id="6" name="Content Placeholder 3"/>
          <p:cNvSpPr>
            <a:spLocks noGrp="1"/>
          </p:cNvSpPr>
          <p:nvPr>
            <p:ph sz="half" idx="11" hasCustomPrompt="1"/>
          </p:nvPr>
        </p:nvSpPr>
        <p:spPr>
          <a:xfrm>
            <a:off x="550863" y="1293703"/>
            <a:ext cx="4999583" cy="4749910"/>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sp>
        <p:nvSpPr>
          <p:cNvPr id="8" name="Content Placeholder 3"/>
          <p:cNvSpPr>
            <a:spLocks noGrp="1"/>
          </p:cNvSpPr>
          <p:nvPr>
            <p:ph sz="half" idx="12" hasCustomPrompt="1"/>
          </p:nvPr>
        </p:nvSpPr>
        <p:spPr>
          <a:xfrm>
            <a:off x="5681117" y="1293703"/>
            <a:ext cx="4999583" cy="4749910"/>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cxnSp>
        <p:nvCxnSpPr>
          <p:cNvPr id="10" name="Straight Connector 9"/>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extLst>
      <p:ext uri="{BB962C8B-B14F-4D97-AF65-F5344CB8AC3E}">
        <p14:creationId xmlns:p14="http://schemas.microsoft.com/office/powerpoint/2010/main" val="153524245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2 Columns / Title_Content - Conf">
    <p:spTree>
      <p:nvGrpSpPr>
        <p:cNvPr id="1" name=""/>
        <p:cNvGrpSpPr/>
        <p:nvPr/>
      </p:nvGrpSpPr>
      <p:grpSpPr>
        <a:xfrm>
          <a:off x="0" y="0"/>
          <a:ext cx="0" cy="0"/>
          <a:chOff x="0" y="0"/>
          <a:chExt cx="0" cy="0"/>
        </a:xfrm>
      </p:grpSpPr>
      <p:sp>
        <p:nvSpPr>
          <p:cNvPr id="7" name="Content Placeholder 3"/>
          <p:cNvSpPr>
            <a:spLocks noGrp="1"/>
          </p:cNvSpPr>
          <p:nvPr>
            <p:ph sz="half" idx="11" hasCustomPrompt="1"/>
          </p:nvPr>
        </p:nvSpPr>
        <p:spPr>
          <a:xfrm>
            <a:off x="550863" y="1293703"/>
            <a:ext cx="10129837" cy="4749910"/>
          </a:xfrm>
          <a:prstGeom prst="rect">
            <a:avLst/>
          </a:prstGeom>
        </p:spPr>
        <p:txBody>
          <a:bodyPr lIns="90000" numCol="2">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cxnSp>
        <p:nvCxnSpPr>
          <p:cNvPr id="6" name="Straight Connector 5"/>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extLst>
      <p:ext uri="{BB962C8B-B14F-4D97-AF65-F5344CB8AC3E}">
        <p14:creationId xmlns:p14="http://schemas.microsoft.com/office/powerpoint/2010/main" val="226954894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2 Column / Title_Subtitle_Content - Conf">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554378" y="1293703"/>
            <a:ext cx="4996068" cy="432049"/>
          </a:xfrm>
          <a:prstGeom prst="rect">
            <a:avLst/>
          </a:prstGeom>
        </p:spPr>
        <p:txBody>
          <a:bodyPr lIns="0" tIns="0" rIns="0" bIns="0" anchor="t" anchorCtr="0">
            <a:noAutofit/>
          </a:bodyPr>
          <a:lstStyle>
            <a:lvl1pPr marL="0" indent="0">
              <a:lnSpc>
                <a:spcPts val="2000"/>
              </a:lnSpc>
              <a:buNone/>
              <a:defRPr sz="18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9" name="Content Placeholder 3"/>
          <p:cNvSpPr>
            <a:spLocks noGrp="1"/>
          </p:cNvSpPr>
          <p:nvPr>
            <p:ph sz="half" idx="11" hasCustomPrompt="1"/>
          </p:nvPr>
        </p:nvSpPr>
        <p:spPr>
          <a:xfrm>
            <a:off x="550863" y="1869761"/>
            <a:ext cx="10129837" cy="4173852"/>
          </a:xfrm>
          <a:prstGeom prst="rect">
            <a:avLst/>
          </a:prstGeom>
        </p:spPr>
        <p:txBody>
          <a:bodyPr lIns="90000" numCol="2">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4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cxnSp>
        <p:nvCxnSpPr>
          <p:cNvPr id="7" name="Straight Connector 6"/>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extLst>
      <p:ext uri="{BB962C8B-B14F-4D97-AF65-F5344CB8AC3E}">
        <p14:creationId xmlns:p14="http://schemas.microsoft.com/office/powerpoint/2010/main" val="236161691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2 Columns/ Comparison - Conf">
    <p:spTree>
      <p:nvGrpSpPr>
        <p:cNvPr id="1" name=""/>
        <p:cNvGrpSpPr/>
        <p:nvPr/>
      </p:nvGrpSpPr>
      <p:grpSpPr>
        <a:xfrm>
          <a:off x="0" y="0"/>
          <a:ext cx="0" cy="0"/>
          <a:chOff x="0" y="0"/>
          <a:chExt cx="0" cy="0"/>
        </a:xfrm>
      </p:grpSpPr>
      <p:sp>
        <p:nvSpPr>
          <p:cNvPr id="7" name="Text Placeholder 2"/>
          <p:cNvSpPr>
            <a:spLocks noGrp="1"/>
          </p:cNvSpPr>
          <p:nvPr>
            <p:ph type="body" idx="1" hasCustomPrompt="1"/>
          </p:nvPr>
        </p:nvSpPr>
        <p:spPr>
          <a:xfrm>
            <a:off x="554378" y="1293703"/>
            <a:ext cx="4996068" cy="432049"/>
          </a:xfrm>
          <a:prstGeom prst="rect">
            <a:avLst/>
          </a:prstGeom>
        </p:spPr>
        <p:txBody>
          <a:bodyPr lIns="0" tIns="0" rIns="0" bIns="0" anchor="t" anchorCtr="0">
            <a:noAutofit/>
          </a:bodyPr>
          <a:lstStyle>
            <a:lvl1pPr marL="0" indent="0">
              <a:lnSpc>
                <a:spcPts val="2000"/>
              </a:lnSpc>
              <a:buNone/>
              <a:defRPr sz="18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9" name="Content Placeholder 3"/>
          <p:cNvSpPr>
            <a:spLocks noGrp="1"/>
          </p:cNvSpPr>
          <p:nvPr>
            <p:ph sz="half" idx="13" hasCustomPrompt="1"/>
          </p:nvPr>
        </p:nvSpPr>
        <p:spPr>
          <a:xfrm>
            <a:off x="550863" y="1869761"/>
            <a:ext cx="4999583" cy="4173852"/>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sp>
        <p:nvSpPr>
          <p:cNvPr id="11" name="Text Placeholder 2"/>
          <p:cNvSpPr>
            <a:spLocks noGrp="1"/>
          </p:cNvSpPr>
          <p:nvPr>
            <p:ph type="body" idx="14" hasCustomPrompt="1"/>
          </p:nvPr>
        </p:nvSpPr>
        <p:spPr>
          <a:xfrm>
            <a:off x="5684632" y="1293703"/>
            <a:ext cx="4996068" cy="432049"/>
          </a:xfrm>
          <a:prstGeom prst="rect">
            <a:avLst/>
          </a:prstGeom>
        </p:spPr>
        <p:txBody>
          <a:bodyPr lIns="0" tIns="0" rIns="0" bIns="0" anchor="t" anchorCtr="0">
            <a:noAutofit/>
          </a:bodyPr>
          <a:lstStyle>
            <a:lvl1pPr marL="0" indent="0">
              <a:lnSpc>
                <a:spcPts val="2000"/>
              </a:lnSpc>
              <a:buNone/>
              <a:defRPr sz="18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13" name="Content Placeholder 3"/>
          <p:cNvSpPr>
            <a:spLocks noGrp="1"/>
          </p:cNvSpPr>
          <p:nvPr>
            <p:ph sz="half" idx="15" hasCustomPrompt="1"/>
          </p:nvPr>
        </p:nvSpPr>
        <p:spPr>
          <a:xfrm>
            <a:off x="5681117" y="1869761"/>
            <a:ext cx="4999583" cy="4173852"/>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cxnSp>
        <p:nvCxnSpPr>
          <p:cNvPr id="10" name="Straight Connector 9"/>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extLst>
      <p:ext uri="{BB962C8B-B14F-4D97-AF65-F5344CB8AC3E}">
        <p14:creationId xmlns:p14="http://schemas.microsoft.com/office/powerpoint/2010/main" val="321289378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_3 Column / Title_Content - Conf">
    <p:spTree>
      <p:nvGrpSpPr>
        <p:cNvPr id="1" name=""/>
        <p:cNvGrpSpPr/>
        <p:nvPr/>
      </p:nvGrpSpPr>
      <p:grpSpPr>
        <a:xfrm>
          <a:off x="0" y="0"/>
          <a:ext cx="0" cy="0"/>
          <a:chOff x="0" y="0"/>
          <a:chExt cx="0" cy="0"/>
        </a:xfrm>
      </p:grpSpPr>
      <p:sp>
        <p:nvSpPr>
          <p:cNvPr id="11" name="Content Placeholder 3"/>
          <p:cNvSpPr>
            <a:spLocks noGrp="1"/>
          </p:cNvSpPr>
          <p:nvPr>
            <p:ph sz="half" idx="2" hasCustomPrompt="1"/>
          </p:nvPr>
        </p:nvSpPr>
        <p:spPr>
          <a:xfrm>
            <a:off x="550862" y="1293703"/>
            <a:ext cx="10129837" cy="4749910"/>
          </a:xfrm>
          <a:prstGeom prst="rect">
            <a:avLst/>
          </a:prstGeom>
        </p:spPr>
        <p:txBody>
          <a:bodyPr lIns="90000" numCol="3">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sp>
        <p:nvSpPr>
          <p:cNvPr id="2" name="TextBox 1"/>
          <p:cNvSpPr txBox="1"/>
          <p:nvPr userDrawn="1"/>
        </p:nvSpPr>
        <p:spPr>
          <a:xfrm>
            <a:off x="-3481064" y="-2043608"/>
            <a:ext cx="2376264" cy="215444"/>
          </a:xfrm>
          <a:prstGeom prst="rect">
            <a:avLst/>
          </a:prstGeom>
          <a:noFill/>
        </p:spPr>
        <p:txBody>
          <a:bodyPr wrap="square" lIns="0" tIns="0" rIns="0" bIns="0" numCol="1" spcCol="288000" rtlCol="0">
            <a:spAutoFit/>
          </a:bodyPr>
          <a:lstStyle/>
          <a:p>
            <a:pPr indent="-180000" fontAlgn="auto" latinLnBrk="0">
              <a:spcBef>
                <a:spcPts val="600"/>
              </a:spcBef>
              <a:spcAft>
                <a:spcPts val="0"/>
              </a:spcAft>
            </a:pPr>
            <a:r>
              <a:rPr lang="en-US" sz="1400" b="0" i="0" dirty="0" err="1">
                <a:latin typeface="Source Sans Pro" charset="0"/>
                <a:ea typeface="Source Sans Pro" charset="0"/>
                <a:cs typeface="Source Sans Pro" charset="0"/>
              </a:rPr>
              <a:t>zfegrhtjyufgrtntcvb</a:t>
            </a:r>
            <a:endParaRPr lang="en-US" sz="1400" b="0" i="0" dirty="0">
              <a:latin typeface="Source Sans Pro" charset="0"/>
              <a:ea typeface="Source Sans Pro" charset="0"/>
              <a:cs typeface="Source Sans Pro" charset="0"/>
            </a:endParaRPr>
          </a:p>
        </p:txBody>
      </p:sp>
      <p:cxnSp>
        <p:nvCxnSpPr>
          <p:cNvPr id="9" name="Straight Connector 8"/>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extLst>
      <p:ext uri="{BB962C8B-B14F-4D97-AF65-F5344CB8AC3E}">
        <p14:creationId xmlns:p14="http://schemas.microsoft.com/office/powerpoint/2010/main" val="28051628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_3 Column / Title_Subtitle_Content - Conf">
    <p:spTree>
      <p:nvGrpSpPr>
        <p:cNvPr id="1" name=""/>
        <p:cNvGrpSpPr/>
        <p:nvPr/>
      </p:nvGrpSpPr>
      <p:grpSpPr>
        <a:xfrm>
          <a:off x="0" y="0"/>
          <a:ext cx="0" cy="0"/>
          <a:chOff x="0" y="0"/>
          <a:chExt cx="0" cy="0"/>
        </a:xfrm>
      </p:grpSpPr>
      <p:sp>
        <p:nvSpPr>
          <p:cNvPr id="4" name="Text Placeholder 2"/>
          <p:cNvSpPr>
            <a:spLocks noGrp="1"/>
          </p:cNvSpPr>
          <p:nvPr>
            <p:ph type="body" idx="1" hasCustomPrompt="1"/>
          </p:nvPr>
        </p:nvSpPr>
        <p:spPr>
          <a:xfrm>
            <a:off x="550861" y="1293703"/>
            <a:ext cx="10129838" cy="432049"/>
          </a:xfrm>
          <a:prstGeom prst="rect">
            <a:avLst/>
          </a:prstGeom>
        </p:spPr>
        <p:txBody>
          <a:bodyPr lIns="0" tIns="0" rIns="0" bIns="0" anchor="t" anchorCtr="0">
            <a:noAutofit/>
          </a:bodyPr>
          <a:lstStyle>
            <a:lvl1pPr marL="0" indent="0">
              <a:lnSpc>
                <a:spcPts val="2000"/>
              </a:lnSpc>
              <a:buNone/>
              <a:defRPr sz="14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5" name="Content Placeholder 3"/>
          <p:cNvSpPr>
            <a:spLocks noGrp="1"/>
          </p:cNvSpPr>
          <p:nvPr>
            <p:ph sz="half" idx="11" hasCustomPrompt="1"/>
          </p:nvPr>
        </p:nvSpPr>
        <p:spPr>
          <a:xfrm>
            <a:off x="550863" y="1869760"/>
            <a:ext cx="10129836" cy="4173853"/>
          </a:xfrm>
          <a:prstGeom prst="rect">
            <a:avLst/>
          </a:prstGeom>
        </p:spPr>
        <p:txBody>
          <a:bodyPr lIns="90000" numCol="3">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cxnSp>
        <p:nvCxnSpPr>
          <p:cNvPr id="7" name="Straight Connector 6"/>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extLst>
      <p:ext uri="{BB962C8B-B14F-4D97-AF65-F5344CB8AC3E}">
        <p14:creationId xmlns:p14="http://schemas.microsoft.com/office/powerpoint/2010/main" val="367223461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_3 Columns / Comparison - Conf">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551386" y="1293703"/>
            <a:ext cx="3007790" cy="432049"/>
          </a:xfrm>
          <a:prstGeom prst="rect">
            <a:avLst/>
          </a:prstGeom>
        </p:spPr>
        <p:txBody>
          <a:bodyPr lIns="0" tIns="0" rIns="0" bIns="0" anchor="t" anchorCtr="0">
            <a:noAutofit/>
          </a:bodyPr>
          <a:lstStyle>
            <a:lvl1pPr marL="0" indent="0">
              <a:lnSpc>
                <a:spcPts val="2000"/>
              </a:lnSpc>
              <a:buNone/>
              <a:defRPr sz="18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14" name="Content Placeholder 3"/>
          <p:cNvSpPr>
            <a:spLocks noGrp="1"/>
          </p:cNvSpPr>
          <p:nvPr>
            <p:ph sz="half" idx="11" hasCustomPrompt="1"/>
          </p:nvPr>
        </p:nvSpPr>
        <p:spPr>
          <a:xfrm>
            <a:off x="551385" y="1869760"/>
            <a:ext cx="3007792" cy="4173853"/>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a:p>
            <a:pPr lvl="3"/>
            <a:r>
              <a:rPr lang="en-US" noProof="0" dirty="0"/>
              <a:t>Fourth level</a:t>
            </a:r>
          </a:p>
          <a:p>
            <a:pPr lvl="3"/>
            <a:r>
              <a:rPr lang="en-US" noProof="0" dirty="0"/>
              <a:t>	Fifth level</a:t>
            </a:r>
          </a:p>
        </p:txBody>
      </p:sp>
      <p:cxnSp>
        <p:nvCxnSpPr>
          <p:cNvPr id="11" name="Straight Connector 10"/>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Text Placeholder 2"/>
          <p:cNvSpPr>
            <a:spLocks noGrp="1"/>
          </p:cNvSpPr>
          <p:nvPr>
            <p:ph type="body" idx="16" hasCustomPrompt="1"/>
          </p:nvPr>
        </p:nvSpPr>
        <p:spPr>
          <a:xfrm>
            <a:off x="4149839" y="1293703"/>
            <a:ext cx="3007790" cy="432049"/>
          </a:xfrm>
          <a:prstGeom prst="rect">
            <a:avLst/>
          </a:prstGeom>
        </p:spPr>
        <p:txBody>
          <a:bodyPr lIns="0" tIns="0" rIns="0" bIns="0" anchor="t" anchorCtr="0">
            <a:noAutofit/>
          </a:bodyPr>
          <a:lstStyle>
            <a:lvl1pPr marL="0" indent="0">
              <a:lnSpc>
                <a:spcPts val="2000"/>
              </a:lnSpc>
              <a:buNone/>
              <a:defRPr sz="18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20" name="Content Placeholder 3"/>
          <p:cNvSpPr>
            <a:spLocks noGrp="1"/>
          </p:cNvSpPr>
          <p:nvPr>
            <p:ph sz="half" idx="17" hasCustomPrompt="1"/>
          </p:nvPr>
        </p:nvSpPr>
        <p:spPr>
          <a:xfrm>
            <a:off x="4149838" y="1869760"/>
            <a:ext cx="3007792" cy="4173853"/>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a:p>
            <a:pPr lvl="3"/>
            <a:r>
              <a:rPr lang="en-US" noProof="0" dirty="0"/>
              <a:t>Fourth level</a:t>
            </a:r>
          </a:p>
          <a:p>
            <a:pPr lvl="3"/>
            <a:r>
              <a:rPr lang="en-US" noProof="0" dirty="0"/>
              <a:t>	Fifth level</a:t>
            </a:r>
          </a:p>
        </p:txBody>
      </p:sp>
      <p:sp>
        <p:nvSpPr>
          <p:cNvPr id="23" name="Text Placeholder 2"/>
          <p:cNvSpPr>
            <a:spLocks noGrp="1"/>
          </p:cNvSpPr>
          <p:nvPr>
            <p:ph type="body" idx="18" hasCustomPrompt="1"/>
          </p:nvPr>
        </p:nvSpPr>
        <p:spPr>
          <a:xfrm>
            <a:off x="7680325" y="1293703"/>
            <a:ext cx="3007790" cy="432049"/>
          </a:xfrm>
          <a:prstGeom prst="rect">
            <a:avLst/>
          </a:prstGeom>
        </p:spPr>
        <p:txBody>
          <a:bodyPr lIns="0" tIns="0" rIns="0" bIns="0" anchor="t" anchorCtr="0">
            <a:noAutofit/>
          </a:bodyPr>
          <a:lstStyle>
            <a:lvl1pPr marL="0" indent="0">
              <a:lnSpc>
                <a:spcPts val="2000"/>
              </a:lnSpc>
              <a:buNone/>
              <a:defRPr sz="18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24" name="Content Placeholder 3"/>
          <p:cNvSpPr>
            <a:spLocks noGrp="1"/>
          </p:cNvSpPr>
          <p:nvPr>
            <p:ph sz="half" idx="19" hasCustomPrompt="1"/>
          </p:nvPr>
        </p:nvSpPr>
        <p:spPr>
          <a:xfrm>
            <a:off x="7680324" y="1869760"/>
            <a:ext cx="3007792" cy="4173853"/>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a:p>
            <a:pPr lvl="3"/>
            <a:r>
              <a:rPr lang="en-US" noProof="0" dirty="0"/>
              <a:t>Fourth level</a:t>
            </a:r>
          </a:p>
          <a:p>
            <a:pPr lvl="3"/>
            <a:r>
              <a:rPr lang="en-US" noProof="0" dirty="0"/>
              <a:t>	Fifth level</a:t>
            </a:r>
          </a:p>
        </p:txBody>
      </p:sp>
      <p:sp>
        <p:nvSpPr>
          <p:cNvPr id="25"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extLst>
      <p:ext uri="{BB962C8B-B14F-4D97-AF65-F5344CB8AC3E}">
        <p14:creationId xmlns:p14="http://schemas.microsoft.com/office/powerpoint/2010/main" val="258368606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Blank - Conf">
    <p:spTree>
      <p:nvGrpSpPr>
        <p:cNvPr id="1" name=""/>
        <p:cNvGrpSpPr/>
        <p:nvPr/>
      </p:nvGrpSpPr>
      <p:grpSpPr>
        <a:xfrm>
          <a:off x="0" y="0"/>
          <a:ext cx="0" cy="0"/>
          <a:chOff x="0" y="0"/>
          <a:chExt cx="0" cy="0"/>
        </a:xfrm>
      </p:grpSpPr>
    </p:spTree>
    <p:extLst>
      <p:ext uri="{BB962C8B-B14F-4D97-AF65-F5344CB8AC3E}">
        <p14:creationId xmlns:p14="http://schemas.microsoft.com/office/powerpoint/2010/main" val="277582813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_Introduce Page - Conf">
    <p:spTree>
      <p:nvGrpSpPr>
        <p:cNvPr id="1" name=""/>
        <p:cNvGrpSpPr/>
        <p:nvPr/>
      </p:nvGrpSpPr>
      <p:grpSpPr>
        <a:xfrm>
          <a:off x="0" y="0"/>
          <a:ext cx="0" cy="0"/>
          <a:chOff x="0" y="0"/>
          <a:chExt cx="0" cy="0"/>
        </a:xfrm>
      </p:grpSpPr>
      <p:cxnSp>
        <p:nvCxnSpPr>
          <p:cNvPr id="5" name="Straight Connector 4"/>
          <p:cNvCxnSpPr/>
          <p:nvPr userDrawn="1"/>
        </p:nvCxnSpPr>
        <p:spPr>
          <a:xfrm>
            <a:off x="5663952" y="2132856"/>
            <a:ext cx="864096"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itle Placeholder 1"/>
          <p:cNvSpPr txBox="1">
            <a:spLocks/>
          </p:cNvSpPr>
          <p:nvPr userDrawn="1"/>
        </p:nvSpPr>
        <p:spPr>
          <a:xfrm>
            <a:off x="4145146" y="1455167"/>
            <a:ext cx="3901709" cy="461665"/>
          </a:xfrm>
          <a:prstGeom prst="rect">
            <a:avLst/>
          </a:prstGeom>
        </p:spPr>
        <p:txBody>
          <a:bodyPr vert="horz" wrap="none" lIns="0" tIns="0" rIns="0" bIns="0" numCol="1" rtlCol="0" anchor="b" anchorCtr="1">
            <a:spAutoFit/>
          </a:bodyPr>
          <a:lstStyle>
            <a:lvl1pPr algn="l" defTabSz="914286" rtl="0" eaLnBrk="1" latinLnBrk="0" hangingPunct="1">
              <a:lnSpc>
                <a:spcPts val="3600"/>
              </a:lnSpc>
              <a:spcBef>
                <a:spcPct val="0"/>
              </a:spcBef>
              <a:buNone/>
              <a:defRPr sz="4400" b="0" i="0" kern="1200" cap="small" baseline="0">
                <a:solidFill>
                  <a:schemeClr val="tx1"/>
                </a:solidFill>
                <a:latin typeface="Source Sans Pro" charset="0"/>
                <a:ea typeface="Source Sans Pro" charset="0"/>
                <a:cs typeface="Source Sans Pro" charset="0"/>
              </a:defRPr>
            </a:lvl1pPr>
          </a:lstStyle>
          <a:p>
            <a:pPr algn="ctr"/>
            <a:r>
              <a:rPr lang="en-US" dirty="0"/>
              <a:t>click to edit title</a:t>
            </a:r>
          </a:p>
        </p:txBody>
      </p:sp>
      <p:sp>
        <p:nvSpPr>
          <p:cNvPr id="8" name="Content Placeholder 3"/>
          <p:cNvSpPr>
            <a:spLocks noGrp="1"/>
          </p:cNvSpPr>
          <p:nvPr>
            <p:ph sz="half" idx="11" hasCustomPrompt="1"/>
          </p:nvPr>
        </p:nvSpPr>
        <p:spPr>
          <a:xfrm>
            <a:off x="1031082" y="2479536"/>
            <a:ext cx="10129837" cy="3564077"/>
          </a:xfrm>
          <a:prstGeom prst="rect">
            <a:avLst/>
          </a:prstGeom>
        </p:spPr>
        <p:txBody>
          <a:bodyPr lIns="90000" anchor="t" anchorCtr="1">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spTree>
    <p:extLst>
      <p:ext uri="{BB962C8B-B14F-4D97-AF65-F5344CB8AC3E}">
        <p14:creationId xmlns:p14="http://schemas.microsoft.com/office/powerpoint/2010/main" val="316601190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Legal - Disclaimer &amp; Confidentiality">
    <p:spTree>
      <p:nvGrpSpPr>
        <p:cNvPr id="1" name=""/>
        <p:cNvGrpSpPr/>
        <p:nvPr/>
      </p:nvGrpSpPr>
      <p:grpSpPr>
        <a:xfrm>
          <a:off x="0" y="0"/>
          <a:ext cx="0" cy="0"/>
          <a:chOff x="0" y="0"/>
          <a:chExt cx="0" cy="0"/>
        </a:xfrm>
      </p:grpSpPr>
      <p:sp>
        <p:nvSpPr>
          <p:cNvPr id="6" name="Rectangle 5"/>
          <p:cNvSpPr/>
          <p:nvPr/>
        </p:nvSpPr>
        <p:spPr>
          <a:xfrm>
            <a:off x="1031082" y="1556791"/>
            <a:ext cx="10129837" cy="461665"/>
          </a:xfrm>
          <a:prstGeom prst="rect">
            <a:avLst/>
          </a:prstGeom>
        </p:spPr>
        <p:txBody>
          <a:bodyPr wrap="square">
            <a:spAutoFit/>
          </a:bodyPr>
          <a:lstStyle/>
          <a:p>
            <a:pPr algn="ctr"/>
            <a:r>
              <a:rPr lang="fr-FR" sz="2400" dirty="0"/>
              <a:t>DISCLAIMER &amp; CONFIDENTIALITY</a:t>
            </a:r>
            <a:endParaRPr lang="en-US" sz="2400" dirty="0"/>
          </a:p>
        </p:txBody>
      </p:sp>
      <p:cxnSp>
        <p:nvCxnSpPr>
          <p:cNvPr id="15" name="Straight Connector 14"/>
          <p:cNvCxnSpPr/>
          <p:nvPr/>
        </p:nvCxnSpPr>
        <p:spPr>
          <a:xfrm>
            <a:off x="5663952" y="2132856"/>
            <a:ext cx="864096"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Rectangle 4"/>
          <p:cNvSpPr/>
          <p:nvPr userDrawn="1"/>
        </p:nvSpPr>
        <p:spPr>
          <a:xfrm>
            <a:off x="1031082" y="1556791"/>
            <a:ext cx="10129837" cy="461665"/>
          </a:xfrm>
          <a:prstGeom prst="rect">
            <a:avLst/>
          </a:prstGeom>
        </p:spPr>
        <p:txBody>
          <a:bodyPr wrap="square">
            <a:spAutoFit/>
          </a:bodyPr>
          <a:lstStyle/>
          <a:p>
            <a:pPr algn="ctr"/>
            <a:r>
              <a:rPr lang="fr-FR" sz="2400" dirty="0"/>
              <a:t>DISCLAIMER &amp; CONFIDENTIALITY</a:t>
            </a:r>
            <a:endParaRPr lang="en-US" sz="2400" dirty="0"/>
          </a:p>
        </p:txBody>
      </p:sp>
      <p:cxnSp>
        <p:nvCxnSpPr>
          <p:cNvPr id="8" name="Straight Connector 7"/>
          <p:cNvCxnSpPr/>
          <p:nvPr userDrawn="1"/>
        </p:nvCxnSpPr>
        <p:spPr>
          <a:xfrm>
            <a:off x="5663952" y="2132856"/>
            <a:ext cx="864096"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p:cNvSpPr txBox="1"/>
          <p:nvPr userDrawn="1"/>
        </p:nvSpPr>
        <p:spPr>
          <a:xfrm>
            <a:off x="1031082" y="2479536"/>
            <a:ext cx="10129837" cy="2970044"/>
          </a:xfrm>
          <a:prstGeom prst="rect">
            <a:avLst/>
          </a:prstGeom>
          <a:noFill/>
        </p:spPr>
        <p:txBody>
          <a:bodyPr vert="horz" wrap="square" lIns="0" tIns="0" rIns="0" bIns="0" numCol="1" spcCol="288000" rtlCol="0" anchor="t" anchorCtr="0">
            <a:spAutoFit/>
          </a:bodyPr>
          <a:lstStyle/>
          <a:p>
            <a:pPr marL="0" marR="0" indent="0" algn="ctr" defTabSz="914377" rtl="0" eaLnBrk="1" fontAlgn="auto" latinLnBrk="0" hangingPunct="1">
              <a:lnSpc>
                <a:spcPct val="100000"/>
              </a:lnSpc>
              <a:spcBef>
                <a:spcPts val="0"/>
              </a:spcBef>
              <a:spcAft>
                <a:spcPts val="600"/>
              </a:spcAft>
              <a:buClrTx/>
              <a:buSzTx/>
              <a:buFontTx/>
              <a:buNone/>
              <a:tabLst/>
              <a:defRPr/>
            </a:pPr>
            <a:r>
              <a:rPr lang="en-US" sz="1400" b="0" i="0" kern="1200" spc="0" dirty="0">
                <a:ln>
                  <a:noFill/>
                </a:ln>
                <a:solidFill>
                  <a:schemeClr val="tx2"/>
                </a:solidFill>
                <a:latin typeface="Source Sans Pro Light" charset="0"/>
                <a:ea typeface="Source Sans Pro Light" charset="0"/>
                <a:cs typeface="Source Sans Pro Light" charset="0"/>
              </a:rPr>
              <a:t>All rights reserved. Information, technical data and tutorials contained in this document are confidential and proprietary under copyright Law of Industrial Smart Software Technology (</a:t>
            </a:r>
            <a:r>
              <a:rPr lang="en-US" sz="1400" b="0" i="0" kern="1200" spc="0" dirty="0" err="1">
                <a:ln>
                  <a:noFill/>
                </a:ln>
                <a:solidFill>
                  <a:schemeClr val="tx2"/>
                </a:solidFill>
                <a:latin typeface="Source Sans Pro Light" charset="0"/>
                <a:ea typeface="Source Sans Pro Light" charset="0"/>
                <a:cs typeface="Source Sans Pro Light" charset="0"/>
              </a:rPr>
              <a:t>MicroEJ</a:t>
            </a:r>
            <a:r>
              <a:rPr lang="en-US" sz="1400" b="0" i="0" kern="1200" spc="0" dirty="0">
                <a:ln>
                  <a:noFill/>
                </a:ln>
                <a:solidFill>
                  <a:schemeClr val="tx2"/>
                </a:solidFill>
                <a:latin typeface="Source Sans Pro Light" charset="0"/>
                <a:ea typeface="Source Sans Pro Light" charset="0"/>
                <a:cs typeface="Source Sans Pro Light" charset="0"/>
              </a:rPr>
              <a:t> S.A.) operating under the brand name </a:t>
            </a:r>
            <a:r>
              <a:rPr lang="en-US" sz="1400" b="0" i="0" kern="1200" spc="0" dirty="0" err="1">
                <a:ln>
                  <a:noFill/>
                </a:ln>
                <a:solidFill>
                  <a:schemeClr val="tx2"/>
                </a:solidFill>
                <a:latin typeface="Source Sans Pro Light" charset="0"/>
                <a:ea typeface="Source Sans Pro Light" charset="0"/>
                <a:cs typeface="Source Sans Pro Light" charset="0"/>
              </a:rPr>
              <a:t>MicroEJ</a:t>
            </a:r>
            <a:r>
              <a:rPr lang="en-US" sz="1400" b="0" i="0" kern="1200" spc="0" dirty="0">
                <a:ln>
                  <a:noFill/>
                </a:ln>
                <a:solidFill>
                  <a:schemeClr val="tx2"/>
                </a:solidFill>
                <a:latin typeface="Source Sans Pro Light" charset="0"/>
                <a:ea typeface="Source Sans Pro Light" charset="0"/>
                <a:cs typeface="Source Sans Pro Light" charset="0"/>
              </a:rPr>
              <a:t>®. Without written permission from </a:t>
            </a:r>
            <a:r>
              <a:rPr lang="en-US" sz="1400" b="0" i="0" kern="1200" spc="0" dirty="0" err="1">
                <a:ln>
                  <a:noFill/>
                </a:ln>
                <a:solidFill>
                  <a:schemeClr val="tx2"/>
                </a:solidFill>
                <a:latin typeface="Source Sans Pro Light" charset="0"/>
                <a:ea typeface="Source Sans Pro Light" charset="0"/>
                <a:cs typeface="Source Sans Pro Light" charset="0"/>
              </a:rPr>
              <a:t>MicroEJ</a:t>
            </a:r>
            <a:r>
              <a:rPr lang="en-US" sz="1400" b="0" i="0" kern="1200" spc="0" dirty="0">
                <a:ln>
                  <a:noFill/>
                </a:ln>
                <a:solidFill>
                  <a:schemeClr val="tx2"/>
                </a:solidFill>
                <a:latin typeface="Source Sans Pro Light" charset="0"/>
                <a:ea typeface="Source Sans Pro Light" charset="0"/>
                <a:cs typeface="Source Sans Pro Light" charset="0"/>
              </a:rPr>
              <a:t> S.A., copying or sending parts of the document or the entire document by any means to third parties is not permitted. Granted authorizations for using parts of the document or the entire document do not mean </a:t>
            </a:r>
            <a:r>
              <a:rPr lang="en-US" sz="1400" b="0" i="0" kern="1200" spc="0" dirty="0" err="1">
                <a:ln>
                  <a:noFill/>
                </a:ln>
                <a:solidFill>
                  <a:schemeClr val="tx2"/>
                </a:solidFill>
                <a:latin typeface="Source Sans Pro Light" charset="0"/>
                <a:ea typeface="Source Sans Pro Light" charset="0"/>
                <a:cs typeface="Source Sans Pro Light" charset="0"/>
              </a:rPr>
              <a:t>MicroEJ</a:t>
            </a:r>
            <a:r>
              <a:rPr lang="en-US" sz="1400" b="0" i="0" kern="1200" spc="0" dirty="0">
                <a:ln>
                  <a:noFill/>
                </a:ln>
                <a:solidFill>
                  <a:schemeClr val="tx2"/>
                </a:solidFill>
                <a:latin typeface="Source Sans Pro Light" charset="0"/>
                <a:ea typeface="Source Sans Pro Light" charset="0"/>
                <a:cs typeface="Source Sans Pro Light" charset="0"/>
              </a:rPr>
              <a:t> S.A. gives public full access rights.</a:t>
            </a:r>
          </a:p>
          <a:p>
            <a:pPr marL="0" algn="ctr" defTabSz="914377" rtl="0" eaLnBrk="1" latinLnBrk="0" hangingPunct="1">
              <a:spcBef>
                <a:spcPts val="0"/>
              </a:spcBef>
              <a:spcAft>
                <a:spcPts val="600"/>
              </a:spcAft>
            </a:pPr>
            <a:endParaRPr lang="en-US" sz="1400" b="0" i="0" kern="1200" spc="0" dirty="0">
              <a:ln>
                <a:noFill/>
              </a:ln>
              <a:solidFill>
                <a:schemeClr val="tx2"/>
              </a:solidFill>
              <a:latin typeface="Source Sans Pro Light" charset="0"/>
              <a:ea typeface="Source Sans Pro Light" charset="0"/>
              <a:cs typeface="Source Sans Pro Light" charset="0"/>
            </a:endParaRPr>
          </a:p>
          <a:p>
            <a:pPr marL="0" algn="ctr" defTabSz="914377" rtl="0" eaLnBrk="1" latinLnBrk="0" hangingPunct="1">
              <a:spcBef>
                <a:spcPts val="0"/>
              </a:spcBef>
              <a:spcAft>
                <a:spcPts val="600"/>
              </a:spcAft>
            </a:pPr>
            <a:r>
              <a:rPr lang="en-US" sz="1400" b="0" i="0" kern="1200" spc="0" dirty="0">
                <a:ln>
                  <a:noFill/>
                </a:ln>
                <a:solidFill>
                  <a:schemeClr val="tx2"/>
                </a:solidFill>
                <a:latin typeface="Source Sans Pro Light" charset="0"/>
                <a:ea typeface="Source Sans Pro Light" charset="0"/>
                <a:cs typeface="Source Sans Pro Light" charset="0"/>
              </a:rPr>
              <a:t>The information contained herein is not warranted to be error-free.</a:t>
            </a:r>
          </a:p>
          <a:p>
            <a:pPr marL="0" algn="ctr" defTabSz="914377" rtl="0" eaLnBrk="1" latinLnBrk="0" hangingPunct="1">
              <a:spcBef>
                <a:spcPts val="0"/>
              </a:spcBef>
              <a:spcAft>
                <a:spcPts val="600"/>
              </a:spcAft>
            </a:pPr>
            <a:r>
              <a:rPr lang="en-US" sz="1400" b="0" i="0" kern="1200" spc="0" dirty="0">
                <a:ln>
                  <a:noFill/>
                </a:ln>
                <a:solidFill>
                  <a:schemeClr val="tx2"/>
                </a:solidFill>
                <a:latin typeface="Source Sans Pro Light" charset="0"/>
                <a:ea typeface="Source Sans Pro Light" charset="0"/>
                <a:cs typeface="Source Sans Pro Light" charset="0"/>
              </a:rPr>
              <a:t>IS2T® and </a:t>
            </a:r>
            <a:r>
              <a:rPr lang="en-US" sz="1400" b="0" i="0" kern="1200" spc="0" dirty="0" err="1">
                <a:ln>
                  <a:noFill/>
                </a:ln>
                <a:solidFill>
                  <a:schemeClr val="tx2"/>
                </a:solidFill>
                <a:latin typeface="Source Sans Pro Light" charset="0"/>
                <a:ea typeface="Source Sans Pro Light" charset="0"/>
                <a:cs typeface="Source Sans Pro Light" charset="0"/>
              </a:rPr>
              <a:t>MicroEJ</a:t>
            </a:r>
            <a:r>
              <a:rPr lang="en-US" sz="1400" b="0" i="0" kern="1200" spc="0" dirty="0">
                <a:ln>
                  <a:noFill/>
                </a:ln>
                <a:solidFill>
                  <a:schemeClr val="tx2"/>
                </a:solidFill>
                <a:latin typeface="Source Sans Pro Light" charset="0"/>
                <a:ea typeface="Source Sans Pro Light" charset="0"/>
                <a:cs typeface="Source Sans Pro Light" charset="0"/>
              </a:rPr>
              <a:t>® and all relative logos are trademarks or registered trademarks of IS2T S.A. in France and other Countries.</a:t>
            </a:r>
          </a:p>
          <a:p>
            <a:pPr marL="0" algn="ctr" defTabSz="914377" rtl="0" eaLnBrk="1" latinLnBrk="0" hangingPunct="1">
              <a:spcBef>
                <a:spcPts val="0"/>
              </a:spcBef>
              <a:spcAft>
                <a:spcPts val="600"/>
              </a:spcAft>
            </a:pPr>
            <a:r>
              <a:rPr lang="en-US" sz="1400" b="0" i="0" kern="1200" spc="0" dirty="0">
                <a:ln>
                  <a:noFill/>
                </a:ln>
                <a:solidFill>
                  <a:schemeClr val="tx2"/>
                </a:solidFill>
                <a:latin typeface="Source Sans Pro Light" charset="0"/>
                <a:ea typeface="Source Sans Pro Light" charset="0"/>
                <a:cs typeface="Source Sans Pro Light" charset="0"/>
              </a:rPr>
              <a:t>Java™ is Sun Microsystems’ trademark for a technology for developing application software and deploying it in cross-VEE Port, networked environments. When it is used in this site without adding the “™” symbol, it includes implementations of the technology by companies other than Sun. Java™, all Java-based marks and all related logos are trademarks or registered trademarks of Sun Microsystems </a:t>
            </a:r>
            <a:r>
              <a:rPr lang="en-US" sz="1400" b="0" i="0" kern="1200" spc="0" dirty="0" err="1">
                <a:ln>
                  <a:noFill/>
                </a:ln>
                <a:solidFill>
                  <a:schemeClr val="tx2"/>
                </a:solidFill>
                <a:latin typeface="Source Sans Pro Light" charset="0"/>
                <a:ea typeface="Source Sans Pro Light" charset="0"/>
                <a:cs typeface="Source Sans Pro Light" charset="0"/>
              </a:rPr>
              <a:t>Inc</a:t>
            </a:r>
            <a:r>
              <a:rPr lang="en-US" sz="1400" b="0" i="0" kern="1200" spc="0" dirty="0">
                <a:ln>
                  <a:noFill/>
                </a:ln>
                <a:solidFill>
                  <a:schemeClr val="tx2"/>
                </a:solidFill>
                <a:latin typeface="Source Sans Pro Light" charset="0"/>
                <a:ea typeface="Source Sans Pro Light" charset="0"/>
                <a:cs typeface="Source Sans Pro Light" charset="0"/>
              </a:rPr>
              <a:t>, in the United States and other Countries.</a:t>
            </a:r>
          </a:p>
          <a:p>
            <a:pPr marL="0" algn="ctr" defTabSz="914377" rtl="0" eaLnBrk="1" latinLnBrk="0" hangingPunct="1">
              <a:spcBef>
                <a:spcPts val="0"/>
              </a:spcBef>
              <a:spcAft>
                <a:spcPts val="600"/>
              </a:spcAft>
            </a:pPr>
            <a:r>
              <a:rPr lang="en-US" sz="1400" b="0" i="0" kern="1200" spc="0" dirty="0">
                <a:ln>
                  <a:noFill/>
                </a:ln>
                <a:solidFill>
                  <a:schemeClr val="tx2"/>
                </a:solidFill>
                <a:latin typeface="Source Sans Pro Light" charset="0"/>
                <a:ea typeface="Source Sans Pro Light" charset="0"/>
                <a:cs typeface="Source Sans Pro Light" charset="0"/>
              </a:rPr>
              <a:t>Other trademarks are proprietary of their respective owners.</a:t>
            </a:r>
          </a:p>
        </p:txBody>
      </p:sp>
    </p:spTree>
    <p:extLst>
      <p:ext uri="{BB962C8B-B14F-4D97-AF65-F5344CB8AC3E}">
        <p14:creationId xmlns:p14="http://schemas.microsoft.com/office/powerpoint/2010/main" val="386863421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cSld name="END Slider - Conf">
    <p:spTree>
      <p:nvGrpSpPr>
        <p:cNvPr id="1" name=""/>
        <p:cNvGrpSpPr/>
        <p:nvPr/>
      </p:nvGrpSpPr>
      <p:grpSpPr>
        <a:xfrm>
          <a:off x="0" y="0"/>
          <a:ext cx="0" cy="0"/>
          <a:chOff x="0" y="0"/>
          <a:chExt cx="0" cy="0"/>
        </a:xfrm>
      </p:grpSpPr>
      <p:sp>
        <p:nvSpPr>
          <p:cNvPr id="5" name="Rectangle 1"/>
          <p:cNvSpPr/>
          <p:nvPr/>
        </p:nvSpPr>
        <p:spPr>
          <a:xfrm rot="1800000">
            <a:off x="4954333" y="-1094769"/>
            <a:ext cx="8109376" cy="10728642"/>
          </a:xfrm>
          <a:custGeom>
            <a:avLst/>
            <a:gdLst>
              <a:gd name="connsiteX0" fmla="*/ 0 w 4673328"/>
              <a:gd name="connsiteY0" fmla="*/ 0 h 12601313"/>
              <a:gd name="connsiteX1" fmla="*/ 4673328 w 4673328"/>
              <a:gd name="connsiteY1" fmla="*/ 0 h 12601313"/>
              <a:gd name="connsiteX2" fmla="*/ 4673328 w 4673328"/>
              <a:gd name="connsiteY2" fmla="*/ 12601313 h 12601313"/>
              <a:gd name="connsiteX3" fmla="*/ 0 w 4673328"/>
              <a:gd name="connsiteY3" fmla="*/ 12601313 h 12601313"/>
              <a:gd name="connsiteX4" fmla="*/ 0 w 4673328"/>
              <a:gd name="connsiteY4" fmla="*/ 0 h 12601313"/>
              <a:gd name="connsiteX0" fmla="*/ 0 w 4682599"/>
              <a:gd name="connsiteY0" fmla="*/ 0 h 12601313"/>
              <a:gd name="connsiteX1" fmla="*/ 4673328 w 4682599"/>
              <a:gd name="connsiteY1" fmla="*/ 0 h 12601313"/>
              <a:gd name="connsiteX2" fmla="*/ 4682599 w 4682599"/>
              <a:gd name="connsiteY2" fmla="*/ 9540063 h 12601313"/>
              <a:gd name="connsiteX3" fmla="*/ 0 w 4682599"/>
              <a:gd name="connsiteY3" fmla="*/ 12601313 h 12601313"/>
              <a:gd name="connsiteX4" fmla="*/ 0 w 4682599"/>
              <a:gd name="connsiteY4" fmla="*/ 0 h 12601313"/>
              <a:gd name="connsiteX0" fmla="*/ 5974 w 4688573"/>
              <a:gd name="connsiteY0" fmla="*/ 0 h 12239273"/>
              <a:gd name="connsiteX1" fmla="*/ 4679302 w 4688573"/>
              <a:gd name="connsiteY1" fmla="*/ 0 h 12239273"/>
              <a:gd name="connsiteX2" fmla="*/ 4688573 w 4688573"/>
              <a:gd name="connsiteY2" fmla="*/ 9540063 h 12239273"/>
              <a:gd name="connsiteX3" fmla="*/ 0 w 4688573"/>
              <a:gd name="connsiteY3" fmla="*/ 12239273 h 12239273"/>
              <a:gd name="connsiteX4" fmla="*/ 5974 w 4688573"/>
              <a:gd name="connsiteY4" fmla="*/ 0 h 12239273"/>
              <a:gd name="connsiteX0" fmla="*/ 5974 w 4688573"/>
              <a:gd name="connsiteY0" fmla="*/ 0 h 12239273"/>
              <a:gd name="connsiteX1" fmla="*/ 4676822 w 4688573"/>
              <a:gd name="connsiteY1" fmla="*/ 1402474 h 12239273"/>
              <a:gd name="connsiteX2" fmla="*/ 4688573 w 4688573"/>
              <a:gd name="connsiteY2" fmla="*/ 9540063 h 12239273"/>
              <a:gd name="connsiteX3" fmla="*/ 0 w 4688573"/>
              <a:gd name="connsiteY3" fmla="*/ 12239273 h 12239273"/>
              <a:gd name="connsiteX4" fmla="*/ 5974 w 4688573"/>
              <a:gd name="connsiteY4" fmla="*/ 0 h 12239273"/>
              <a:gd name="connsiteX0" fmla="*/ 650 w 4688647"/>
              <a:gd name="connsiteY0" fmla="*/ 2773313 h 10836799"/>
              <a:gd name="connsiteX1" fmla="*/ 4676896 w 4688647"/>
              <a:gd name="connsiteY1" fmla="*/ 0 h 10836799"/>
              <a:gd name="connsiteX2" fmla="*/ 4688647 w 4688647"/>
              <a:gd name="connsiteY2" fmla="*/ 8137589 h 10836799"/>
              <a:gd name="connsiteX3" fmla="*/ 74 w 4688647"/>
              <a:gd name="connsiteY3" fmla="*/ 10836799 h 10836799"/>
              <a:gd name="connsiteX4" fmla="*/ 650 w 4688647"/>
              <a:gd name="connsiteY4" fmla="*/ 2773313 h 10836799"/>
              <a:gd name="connsiteX0" fmla="*/ 650 w 4688647"/>
              <a:gd name="connsiteY0" fmla="*/ 2740720 h 10804206"/>
              <a:gd name="connsiteX1" fmla="*/ 4662974 w 4688647"/>
              <a:gd name="connsiteY1" fmla="*/ 0 h 10804206"/>
              <a:gd name="connsiteX2" fmla="*/ 4688647 w 4688647"/>
              <a:gd name="connsiteY2" fmla="*/ 8104996 h 10804206"/>
              <a:gd name="connsiteX3" fmla="*/ 74 w 4688647"/>
              <a:gd name="connsiteY3" fmla="*/ 10804206 h 10804206"/>
              <a:gd name="connsiteX4" fmla="*/ 650 w 4688647"/>
              <a:gd name="connsiteY4" fmla="*/ 2740720 h 10804206"/>
              <a:gd name="connsiteX0" fmla="*/ 650 w 4688647"/>
              <a:gd name="connsiteY0" fmla="*/ 2414351 h 10477837"/>
              <a:gd name="connsiteX1" fmla="*/ 4622225 w 4688647"/>
              <a:gd name="connsiteY1" fmla="*/ 0 h 10477837"/>
              <a:gd name="connsiteX2" fmla="*/ 4688647 w 4688647"/>
              <a:gd name="connsiteY2" fmla="*/ 7778627 h 10477837"/>
              <a:gd name="connsiteX3" fmla="*/ 74 w 4688647"/>
              <a:gd name="connsiteY3" fmla="*/ 10477837 h 10477837"/>
              <a:gd name="connsiteX4" fmla="*/ 650 w 4688647"/>
              <a:gd name="connsiteY4" fmla="*/ 2414351 h 10477837"/>
              <a:gd name="connsiteX0" fmla="*/ 650 w 4688647"/>
              <a:gd name="connsiteY0" fmla="*/ 2665156 h 10728642"/>
              <a:gd name="connsiteX1" fmla="*/ 4673861 w 4688647"/>
              <a:gd name="connsiteY1" fmla="*/ 0 h 10728642"/>
              <a:gd name="connsiteX2" fmla="*/ 4688647 w 4688647"/>
              <a:gd name="connsiteY2" fmla="*/ 8029432 h 10728642"/>
              <a:gd name="connsiteX3" fmla="*/ 74 w 4688647"/>
              <a:gd name="connsiteY3" fmla="*/ 10728642 h 10728642"/>
              <a:gd name="connsiteX4" fmla="*/ 650 w 4688647"/>
              <a:gd name="connsiteY4" fmla="*/ 2665156 h 10728642"/>
              <a:gd name="connsiteX0" fmla="*/ 650 w 8109376"/>
              <a:gd name="connsiteY0" fmla="*/ 2665156 h 10728642"/>
              <a:gd name="connsiteX1" fmla="*/ 4673861 w 8109376"/>
              <a:gd name="connsiteY1" fmla="*/ 0 h 10728642"/>
              <a:gd name="connsiteX2" fmla="*/ 8109376 w 8109376"/>
              <a:gd name="connsiteY2" fmla="*/ 6035100 h 10728642"/>
              <a:gd name="connsiteX3" fmla="*/ 74 w 8109376"/>
              <a:gd name="connsiteY3" fmla="*/ 10728642 h 10728642"/>
              <a:gd name="connsiteX4" fmla="*/ 650 w 8109376"/>
              <a:gd name="connsiteY4" fmla="*/ 2665156 h 10728642"/>
              <a:gd name="connsiteX0" fmla="*/ 650 w 8109376"/>
              <a:gd name="connsiteY0" fmla="*/ 2665156 h 10728642"/>
              <a:gd name="connsiteX1" fmla="*/ 4673861 w 8109376"/>
              <a:gd name="connsiteY1" fmla="*/ 0 h 10728642"/>
              <a:gd name="connsiteX2" fmla="*/ 8109376 w 8109376"/>
              <a:gd name="connsiteY2" fmla="*/ 6035100 h 10728642"/>
              <a:gd name="connsiteX3" fmla="*/ 74 w 8109376"/>
              <a:gd name="connsiteY3" fmla="*/ 10728642 h 10728642"/>
              <a:gd name="connsiteX4" fmla="*/ 650 w 8109376"/>
              <a:gd name="connsiteY4" fmla="*/ 2665156 h 10728642"/>
              <a:gd name="connsiteX0" fmla="*/ 650 w 8109376"/>
              <a:gd name="connsiteY0" fmla="*/ 2665156 h 10728642"/>
              <a:gd name="connsiteX1" fmla="*/ 4673861 w 8109376"/>
              <a:gd name="connsiteY1" fmla="*/ 0 h 10728642"/>
              <a:gd name="connsiteX2" fmla="*/ 8109376 w 8109376"/>
              <a:gd name="connsiteY2" fmla="*/ 6035100 h 10728642"/>
              <a:gd name="connsiteX3" fmla="*/ 74 w 8109376"/>
              <a:gd name="connsiteY3" fmla="*/ 10728642 h 10728642"/>
              <a:gd name="connsiteX4" fmla="*/ 650 w 8109376"/>
              <a:gd name="connsiteY4" fmla="*/ 2665156 h 10728642"/>
              <a:gd name="connsiteX0" fmla="*/ 650 w 8109376"/>
              <a:gd name="connsiteY0" fmla="*/ 2665156 h 10728642"/>
              <a:gd name="connsiteX1" fmla="*/ 4673861 w 8109376"/>
              <a:gd name="connsiteY1" fmla="*/ 0 h 10728642"/>
              <a:gd name="connsiteX2" fmla="*/ 8109376 w 8109376"/>
              <a:gd name="connsiteY2" fmla="*/ 6035100 h 10728642"/>
              <a:gd name="connsiteX3" fmla="*/ 74 w 8109376"/>
              <a:gd name="connsiteY3" fmla="*/ 10728642 h 10728642"/>
              <a:gd name="connsiteX4" fmla="*/ 650 w 8109376"/>
              <a:gd name="connsiteY4" fmla="*/ 2665156 h 107286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09376" h="10728642">
                <a:moveTo>
                  <a:pt x="650" y="2665156"/>
                </a:moveTo>
                <a:lnTo>
                  <a:pt x="4673861" y="0"/>
                </a:lnTo>
                <a:cubicBezTo>
                  <a:pt x="5668654" y="1793772"/>
                  <a:pt x="7081028" y="4183207"/>
                  <a:pt x="8109376" y="6035100"/>
                </a:cubicBezTo>
                <a:lnTo>
                  <a:pt x="74" y="10728642"/>
                </a:lnTo>
                <a:cubicBezTo>
                  <a:pt x="2065" y="6648884"/>
                  <a:pt x="-1341" y="6744914"/>
                  <a:pt x="650" y="2665156"/>
                </a:cubicBezTo>
                <a:close/>
              </a:path>
            </a:pathLst>
          </a:custGeom>
          <a:solidFill>
            <a:srgbClr val="E642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31493" y="3140968"/>
            <a:ext cx="3155056" cy="1012772"/>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083" y="1700808"/>
            <a:ext cx="3663604" cy="3657510"/>
          </a:xfrm>
          <a:prstGeom prst="rect">
            <a:avLst/>
          </a:prstGeom>
        </p:spPr>
      </p:pic>
      <p:sp>
        <p:nvSpPr>
          <p:cNvPr id="8" name="Title 51"/>
          <p:cNvSpPr txBox="1">
            <a:spLocks/>
          </p:cNvSpPr>
          <p:nvPr/>
        </p:nvSpPr>
        <p:spPr>
          <a:xfrm>
            <a:off x="623392" y="836712"/>
            <a:ext cx="7018635" cy="1008112"/>
          </a:xfrm>
          <a:prstGeom prst="rect">
            <a:avLst/>
          </a:prstGeom>
        </p:spPr>
        <p:txBody>
          <a:bodyPr/>
          <a:lstStyle>
            <a:lvl1pPr algn="l" defTabSz="914286" rtl="0" eaLnBrk="1" latinLnBrk="0" hangingPunct="1">
              <a:spcBef>
                <a:spcPct val="0"/>
              </a:spcBef>
              <a:buNone/>
              <a:defRPr sz="3600" b="0" i="0" kern="1200" cap="small" baseline="0">
                <a:solidFill>
                  <a:schemeClr val="tx1"/>
                </a:solidFill>
                <a:latin typeface="+mj-lt"/>
                <a:ea typeface="Calibri Light" charset="0"/>
                <a:cs typeface="Calibri Light" charset="0"/>
              </a:defRPr>
            </a:lvl1pPr>
          </a:lstStyle>
          <a:p>
            <a:r>
              <a:rPr lang="en-US" sz="8000" b="0" i="1" spc="600" dirty="0">
                <a:latin typeface="Source Sans Pro ExtraLight" charset="0"/>
                <a:ea typeface="Source Sans Pro ExtraLight" charset="0"/>
                <a:cs typeface="Source Sans Pro ExtraLight" charset="0"/>
              </a:rPr>
              <a:t>Thank you </a:t>
            </a:r>
          </a:p>
        </p:txBody>
      </p:sp>
      <p:sp>
        <p:nvSpPr>
          <p:cNvPr id="9" name="Rectangle 8"/>
          <p:cNvSpPr/>
          <p:nvPr/>
        </p:nvSpPr>
        <p:spPr>
          <a:xfrm>
            <a:off x="2495600" y="1988839"/>
            <a:ext cx="2698175" cy="369332"/>
          </a:xfrm>
          <a:prstGeom prst="rect">
            <a:avLst/>
          </a:prstGeom>
        </p:spPr>
        <p:txBody>
          <a:bodyPr wrap="none">
            <a:spAutoFit/>
          </a:bodyPr>
          <a:lstStyle/>
          <a:p>
            <a:r>
              <a:rPr lang="en-US" b="0" i="1" spc="300" dirty="0">
                <a:latin typeface="Source Sans Pro Light" charset="0"/>
                <a:ea typeface="Source Sans Pro Light" charset="0"/>
                <a:cs typeface="Source Sans Pro Light" charset="0"/>
              </a:rPr>
              <a:t>for your attention !</a:t>
            </a:r>
          </a:p>
        </p:txBody>
      </p:sp>
      <p:sp>
        <p:nvSpPr>
          <p:cNvPr id="10" name="Rectangle 1"/>
          <p:cNvSpPr/>
          <p:nvPr userDrawn="1"/>
        </p:nvSpPr>
        <p:spPr>
          <a:xfrm rot="1800000">
            <a:off x="4954333" y="-1094769"/>
            <a:ext cx="8109376" cy="10728642"/>
          </a:xfrm>
          <a:custGeom>
            <a:avLst/>
            <a:gdLst>
              <a:gd name="connsiteX0" fmla="*/ 0 w 4673328"/>
              <a:gd name="connsiteY0" fmla="*/ 0 h 12601313"/>
              <a:gd name="connsiteX1" fmla="*/ 4673328 w 4673328"/>
              <a:gd name="connsiteY1" fmla="*/ 0 h 12601313"/>
              <a:gd name="connsiteX2" fmla="*/ 4673328 w 4673328"/>
              <a:gd name="connsiteY2" fmla="*/ 12601313 h 12601313"/>
              <a:gd name="connsiteX3" fmla="*/ 0 w 4673328"/>
              <a:gd name="connsiteY3" fmla="*/ 12601313 h 12601313"/>
              <a:gd name="connsiteX4" fmla="*/ 0 w 4673328"/>
              <a:gd name="connsiteY4" fmla="*/ 0 h 12601313"/>
              <a:gd name="connsiteX0" fmla="*/ 0 w 4682599"/>
              <a:gd name="connsiteY0" fmla="*/ 0 h 12601313"/>
              <a:gd name="connsiteX1" fmla="*/ 4673328 w 4682599"/>
              <a:gd name="connsiteY1" fmla="*/ 0 h 12601313"/>
              <a:gd name="connsiteX2" fmla="*/ 4682599 w 4682599"/>
              <a:gd name="connsiteY2" fmla="*/ 9540063 h 12601313"/>
              <a:gd name="connsiteX3" fmla="*/ 0 w 4682599"/>
              <a:gd name="connsiteY3" fmla="*/ 12601313 h 12601313"/>
              <a:gd name="connsiteX4" fmla="*/ 0 w 4682599"/>
              <a:gd name="connsiteY4" fmla="*/ 0 h 12601313"/>
              <a:gd name="connsiteX0" fmla="*/ 5974 w 4688573"/>
              <a:gd name="connsiteY0" fmla="*/ 0 h 12239273"/>
              <a:gd name="connsiteX1" fmla="*/ 4679302 w 4688573"/>
              <a:gd name="connsiteY1" fmla="*/ 0 h 12239273"/>
              <a:gd name="connsiteX2" fmla="*/ 4688573 w 4688573"/>
              <a:gd name="connsiteY2" fmla="*/ 9540063 h 12239273"/>
              <a:gd name="connsiteX3" fmla="*/ 0 w 4688573"/>
              <a:gd name="connsiteY3" fmla="*/ 12239273 h 12239273"/>
              <a:gd name="connsiteX4" fmla="*/ 5974 w 4688573"/>
              <a:gd name="connsiteY4" fmla="*/ 0 h 12239273"/>
              <a:gd name="connsiteX0" fmla="*/ 5974 w 4688573"/>
              <a:gd name="connsiteY0" fmla="*/ 0 h 12239273"/>
              <a:gd name="connsiteX1" fmla="*/ 4676822 w 4688573"/>
              <a:gd name="connsiteY1" fmla="*/ 1402474 h 12239273"/>
              <a:gd name="connsiteX2" fmla="*/ 4688573 w 4688573"/>
              <a:gd name="connsiteY2" fmla="*/ 9540063 h 12239273"/>
              <a:gd name="connsiteX3" fmla="*/ 0 w 4688573"/>
              <a:gd name="connsiteY3" fmla="*/ 12239273 h 12239273"/>
              <a:gd name="connsiteX4" fmla="*/ 5974 w 4688573"/>
              <a:gd name="connsiteY4" fmla="*/ 0 h 12239273"/>
              <a:gd name="connsiteX0" fmla="*/ 650 w 4688647"/>
              <a:gd name="connsiteY0" fmla="*/ 2773313 h 10836799"/>
              <a:gd name="connsiteX1" fmla="*/ 4676896 w 4688647"/>
              <a:gd name="connsiteY1" fmla="*/ 0 h 10836799"/>
              <a:gd name="connsiteX2" fmla="*/ 4688647 w 4688647"/>
              <a:gd name="connsiteY2" fmla="*/ 8137589 h 10836799"/>
              <a:gd name="connsiteX3" fmla="*/ 74 w 4688647"/>
              <a:gd name="connsiteY3" fmla="*/ 10836799 h 10836799"/>
              <a:gd name="connsiteX4" fmla="*/ 650 w 4688647"/>
              <a:gd name="connsiteY4" fmla="*/ 2773313 h 10836799"/>
              <a:gd name="connsiteX0" fmla="*/ 650 w 4688647"/>
              <a:gd name="connsiteY0" fmla="*/ 2740720 h 10804206"/>
              <a:gd name="connsiteX1" fmla="*/ 4662974 w 4688647"/>
              <a:gd name="connsiteY1" fmla="*/ 0 h 10804206"/>
              <a:gd name="connsiteX2" fmla="*/ 4688647 w 4688647"/>
              <a:gd name="connsiteY2" fmla="*/ 8104996 h 10804206"/>
              <a:gd name="connsiteX3" fmla="*/ 74 w 4688647"/>
              <a:gd name="connsiteY3" fmla="*/ 10804206 h 10804206"/>
              <a:gd name="connsiteX4" fmla="*/ 650 w 4688647"/>
              <a:gd name="connsiteY4" fmla="*/ 2740720 h 10804206"/>
              <a:gd name="connsiteX0" fmla="*/ 650 w 4688647"/>
              <a:gd name="connsiteY0" fmla="*/ 2414351 h 10477837"/>
              <a:gd name="connsiteX1" fmla="*/ 4622225 w 4688647"/>
              <a:gd name="connsiteY1" fmla="*/ 0 h 10477837"/>
              <a:gd name="connsiteX2" fmla="*/ 4688647 w 4688647"/>
              <a:gd name="connsiteY2" fmla="*/ 7778627 h 10477837"/>
              <a:gd name="connsiteX3" fmla="*/ 74 w 4688647"/>
              <a:gd name="connsiteY3" fmla="*/ 10477837 h 10477837"/>
              <a:gd name="connsiteX4" fmla="*/ 650 w 4688647"/>
              <a:gd name="connsiteY4" fmla="*/ 2414351 h 10477837"/>
              <a:gd name="connsiteX0" fmla="*/ 650 w 4688647"/>
              <a:gd name="connsiteY0" fmla="*/ 2665156 h 10728642"/>
              <a:gd name="connsiteX1" fmla="*/ 4673861 w 4688647"/>
              <a:gd name="connsiteY1" fmla="*/ 0 h 10728642"/>
              <a:gd name="connsiteX2" fmla="*/ 4688647 w 4688647"/>
              <a:gd name="connsiteY2" fmla="*/ 8029432 h 10728642"/>
              <a:gd name="connsiteX3" fmla="*/ 74 w 4688647"/>
              <a:gd name="connsiteY3" fmla="*/ 10728642 h 10728642"/>
              <a:gd name="connsiteX4" fmla="*/ 650 w 4688647"/>
              <a:gd name="connsiteY4" fmla="*/ 2665156 h 10728642"/>
              <a:gd name="connsiteX0" fmla="*/ 650 w 8109376"/>
              <a:gd name="connsiteY0" fmla="*/ 2665156 h 10728642"/>
              <a:gd name="connsiteX1" fmla="*/ 4673861 w 8109376"/>
              <a:gd name="connsiteY1" fmla="*/ 0 h 10728642"/>
              <a:gd name="connsiteX2" fmla="*/ 8109376 w 8109376"/>
              <a:gd name="connsiteY2" fmla="*/ 6035100 h 10728642"/>
              <a:gd name="connsiteX3" fmla="*/ 74 w 8109376"/>
              <a:gd name="connsiteY3" fmla="*/ 10728642 h 10728642"/>
              <a:gd name="connsiteX4" fmla="*/ 650 w 8109376"/>
              <a:gd name="connsiteY4" fmla="*/ 2665156 h 10728642"/>
              <a:gd name="connsiteX0" fmla="*/ 650 w 8109376"/>
              <a:gd name="connsiteY0" fmla="*/ 2665156 h 10728642"/>
              <a:gd name="connsiteX1" fmla="*/ 4673861 w 8109376"/>
              <a:gd name="connsiteY1" fmla="*/ 0 h 10728642"/>
              <a:gd name="connsiteX2" fmla="*/ 8109376 w 8109376"/>
              <a:gd name="connsiteY2" fmla="*/ 6035100 h 10728642"/>
              <a:gd name="connsiteX3" fmla="*/ 74 w 8109376"/>
              <a:gd name="connsiteY3" fmla="*/ 10728642 h 10728642"/>
              <a:gd name="connsiteX4" fmla="*/ 650 w 8109376"/>
              <a:gd name="connsiteY4" fmla="*/ 2665156 h 10728642"/>
              <a:gd name="connsiteX0" fmla="*/ 650 w 8109376"/>
              <a:gd name="connsiteY0" fmla="*/ 2665156 h 10728642"/>
              <a:gd name="connsiteX1" fmla="*/ 4673861 w 8109376"/>
              <a:gd name="connsiteY1" fmla="*/ 0 h 10728642"/>
              <a:gd name="connsiteX2" fmla="*/ 8109376 w 8109376"/>
              <a:gd name="connsiteY2" fmla="*/ 6035100 h 10728642"/>
              <a:gd name="connsiteX3" fmla="*/ 74 w 8109376"/>
              <a:gd name="connsiteY3" fmla="*/ 10728642 h 10728642"/>
              <a:gd name="connsiteX4" fmla="*/ 650 w 8109376"/>
              <a:gd name="connsiteY4" fmla="*/ 2665156 h 10728642"/>
              <a:gd name="connsiteX0" fmla="*/ 650 w 8109376"/>
              <a:gd name="connsiteY0" fmla="*/ 2665156 h 10728642"/>
              <a:gd name="connsiteX1" fmla="*/ 4673861 w 8109376"/>
              <a:gd name="connsiteY1" fmla="*/ 0 h 10728642"/>
              <a:gd name="connsiteX2" fmla="*/ 8109376 w 8109376"/>
              <a:gd name="connsiteY2" fmla="*/ 6035100 h 10728642"/>
              <a:gd name="connsiteX3" fmla="*/ 74 w 8109376"/>
              <a:gd name="connsiteY3" fmla="*/ 10728642 h 10728642"/>
              <a:gd name="connsiteX4" fmla="*/ 650 w 8109376"/>
              <a:gd name="connsiteY4" fmla="*/ 2665156 h 107286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09376" h="10728642">
                <a:moveTo>
                  <a:pt x="650" y="2665156"/>
                </a:moveTo>
                <a:lnTo>
                  <a:pt x="4673861" y="0"/>
                </a:lnTo>
                <a:cubicBezTo>
                  <a:pt x="5668654" y="1793772"/>
                  <a:pt x="7081028" y="4183207"/>
                  <a:pt x="8109376" y="6035100"/>
                </a:cubicBezTo>
                <a:lnTo>
                  <a:pt x="74" y="10728642"/>
                </a:lnTo>
                <a:cubicBezTo>
                  <a:pt x="2065" y="6648884"/>
                  <a:pt x="-1341" y="6744914"/>
                  <a:pt x="650" y="2665156"/>
                </a:cubicBezTo>
                <a:close/>
              </a:path>
            </a:pathLst>
          </a:custGeom>
          <a:solidFill>
            <a:srgbClr val="E642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31493" y="3140968"/>
            <a:ext cx="3155056" cy="1012772"/>
          </a:xfrm>
          <a:prstGeom prst="rect">
            <a:avLst/>
          </a:prstGeom>
        </p:spPr>
      </p:pic>
      <p:pic>
        <p:nvPicPr>
          <p:cNvPr id="12" name="Picture 1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81083" y="1700808"/>
            <a:ext cx="3663604" cy="3657510"/>
          </a:xfrm>
          <a:prstGeom prst="rect">
            <a:avLst/>
          </a:prstGeom>
        </p:spPr>
      </p:pic>
      <p:sp>
        <p:nvSpPr>
          <p:cNvPr id="13" name="Title 51"/>
          <p:cNvSpPr txBox="1">
            <a:spLocks/>
          </p:cNvSpPr>
          <p:nvPr userDrawn="1"/>
        </p:nvSpPr>
        <p:spPr>
          <a:xfrm>
            <a:off x="623392" y="836712"/>
            <a:ext cx="7018635" cy="1008112"/>
          </a:xfrm>
          <a:prstGeom prst="rect">
            <a:avLst/>
          </a:prstGeom>
        </p:spPr>
        <p:txBody>
          <a:bodyPr/>
          <a:lstStyle>
            <a:lvl1pPr algn="l" defTabSz="914286" rtl="0" eaLnBrk="1" latinLnBrk="0" hangingPunct="1">
              <a:spcBef>
                <a:spcPct val="0"/>
              </a:spcBef>
              <a:buNone/>
              <a:defRPr sz="3600" b="0" i="0" kern="1200" cap="small" baseline="0">
                <a:solidFill>
                  <a:schemeClr val="tx1"/>
                </a:solidFill>
                <a:latin typeface="+mj-lt"/>
                <a:ea typeface="Calibri Light" charset="0"/>
                <a:cs typeface="Calibri Light" charset="0"/>
              </a:defRPr>
            </a:lvl1pPr>
          </a:lstStyle>
          <a:p>
            <a:r>
              <a:rPr lang="en-US" sz="8000" b="0" i="1" spc="600" dirty="0">
                <a:latin typeface="Source Sans Pro ExtraLight" charset="0"/>
                <a:ea typeface="Source Sans Pro ExtraLight" charset="0"/>
                <a:cs typeface="Source Sans Pro ExtraLight" charset="0"/>
              </a:rPr>
              <a:t>Thank you </a:t>
            </a:r>
          </a:p>
        </p:txBody>
      </p:sp>
      <p:sp>
        <p:nvSpPr>
          <p:cNvPr id="14" name="Rectangle 13"/>
          <p:cNvSpPr/>
          <p:nvPr userDrawn="1"/>
        </p:nvSpPr>
        <p:spPr>
          <a:xfrm>
            <a:off x="2495600" y="1988839"/>
            <a:ext cx="2698175" cy="369332"/>
          </a:xfrm>
          <a:prstGeom prst="rect">
            <a:avLst/>
          </a:prstGeom>
        </p:spPr>
        <p:txBody>
          <a:bodyPr wrap="none">
            <a:spAutoFit/>
          </a:bodyPr>
          <a:lstStyle/>
          <a:p>
            <a:r>
              <a:rPr lang="en-US" b="0" i="1" spc="300" dirty="0">
                <a:latin typeface="Source Sans Pro Light" charset="0"/>
                <a:ea typeface="Source Sans Pro Light" charset="0"/>
                <a:cs typeface="Source Sans Pro Light" charset="0"/>
              </a:rPr>
              <a:t>for your attention !</a:t>
            </a:r>
          </a:p>
        </p:txBody>
      </p:sp>
    </p:spTree>
    <p:extLst>
      <p:ext uri="{BB962C8B-B14F-4D97-AF65-F5344CB8AC3E}">
        <p14:creationId xmlns:p14="http://schemas.microsoft.com/office/powerpoint/2010/main" val="231594854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cSld name="1_CoverPage">
    <p:spTree>
      <p:nvGrpSpPr>
        <p:cNvPr id="1" name=""/>
        <p:cNvGrpSpPr/>
        <p:nvPr/>
      </p:nvGrpSpPr>
      <p:grpSpPr>
        <a:xfrm>
          <a:off x="0" y="0"/>
          <a:ext cx="0" cy="0"/>
          <a:chOff x="0" y="0"/>
          <a:chExt cx="0" cy="0"/>
        </a:xfrm>
      </p:grpSpPr>
      <p:sp>
        <p:nvSpPr>
          <p:cNvPr id="18" name="Picture Placeholder 13"/>
          <p:cNvSpPr>
            <a:spLocks noGrp="1"/>
          </p:cNvSpPr>
          <p:nvPr>
            <p:ph type="pic" sz="quarter" idx="11"/>
          </p:nvPr>
        </p:nvSpPr>
        <p:spPr>
          <a:xfrm>
            <a:off x="0" y="1"/>
            <a:ext cx="8588779" cy="6881149"/>
          </a:xfrm>
          <a:custGeom>
            <a:avLst/>
            <a:gdLst>
              <a:gd name="connsiteX0" fmla="*/ 0 w 4057359"/>
              <a:gd name="connsiteY0" fmla="*/ 0 h 6858000"/>
              <a:gd name="connsiteX1" fmla="*/ 4057359 w 4057359"/>
              <a:gd name="connsiteY1" fmla="*/ 0 h 6858000"/>
              <a:gd name="connsiteX2" fmla="*/ 4057359 w 4057359"/>
              <a:gd name="connsiteY2" fmla="*/ 6858000 h 6858000"/>
              <a:gd name="connsiteX3" fmla="*/ 0 w 4057359"/>
              <a:gd name="connsiteY3" fmla="*/ 6858000 h 6858000"/>
              <a:gd name="connsiteX4" fmla="*/ 0 w 4057359"/>
              <a:gd name="connsiteY4" fmla="*/ 0 h 6858000"/>
              <a:gd name="connsiteX0" fmla="*/ 29731 w 4087090"/>
              <a:gd name="connsiteY0" fmla="*/ 0 h 6871855"/>
              <a:gd name="connsiteX1" fmla="*/ 4087090 w 4087090"/>
              <a:gd name="connsiteY1" fmla="*/ 0 h 6871855"/>
              <a:gd name="connsiteX2" fmla="*/ 0 w 4087090"/>
              <a:gd name="connsiteY2" fmla="*/ 6871855 h 6871855"/>
              <a:gd name="connsiteX3" fmla="*/ 29731 w 4087090"/>
              <a:gd name="connsiteY3" fmla="*/ 6858000 h 6871855"/>
              <a:gd name="connsiteX4" fmla="*/ 29731 w 4087090"/>
              <a:gd name="connsiteY4" fmla="*/ 0 h 6871855"/>
              <a:gd name="connsiteX0" fmla="*/ 0 w 4057359"/>
              <a:gd name="connsiteY0" fmla="*/ 0 h 6941252"/>
              <a:gd name="connsiteX1" fmla="*/ 4057359 w 4057359"/>
              <a:gd name="connsiteY1" fmla="*/ 0 h 6941252"/>
              <a:gd name="connsiteX2" fmla="*/ 27419 w 4057359"/>
              <a:gd name="connsiteY2" fmla="*/ 6941252 h 6941252"/>
              <a:gd name="connsiteX3" fmla="*/ 0 w 4057359"/>
              <a:gd name="connsiteY3" fmla="*/ 6858000 h 6941252"/>
              <a:gd name="connsiteX4" fmla="*/ 0 w 4057359"/>
              <a:gd name="connsiteY4" fmla="*/ 0 h 6941252"/>
              <a:gd name="connsiteX0" fmla="*/ 0 w 4057359"/>
              <a:gd name="connsiteY0" fmla="*/ 0 h 6863691"/>
              <a:gd name="connsiteX1" fmla="*/ 4057359 w 4057359"/>
              <a:gd name="connsiteY1" fmla="*/ 0 h 6863691"/>
              <a:gd name="connsiteX2" fmla="*/ 2926 w 4057359"/>
              <a:gd name="connsiteY2" fmla="*/ 6863691 h 6863691"/>
              <a:gd name="connsiteX3" fmla="*/ 0 w 4057359"/>
              <a:gd name="connsiteY3" fmla="*/ 6858000 h 6863691"/>
              <a:gd name="connsiteX4" fmla="*/ 0 w 4057359"/>
              <a:gd name="connsiteY4" fmla="*/ 0 h 6863691"/>
              <a:gd name="connsiteX0" fmla="*/ 0 w 3971634"/>
              <a:gd name="connsiteY0" fmla="*/ 8164 h 6871855"/>
              <a:gd name="connsiteX1" fmla="*/ 3971634 w 3971634"/>
              <a:gd name="connsiteY1" fmla="*/ 0 h 6871855"/>
              <a:gd name="connsiteX2" fmla="*/ 2926 w 3971634"/>
              <a:gd name="connsiteY2" fmla="*/ 6871855 h 6871855"/>
              <a:gd name="connsiteX3" fmla="*/ 0 w 3971634"/>
              <a:gd name="connsiteY3" fmla="*/ 6866164 h 6871855"/>
              <a:gd name="connsiteX4" fmla="*/ 0 w 3971634"/>
              <a:gd name="connsiteY4" fmla="*/ 8164 h 6871855"/>
              <a:gd name="connsiteX0" fmla="*/ 0 w 3971634"/>
              <a:gd name="connsiteY0" fmla="*/ 8164 h 6871855"/>
              <a:gd name="connsiteX1" fmla="*/ 3971634 w 3971634"/>
              <a:gd name="connsiteY1" fmla="*/ 0 h 6871855"/>
              <a:gd name="connsiteX2" fmla="*/ 2926 w 3971634"/>
              <a:gd name="connsiteY2" fmla="*/ 6871855 h 6871855"/>
              <a:gd name="connsiteX3" fmla="*/ 0 w 3971634"/>
              <a:gd name="connsiteY3" fmla="*/ 6866164 h 6871855"/>
              <a:gd name="connsiteX4" fmla="*/ 0 w 3971634"/>
              <a:gd name="connsiteY4" fmla="*/ 8164 h 6871855"/>
              <a:gd name="connsiteX0" fmla="*/ 0 w 3971634"/>
              <a:gd name="connsiteY0" fmla="*/ 8164 h 6871855"/>
              <a:gd name="connsiteX1" fmla="*/ 3971634 w 3971634"/>
              <a:gd name="connsiteY1" fmla="*/ 0 h 6871855"/>
              <a:gd name="connsiteX2" fmla="*/ 2926 w 3971634"/>
              <a:gd name="connsiteY2" fmla="*/ 6871855 h 6871855"/>
              <a:gd name="connsiteX3" fmla="*/ 717631 w 3971634"/>
              <a:gd name="connsiteY3" fmla="*/ 6866164 h 6871855"/>
              <a:gd name="connsiteX4" fmla="*/ 0 w 3971634"/>
              <a:gd name="connsiteY4" fmla="*/ 8164 h 6871855"/>
              <a:gd name="connsiteX0" fmla="*/ 0 w 4621225"/>
              <a:gd name="connsiteY0" fmla="*/ 8164 h 6883429"/>
              <a:gd name="connsiteX1" fmla="*/ 3971634 w 4621225"/>
              <a:gd name="connsiteY1" fmla="*/ 0 h 6883429"/>
              <a:gd name="connsiteX2" fmla="*/ 4621225 w 4621225"/>
              <a:gd name="connsiteY2" fmla="*/ 6883429 h 6883429"/>
              <a:gd name="connsiteX3" fmla="*/ 717631 w 4621225"/>
              <a:gd name="connsiteY3" fmla="*/ 6866164 h 6883429"/>
              <a:gd name="connsiteX4" fmla="*/ 0 w 4621225"/>
              <a:gd name="connsiteY4" fmla="*/ 8164 h 6883429"/>
              <a:gd name="connsiteX0" fmla="*/ 0 w 9133943"/>
              <a:gd name="connsiteY0" fmla="*/ 8164 h 6883429"/>
              <a:gd name="connsiteX1" fmla="*/ 9133943 w 9133943"/>
              <a:gd name="connsiteY1" fmla="*/ 0 h 6883429"/>
              <a:gd name="connsiteX2" fmla="*/ 4621225 w 9133943"/>
              <a:gd name="connsiteY2" fmla="*/ 6883429 h 6883429"/>
              <a:gd name="connsiteX3" fmla="*/ 717631 w 9133943"/>
              <a:gd name="connsiteY3" fmla="*/ 6866164 h 6883429"/>
              <a:gd name="connsiteX4" fmla="*/ 0 w 9133943"/>
              <a:gd name="connsiteY4" fmla="*/ 8164 h 6883429"/>
              <a:gd name="connsiteX0" fmla="*/ 0 w 9133943"/>
              <a:gd name="connsiteY0" fmla="*/ 8164 h 6889313"/>
              <a:gd name="connsiteX1" fmla="*/ 9133943 w 9133943"/>
              <a:gd name="connsiteY1" fmla="*/ 0 h 6889313"/>
              <a:gd name="connsiteX2" fmla="*/ 4621225 w 9133943"/>
              <a:gd name="connsiteY2" fmla="*/ 6883429 h 6889313"/>
              <a:gd name="connsiteX3" fmla="*/ 1 w 9133943"/>
              <a:gd name="connsiteY3" fmla="*/ 6889313 h 6889313"/>
              <a:gd name="connsiteX4" fmla="*/ 0 w 9133943"/>
              <a:gd name="connsiteY4" fmla="*/ 8164 h 6889313"/>
              <a:gd name="connsiteX0" fmla="*/ 0 w 9133943"/>
              <a:gd name="connsiteY0" fmla="*/ 8164 h 6889313"/>
              <a:gd name="connsiteX1" fmla="*/ 9133943 w 9133943"/>
              <a:gd name="connsiteY1" fmla="*/ 0 h 6889313"/>
              <a:gd name="connsiteX2" fmla="*/ 4621225 w 9133943"/>
              <a:gd name="connsiteY2" fmla="*/ 6673455 h 6889313"/>
              <a:gd name="connsiteX3" fmla="*/ 1 w 9133943"/>
              <a:gd name="connsiteY3" fmla="*/ 6889313 h 6889313"/>
              <a:gd name="connsiteX4" fmla="*/ 0 w 9133943"/>
              <a:gd name="connsiteY4" fmla="*/ 8164 h 6889313"/>
              <a:gd name="connsiteX0" fmla="*/ 0 w 9133943"/>
              <a:gd name="connsiteY0" fmla="*/ 8164 h 6889313"/>
              <a:gd name="connsiteX1" fmla="*/ 9133943 w 9133943"/>
              <a:gd name="connsiteY1" fmla="*/ 0 h 6889313"/>
              <a:gd name="connsiteX2" fmla="*/ 4627999 w 9133943"/>
              <a:gd name="connsiteY2" fmla="*/ 6873269 h 6889313"/>
              <a:gd name="connsiteX3" fmla="*/ 1 w 9133943"/>
              <a:gd name="connsiteY3" fmla="*/ 6889313 h 6889313"/>
              <a:gd name="connsiteX4" fmla="*/ 0 w 9133943"/>
              <a:gd name="connsiteY4" fmla="*/ 8164 h 6889313"/>
              <a:gd name="connsiteX0" fmla="*/ 0 w 9154263"/>
              <a:gd name="connsiteY0" fmla="*/ 1391 h 6882540"/>
              <a:gd name="connsiteX1" fmla="*/ 9154263 w 9154263"/>
              <a:gd name="connsiteY1" fmla="*/ 0 h 6882540"/>
              <a:gd name="connsiteX2" fmla="*/ 4627999 w 9154263"/>
              <a:gd name="connsiteY2" fmla="*/ 6866496 h 6882540"/>
              <a:gd name="connsiteX3" fmla="*/ 1 w 9154263"/>
              <a:gd name="connsiteY3" fmla="*/ 6882540 h 6882540"/>
              <a:gd name="connsiteX4" fmla="*/ 0 w 9154263"/>
              <a:gd name="connsiteY4" fmla="*/ 1391 h 6882540"/>
              <a:gd name="connsiteX0" fmla="*/ 0 w 9157650"/>
              <a:gd name="connsiteY0" fmla="*/ 0 h 6881149"/>
              <a:gd name="connsiteX1" fmla="*/ 9157650 w 9157650"/>
              <a:gd name="connsiteY1" fmla="*/ 32476 h 6881149"/>
              <a:gd name="connsiteX2" fmla="*/ 4627999 w 9157650"/>
              <a:gd name="connsiteY2" fmla="*/ 6865105 h 6881149"/>
              <a:gd name="connsiteX3" fmla="*/ 1 w 9157650"/>
              <a:gd name="connsiteY3" fmla="*/ 6881149 h 6881149"/>
              <a:gd name="connsiteX4" fmla="*/ 0 w 9157650"/>
              <a:gd name="connsiteY4" fmla="*/ 0 h 6881149"/>
              <a:gd name="connsiteX0" fmla="*/ 0 w 9154263"/>
              <a:gd name="connsiteY0" fmla="*/ 0 h 6881149"/>
              <a:gd name="connsiteX1" fmla="*/ 9154263 w 9154263"/>
              <a:gd name="connsiteY1" fmla="*/ 1996 h 6881149"/>
              <a:gd name="connsiteX2" fmla="*/ 4627999 w 9154263"/>
              <a:gd name="connsiteY2" fmla="*/ 6865105 h 6881149"/>
              <a:gd name="connsiteX3" fmla="*/ 1 w 9154263"/>
              <a:gd name="connsiteY3" fmla="*/ 6881149 h 6881149"/>
              <a:gd name="connsiteX4" fmla="*/ 0 w 9154263"/>
              <a:gd name="connsiteY4" fmla="*/ 0 h 6881149"/>
              <a:gd name="connsiteX0" fmla="*/ 0 w 8588779"/>
              <a:gd name="connsiteY0" fmla="*/ 0 h 6881149"/>
              <a:gd name="connsiteX1" fmla="*/ 8588779 w 8588779"/>
              <a:gd name="connsiteY1" fmla="*/ 1996 h 6881149"/>
              <a:gd name="connsiteX2" fmla="*/ 4627999 w 8588779"/>
              <a:gd name="connsiteY2" fmla="*/ 6865105 h 6881149"/>
              <a:gd name="connsiteX3" fmla="*/ 1 w 8588779"/>
              <a:gd name="connsiteY3" fmla="*/ 6881149 h 6881149"/>
              <a:gd name="connsiteX4" fmla="*/ 0 w 8588779"/>
              <a:gd name="connsiteY4" fmla="*/ 0 h 6881149"/>
              <a:gd name="connsiteX0" fmla="*/ 0 w 8588779"/>
              <a:gd name="connsiteY0" fmla="*/ 0 h 6881149"/>
              <a:gd name="connsiteX1" fmla="*/ 8588779 w 8588779"/>
              <a:gd name="connsiteY1" fmla="*/ 1996 h 6881149"/>
              <a:gd name="connsiteX2" fmla="*/ 4627999 w 8588779"/>
              <a:gd name="connsiteY2" fmla="*/ 6865105 h 6881149"/>
              <a:gd name="connsiteX3" fmla="*/ 1 w 8588779"/>
              <a:gd name="connsiteY3" fmla="*/ 6881149 h 6881149"/>
              <a:gd name="connsiteX4" fmla="*/ 0 w 8588779"/>
              <a:gd name="connsiteY4" fmla="*/ 0 h 6881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88779" h="6881149">
                <a:moveTo>
                  <a:pt x="0" y="0"/>
                </a:moveTo>
                <a:lnTo>
                  <a:pt x="8588779" y="1996"/>
                </a:lnTo>
                <a:cubicBezTo>
                  <a:pt x="8363393" y="388709"/>
                  <a:pt x="5948259" y="4577402"/>
                  <a:pt x="4627999" y="6865105"/>
                </a:cubicBezTo>
                <a:lnTo>
                  <a:pt x="1" y="6881149"/>
                </a:lnTo>
                <a:cubicBezTo>
                  <a:pt x="1" y="4587433"/>
                  <a:pt x="0" y="2293716"/>
                  <a:pt x="0" y="0"/>
                </a:cubicBezTo>
                <a:close/>
              </a:path>
            </a:pathLst>
          </a:custGeom>
          <a:solidFill>
            <a:schemeClr val="bg1">
              <a:lumMod val="95000"/>
            </a:schemeClr>
          </a:solidFill>
        </p:spPr>
        <p:txBody>
          <a:bodyPr/>
          <a:lstStyle/>
          <a:p>
            <a:r>
              <a:rPr lang="en-US"/>
              <a:t>Drag picture to placeholder or click icon to add</a:t>
            </a:r>
          </a:p>
        </p:txBody>
      </p:sp>
      <p:sp>
        <p:nvSpPr>
          <p:cNvPr id="2" name="Rectangle 1"/>
          <p:cNvSpPr/>
          <p:nvPr/>
        </p:nvSpPr>
        <p:spPr>
          <a:xfrm>
            <a:off x="10632504" y="6165304"/>
            <a:ext cx="1080120" cy="288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803676" y="5661566"/>
            <a:ext cx="2961767" cy="744145"/>
          </a:xfrm>
          <a:prstGeom prst="rect">
            <a:avLst/>
          </a:prstGeom>
        </p:spPr>
      </p:pic>
      <p:sp>
        <p:nvSpPr>
          <p:cNvPr id="6" name="Rectangle 5"/>
          <p:cNvSpPr/>
          <p:nvPr/>
        </p:nvSpPr>
        <p:spPr>
          <a:xfrm>
            <a:off x="10669578" y="404664"/>
            <a:ext cx="1149988" cy="288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62926" y="1975081"/>
            <a:ext cx="868787" cy="768875"/>
          </a:xfrm>
          <a:prstGeom prst="rect">
            <a:avLst/>
          </a:prstGeom>
        </p:spPr>
      </p:pic>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06073" y="1611066"/>
            <a:ext cx="313478" cy="277426"/>
          </a:xfrm>
          <a:prstGeom prst="rect">
            <a:avLst/>
          </a:prstGeom>
        </p:spPr>
      </p:pic>
      <p:sp>
        <p:nvSpPr>
          <p:cNvPr id="9" name="Rectangle 8"/>
          <p:cNvSpPr/>
          <p:nvPr userDrawn="1"/>
        </p:nvSpPr>
        <p:spPr>
          <a:xfrm>
            <a:off x="10776520" y="6165304"/>
            <a:ext cx="936104" cy="288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803676" y="5661566"/>
            <a:ext cx="2961767" cy="744145"/>
          </a:xfrm>
          <a:prstGeom prst="rect">
            <a:avLst/>
          </a:prstGeom>
        </p:spPr>
      </p:pic>
      <p:sp>
        <p:nvSpPr>
          <p:cNvPr id="11" name="Rectangle 10"/>
          <p:cNvSpPr/>
          <p:nvPr userDrawn="1"/>
        </p:nvSpPr>
        <p:spPr>
          <a:xfrm>
            <a:off x="10669578" y="404664"/>
            <a:ext cx="1149988" cy="2880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8762926" y="1975081"/>
            <a:ext cx="868787" cy="768875"/>
          </a:xfrm>
          <a:prstGeom prst="rect">
            <a:avLst/>
          </a:prstGeom>
        </p:spPr>
      </p:pic>
      <p:pic>
        <p:nvPicPr>
          <p:cNvPr id="13" name="Picture 12"/>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506073" y="1611066"/>
            <a:ext cx="313478" cy="277426"/>
          </a:xfrm>
          <a:prstGeom prst="rect">
            <a:avLst/>
          </a:prstGeom>
        </p:spPr>
      </p:pic>
    </p:spTree>
    <p:extLst>
      <p:ext uri="{BB962C8B-B14F-4D97-AF65-F5344CB8AC3E}">
        <p14:creationId xmlns:p14="http://schemas.microsoft.com/office/powerpoint/2010/main" val="310616033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Red Chapter / Title_subtitle - Conf">
    <p:spTree>
      <p:nvGrpSpPr>
        <p:cNvPr id="1" name=""/>
        <p:cNvGrpSpPr/>
        <p:nvPr/>
      </p:nvGrpSpPr>
      <p:grpSpPr>
        <a:xfrm>
          <a:off x="0" y="0"/>
          <a:ext cx="0" cy="0"/>
          <a:chOff x="0" y="0"/>
          <a:chExt cx="0" cy="0"/>
        </a:xfrm>
      </p:grpSpPr>
      <p:sp>
        <p:nvSpPr>
          <p:cNvPr id="2" name="Rectangle 1"/>
          <p:cNvSpPr/>
          <p:nvPr/>
        </p:nvSpPr>
        <p:spPr>
          <a:xfrm>
            <a:off x="0" y="0"/>
            <a:ext cx="9192067" cy="6884633"/>
          </a:xfrm>
          <a:custGeom>
            <a:avLst/>
            <a:gdLst>
              <a:gd name="connsiteX0" fmla="*/ 0 w 8832304"/>
              <a:gd name="connsiteY0" fmla="*/ 0 h 6858000"/>
              <a:gd name="connsiteX1" fmla="*/ 8832304 w 8832304"/>
              <a:gd name="connsiteY1" fmla="*/ 0 h 6858000"/>
              <a:gd name="connsiteX2" fmla="*/ 8832304 w 8832304"/>
              <a:gd name="connsiteY2" fmla="*/ 6858000 h 6858000"/>
              <a:gd name="connsiteX3" fmla="*/ 0 w 8832304"/>
              <a:gd name="connsiteY3" fmla="*/ 6858000 h 6858000"/>
              <a:gd name="connsiteX4" fmla="*/ 0 w 8832304"/>
              <a:gd name="connsiteY4" fmla="*/ 0 h 6858000"/>
              <a:gd name="connsiteX0" fmla="*/ 0 w 8832304"/>
              <a:gd name="connsiteY0" fmla="*/ 0 h 6872990"/>
              <a:gd name="connsiteX1" fmla="*/ 8832304 w 8832304"/>
              <a:gd name="connsiteY1" fmla="*/ 0 h 6872990"/>
              <a:gd name="connsiteX2" fmla="*/ 4650048 w 8832304"/>
              <a:gd name="connsiteY2" fmla="*/ 6872990 h 6872990"/>
              <a:gd name="connsiteX3" fmla="*/ 0 w 8832304"/>
              <a:gd name="connsiteY3" fmla="*/ 6858000 h 6872990"/>
              <a:gd name="connsiteX4" fmla="*/ 0 w 8832304"/>
              <a:gd name="connsiteY4" fmla="*/ 0 h 6872990"/>
              <a:gd name="connsiteX0" fmla="*/ 0 w 9147097"/>
              <a:gd name="connsiteY0" fmla="*/ 0 h 6872990"/>
              <a:gd name="connsiteX1" fmla="*/ 9147097 w 9147097"/>
              <a:gd name="connsiteY1" fmla="*/ 0 h 6872990"/>
              <a:gd name="connsiteX2" fmla="*/ 4650048 w 9147097"/>
              <a:gd name="connsiteY2" fmla="*/ 6872990 h 6872990"/>
              <a:gd name="connsiteX3" fmla="*/ 0 w 9147097"/>
              <a:gd name="connsiteY3" fmla="*/ 6858000 h 6872990"/>
              <a:gd name="connsiteX4" fmla="*/ 0 w 9147097"/>
              <a:gd name="connsiteY4" fmla="*/ 0 h 6872990"/>
              <a:gd name="connsiteX0" fmla="*/ 0 w 9192067"/>
              <a:gd name="connsiteY0" fmla="*/ 0 h 6872990"/>
              <a:gd name="connsiteX1" fmla="*/ 9192067 w 9192067"/>
              <a:gd name="connsiteY1" fmla="*/ 0 h 6872990"/>
              <a:gd name="connsiteX2" fmla="*/ 4650048 w 9192067"/>
              <a:gd name="connsiteY2" fmla="*/ 6872990 h 6872990"/>
              <a:gd name="connsiteX3" fmla="*/ 0 w 9192067"/>
              <a:gd name="connsiteY3" fmla="*/ 6858000 h 6872990"/>
              <a:gd name="connsiteX4" fmla="*/ 0 w 9192067"/>
              <a:gd name="connsiteY4" fmla="*/ 0 h 6872990"/>
              <a:gd name="connsiteX0" fmla="*/ 0 w 9192067"/>
              <a:gd name="connsiteY0" fmla="*/ 0 h 6858000"/>
              <a:gd name="connsiteX1" fmla="*/ 9192067 w 9192067"/>
              <a:gd name="connsiteY1" fmla="*/ 0 h 6858000"/>
              <a:gd name="connsiteX2" fmla="*/ 5039792 w 9192067"/>
              <a:gd name="connsiteY2" fmla="*/ 6858000 h 6858000"/>
              <a:gd name="connsiteX3" fmla="*/ 0 w 9192067"/>
              <a:gd name="connsiteY3" fmla="*/ 6858000 h 6858000"/>
              <a:gd name="connsiteX4" fmla="*/ 0 w 9192067"/>
              <a:gd name="connsiteY4" fmla="*/ 0 h 6858000"/>
              <a:gd name="connsiteX0" fmla="*/ 0 w 9192067"/>
              <a:gd name="connsiteY0" fmla="*/ 0 h 6884633"/>
              <a:gd name="connsiteX1" fmla="*/ 9192067 w 9192067"/>
              <a:gd name="connsiteY1" fmla="*/ 0 h 6884633"/>
              <a:gd name="connsiteX2" fmla="*/ 5030914 w 9192067"/>
              <a:gd name="connsiteY2" fmla="*/ 6884633 h 6884633"/>
              <a:gd name="connsiteX3" fmla="*/ 0 w 9192067"/>
              <a:gd name="connsiteY3" fmla="*/ 6858000 h 6884633"/>
              <a:gd name="connsiteX4" fmla="*/ 0 w 9192067"/>
              <a:gd name="connsiteY4" fmla="*/ 0 h 68846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92067" h="6884633">
                <a:moveTo>
                  <a:pt x="0" y="0"/>
                </a:moveTo>
                <a:lnTo>
                  <a:pt x="9192067" y="0"/>
                </a:lnTo>
                <a:lnTo>
                  <a:pt x="5030914" y="6884633"/>
                </a:lnTo>
                <a:lnTo>
                  <a:pt x="0" y="6858000"/>
                </a:lnTo>
                <a:lnTo>
                  <a:pt x="0" y="0"/>
                </a:lnTo>
                <a:close/>
              </a:path>
            </a:pathLst>
          </a:custGeom>
          <a:solidFill>
            <a:srgbClr val="E642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p:cNvSpPr>
            <a:spLocks noGrp="1"/>
          </p:cNvSpPr>
          <p:nvPr>
            <p:ph type="ctrTitle" hasCustomPrompt="1"/>
          </p:nvPr>
        </p:nvSpPr>
        <p:spPr>
          <a:xfrm>
            <a:off x="1657349" y="644525"/>
            <a:ext cx="4500331" cy="2726185"/>
          </a:xfrm>
          <a:prstGeom prst="rect">
            <a:avLst/>
          </a:prstGeom>
        </p:spPr>
        <p:txBody>
          <a:bodyPr lIns="0" tIns="0" rIns="0" bIns="0" anchor="b" anchorCtr="0">
            <a:noAutofit/>
          </a:bodyPr>
          <a:lstStyle>
            <a:lvl1pPr algn="r">
              <a:defRPr sz="4000" b="1" i="0" cap="none" baseline="0">
                <a:solidFill>
                  <a:schemeClr val="bg1"/>
                </a:solidFill>
                <a:latin typeface="Source Sans Pro Black" charset="0"/>
                <a:ea typeface="Source Sans Pro Black" charset="0"/>
                <a:cs typeface="Source Sans Pro Black" charset="0"/>
              </a:defRPr>
            </a:lvl1pPr>
          </a:lstStyle>
          <a:p>
            <a:r>
              <a:rPr lang="en-US" dirty="0"/>
              <a:t>Click to edit master title style</a:t>
            </a:r>
          </a:p>
        </p:txBody>
      </p:sp>
      <p:cxnSp>
        <p:nvCxnSpPr>
          <p:cNvPr id="9" name="Straight Connector 8"/>
          <p:cNvCxnSpPr/>
          <p:nvPr/>
        </p:nvCxnSpPr>
        <p:spPr>
          <a:xfrm flipH="1">
            <a:off x="5776094" y="3569020"/>
            <a:ext cx="38158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Text Placeholder 6"/>
          <p:cNvSpPr>
            <a:spLocks noGrp="1"/>
          </p:cNvSpPr>
          <p:nvPr>
            <p:ph type="body" sz="quarter" idx="10" hasCustomPrompt="1"/>
          </p:nvPr>
        </p:nvSpPr>
        <p:spPr>
          <a:xfrm>
            <a:off x="7680324" y="3645024"/>
            <a:ext cx="3960814" cy="2398589"/>
          </a:xfrm>
          <a:prstGeom prst="rect">
            <a:avLst/>
          </a:prstGeom>
        </p:spPr>
        <p:txBody>
          <a:bodyPr lIns="0" tIns="0" rIns="0" bIns="0"/>
          <a:lstStyle>
            <a:lvl1pPr>
              <a:defRPr sz="2600"/>
            </a:lvl1pPr>
          </a:lstStyle>
          <a:p>
            <a:pPr lvl="0"/>
            <a:r>
              <a:rPr lang="en-US" dirty="0"/>
              <a:t>Click to edit Intro text styles</a:t>
            </a:r>
          </a:p>
        </p:txBody>
      </p:sp>
      <p:cxnSp>
        <p:nvCxnSpPr>
          <p:cNvPr id="13" name="Straight Connector 12"/>
          <p:cNvCxnSpPr/>
          <p:nvPr/>
        </p:nvCxnSpPr>
        <p:spPr>
          <a:xfrm flipH="1">
            <a:off x="7680326" y="3552512"/>
            <a:ext cx="390524"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7" name="Rectangle 1"/>
          <p:cNvSpPr/>
          <p:nvPr userDrawn="1"/>
        </p:nvSpPr>
        <p:spPr>
          <a:xfrm>
            <a:off x="0" y="0"/>
            <a:ext cx="9192067" cy="6884633"/>
          </a:xfrm>
          <a:custGeom>
            <a:avLst/>
            <a:gdLst>
              <a:gd name="connsiteX0" fmla="*/ 0 w 8832304"/>
              <a:gd name="connsiteY0" fmla="*/ 0 h 6858000"/>
              <a:gd name="connsiteX1" fmla="*/ 8832304 w 8832304"/>
              <a:gd name="connsiteY1" fmla="*/ 0 h 6858000"/>
              <a:gd name="connsiteX2" fmla="*/ 8832304 w 8832304"/>
              <a:gd name="connsiteY2" fmla="*/ 6858000 h 6858000"/>
              <a:gd name="connsiteX3" fmla="*/ 0 w 8832304"/>
              <a:gd name="connsiteY3" fmla="*/ 6858000 h 6858000"/>
              <a:gd name="connsiteX4" fmla="*/ 0 w 8832304"/>
              <a:gd name="connsiteY4" fmla="*/ 0 h 6858000"/>
              <a:gd name="connsiteX0" fmla="*/ 0 w 8832304"/>
              <a:gd name="connsiteY0" fmla="*/ 0 h 6872990"/>
              <a:gd name="connsiteX1" fmla="*/ 8832304 w 8832304"/>
              <a:gd name="connsiteY1" fmla="*/ 0 h 6872990"/>
              <a:gd name="connsiteX2" fmla="*/ 4650048 w 8832304"/>
              <a:gd name="connsiteY2" fmla="*/ 6872990 h 6872990"/>
              <a:gd name="connsiteX3" fmla="*/ 0 w 8832304"/>
              <a:gd name="connsiteY3" fmla="*/ 6858000 h 6872990"/>
              <a:gd name="connsiteX4" fmla="*/ 0 w 8832304"/>
              <a:gd name="connsiteY4" fmla="*/ 0 h 6872990"/>
              <a:gd name="connsiteX0" fmla="*/ 0 w 9147097"/>
              <a:gd name="connsiteY0" fmla="*/ 0 h 6872990"/>
              <a:gd name="connsiteX1" fmla="*/ 9147097 w 9147097"/>
              <a:gd name="connsiteY1" fmla="*/ 0 h 6872990"/>
              <a:gd name="connsiteX2" fmla="*/ 4650048 w 9147097"/>
              <a:gd name="connsiteY2" fmla="*/ 6872990 h 6872990"/>
              <a:gd name="connsiteX3" fmla="*/ 0 w 9147097"/>
              <a:gd name="connsiteY3" fmla="*/ 6858000 h 6872990"/>
              <a:gd name="connsiteX4" fmla="*/ 0 w 9147097"/>
              <a:gd name="connsiteY4" fmla="*/ 0 h 6872990"/>
              <a:gd name="connsiteX0" fmla="*/ 0 w 9192067"/>
              <a:gd name="connsiteY0" fmla="*/ 0 h 6872990"/>
              <a:gd name="connsiteX1" fmla="*/ 9192067 w 9192067"/>
              <a:gd name="connsiteY1" fmla="*/ 0 h 6872990"/>
              <a:gd name="connsiteX2" fmla="*/ 4650048 w 9192067"/>
              <a:gd name="connsiteY2" fmla="*/ 6872990 h 6872990"/>
              <a:gd name="connsiteX3" fmla="*/ 0 w 9192067"/>
              <a:gd name="connsiteY3" fmla="*/ 6858000 h 6872990"/>
              <a:gd name="connsiteX4" fmla="*/ 0 w 9192067"/>
              <a:gd name="connsiteY4" fmla="*/ 0 h 6872990"/>
              <a:gd name="connsiteX0" fmla="*/ 0 w 9192067"/>
              <a:gd name="connsiteY0" fmla="*/ 0 h 6858000"/>
              <a:gd name="connsiteX1" fmla="*/ 9192067 w 9192067"/>
              <a:gd name="connsiteY1" fmla="*/ 0 h 6858000"/>
              <a:gd name="connsiteX2" fmla="*/ 5039792 w 9192067"/>
              <a:gd name="connsiteY2" fmla="*/ 6858000 h 6858000"/>
              <a:gd name="connsiteX3" fmla="*/ 0 w 9192067"/>
              <a:gd name="connsiteY3" fmla="*/ 6858000 h 6858000"/>
              <a:gd name="connsiteX4" fmla="*/ 0 w 9192067"/>
              <a:gd name="connsiteY4" fmla="*/ 0 h 6858000"/>
              <a:gd name="connsiteX0" fmla="*/ 0 w 9192067"/>
              <a:gd name="connsiteY0" fmla="*/ 0 h 6884633"/>
              <a:gd name="connsiteX1" fmla="*/ 9192067 w 9192067"/>
              <a:gd name="connsiteY1" fmla="*/ 0 h 6884633"/>
              <a:gd name="connsiteX2" fmla="*/ 5030914 w 9192067"/>
              <a:gd name="connsiteY2" fmla="*/ 6884633 h 6884633"/>
              <a:gd name="connsiteX3" fmla="*/ 0 w 9192067"/>
              <a:gd name="connsiteY3" fmla="*/ 6858000 h 6884633"/>
              <a:gd name="connsiteX4" fmla="*/ 0 w 9192067"/>
              <a:gd name="connsiteY4" fmla="*/ 0 h 68846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92067" h="6884633">
                <a:moveTo>
                  <a:pt x="0" y="0"/>
                </a:moveTo>
                <a:lnTo>
                  <a:pt x="9192067" y="0"/>
                </a:lnTo>
                <a:lnTo>
                  <a:pt x="5030914" y="6884633"/>
                </a:lnTo>
                <a:lnTo>
                  <a:pt x="0" y="6858000"/>
                </a:lnTo>
                <a:lnTo>
                  <a:pt x="0" y="0"/>
                </a:lnTo>
                <a:close/>
              </a:path>
            </a:pathLst>
          </a:custGeom>
          <a:solidFill>
            <a:srgbClr val="E642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0" name="Straight Connector 9"/>
          <p:cNvCxnSpPr/>
          <p:nvPr userDrawn="1"/>
        </p:nvCxnSpPr>
        <p:spPr>
          <a:xfrm flipH="1">
            <a:off x="5776094" y="3569020"/>
            <a:ext cx="38158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userDrawn="1"/>
        </p:nvCxnSpPr>
        <p:spPr>
          <a:xfrm flipH="1">
            <a:off x="7680326" y="3552512"/>
            <a:ext cx="390524"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14" name="Footer Placeholder 11"/>
          <p:cNvSpPr txBox="1">
            <a:spLocks/>
          </p:cNvSpPr>
          <p:nvPr userDrawn="1"/>
        </p:nvSpPr>
        <p:spPr>
          <a:xfrm>
            <a:off x="550863" y="6315916"/>
            <a:ext cx="2390627" cy="137420"/>
          </a:xfrm>
          <a:prstGeom prst="rect">
            <a:avLst/>
          </a:prstGeom>
        </p:spPr>
        <p:txBody>
          <a:bodyPr vert="horz" lIns="0" tIns="0" rIns="0" bIns="0" numCol="1" rtlCol="0" anchor="t" anchorCtr="0"/>
          <a:lstStyle>
            <a:defPPr>
              <a:defRPr lang="en-US"/>
            </a:defPPr>
            <a:lvl1pPr marL="0" algn="l" defTabSz="914377" rtl="0" eaLnBrk="1" latinLnBrk="0" hangingPunct="1">
              <a:lnSpc>
                <a:spcPct val="100000"/>
              </a:lnSpc>
              <a:defRPr lang="en-US" sz="800" b="1" i="0" kern="1200" cap="none" spc="38" smtClean="0">
                <a:ln w="13500">
                  <a:noFill/>
                  <a:prstDash val="solid"/>
                </a:ln>
                <a:solidFill>
                  <a:schemeClr val="tx2">
                    <a:alpha val="95000"/>
                  </a:schemeClr>
                </a:solidFill>
                <a:effectLst/>
                <a:latin typeface="Source Sans Pro Black" charset="0"/>
                <a:ea typeface="Source Sans Pro Black" charset="0"/>
                <a:cs typeface="Source Sans Pro Black" charset="0"/>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r>
              <a:rPr lang="en-US" dirty="0">
                <a:solidFill>
                  <a:schemeClr val="bg1">
                    <a:alpha val="95000"/>
                  </a:schemeClr>
                </a:solidFill>
              </a:rPr>
              <a:t>© </a:t>
            </a:r>
            <a:r>
              <a:rPr lang="en-US" dirty="0">
                <a:solidFill>
                  <a:schemeClr val="bg1">
                    <a:alpha val="95000"/>
                  </a:schemeClr>
                </a:solidFill>
                <a:latin typeface="Brandon Grotesque Black" charset="0"/>
                <a:ea typeface="Brandon Grotesque Black" charset="0"/>
                <a:cs typeface="Brandon Grotesque Black" charset="0"/>
              </a:rPr>
              <a:t>MICROEJ</a:t>
            </a:r>
            <a:r>
              <a:rPr lang="en-US" dirty="0">
                <a:solidFill>
                  <a:schemeClr val="bg1">
                    <a:alpha val="95000"/>
                  </a:schemeClr>
                </a:solidFill>
              </a:rPr>
              <a:t> 2019 - C O N F I D E N T I A L</a:t>
            </a:r>
          </a:p>
        </p:txBody>
      </p:sp>
    </p:spTree>
    <p:extLst>
      <p:ext uri="{BB962C8B-B14F-4D97-AF65-F5344CB8AC3E}">
        <p14:creationId xmlns:p14="http://schemas.microsoft.com/office/powerpoint/2010/main" val="582758016"/>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Graphic Chapter / Title_subtitle - Conf">
    <p:spTree>
      <p:nvGrpSpPr>
        <p:cNvPr id="1" name=""/>
        <p:cNvGrpSpPr/>
        <p:nvPr/>
      </p:nvGrpSpPr>
      <p:grpSpPr>
        <a:xfrm>
          <a:off x="0" y="0"/>
          <a:ext cx="0" cy="0"/>
          <a:chOff x="0" y="0"/>
          <a:chExt cx="0" cy="0"/>
        </a:xfrm>
      </p:grpSpPr>
      <p:cxnSp>
        <p:nvCxnSpPr>
          <p:cNvPr id="20" name="Straight Connector 19"/>
          <p:cNvCxnSpPr/>
          <p:nvPr/>
        </p:nvCxnSpPr>
        <p:spPr>
          <a:xfrm flipH="1">
            <a:off x="5663952" y="3552512"/>
            <a:ext cx="45359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Title 1"/>
          <p:cNvSpPr>
            <a:spLocks noGrp="1"/>
          </p:cNvSpPr>
          <p:nvPr>
            <p:ph type="ctrTitle" hasCustomPrompt="1"/>
          </p:nvPr>
        </p:nvSpPr>
        <p:spPr>
          <a:xfrm>
            <a:off x="3560644" y="644525"/>
            <a:ext cx="7120056" cy="2726186"/>
          </a:xfrm>
          <a:prstGeom prst="rect">
            <a:avLst/>
          </a:prstGeom>
        </p:spPr>
        <p:txBody>
          <a:bodyPr lIns="0" tIns="0" rIns="0" bIns="0" anchor="b" anchorCtr="0">
            <a:noAutofit/>
          </a:bodyPr>
          <a:lstStyle>
            <a:lvl1pPr algn="l">
              <a:defRPr sz="4000" b="1" i="0" cap="none" baseline="0">
                <a:solidFill>
                  <a:schemeClr val="accent1"/>
                </a:solidFill>
                <a:latin typeface="Source Sans Pro Black" charset="0"/>
                <a:ea typeface="Source Sans Pro Black" charset="0"/>
                <a:cs typeface="Source Sans Pro Black" charset="0"/>
              </a:defRPr>
            </a:lvl1pPr>
          </a:lstStyle>
          <a:p>
            <a:r>
              <a:rPr lang="en-US" dirty="0"/>
              <a:t>Click to edit master title style</a:t>
            </a:r>
          </a:p>
        </p:txBody>
      </p:sp>
      <p:sp>
        <p:nvSpPr>
          <p:cNvPr id="27" name="Text Placeholder 6"/>
          <p:cNvSpPr>
            <a:spLocks noGrp="1"/>
          </p:cNvSpPr>
          <p:nvPr>
            <p:ph type="body" sz="quarter" idx="10" hasCustomPrompt="1"/>
          </p:nvPr>
        </p:nvSpPr>
        <p:spPr>
          <a:xfrm>
            <a:off x="3560643" y="3645024"/>
            <a:ext cx="4119681" cy="2398589"/>
          </a:xfrm>
          <a:prstGeom prst="rect">
            <a:avLst/>
          </a:prstGeom>
        </p:spPr>
        <p:txBody>
          <a:bodyPr lIns="0" tIns="0" rIns="0" bIns="0"/>
          <a:lstStyle>
            <a:lvl1pPr>
              <a:defRPr sz="2600"/>
            </a:lvl1pPr>
          </a:lstStyle>
          <a:p>
            <a:pPr lvl="0"/>
            <a:r>
              <a:rPr lang="en-US" dirty="0"/>
              <a:t>Click to edit Intro text styles</a:t>
            </a:r>
          </a:p>
        </p:txBody>
      </p:sp>
      <p:cxnSp>
        <p:nvCxnSpPr>
          <p:cNvPr id="28" name="Straight Connector 27"/>
          <p:cNvCxnSpPr/>
          <p:nvPr/>
        </p:nvCxnSpPr>
        <p:spPr>
          <a:xfrm flipH="1">
            <a:off x="3555867" y="3552512"/>
            <a:ext cx="379893"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8" name="Picture Placeholder 13"/>
          <p:cNvSpPr>
            <a:spLocks noGrp="1"/>
          </p:cNvSpPr>
          <p:nvPr>
            <p:ph type="pic" sz="quarter" idx="11"/>
          </p:nvPr>
        </p:nvSpPr>
        <p:spPr>
          <a:xfrm>
            <a:off x="37827" y="-8164"/>
            <a:ext cx="3971634" cy="6871855"/>
          </a:xfrm>
          <a:custGeom>
            <a:avLst/>
            <a:gdLst>
              <a:gd name="connsiteX0" fmla="*/ 0 w 4057359"/>
              <a:gd name="connsiteY0" fmla="*/ 0 h 6858000"/>
              <a:gd name="connsiteX1" fmla="*/ 4057359 w 4057359"/>
              <a:gd name="connsiteY1" fmla="*/ 0 h 6858000"/>
              <a:gd name="connsiteX2" fmla="*/ 4057359 w 4057359"/>
              <a:gd name="connsiteY2" fmla="*/ 6858000 h 6858000"/>
              <a:gd name="connsiteX3" fmla="*/ 0 w 4057359"/>
              <a:gd name="connsiteY3" fmla="*/ 6858000 h 6858000"/>
              <a:gd name="connsiteX4" fmla="*/ 0 w 4057359"/>
              <a:gd name="connsiteY4" fmla="*/ 0 h 6858000"/>
              <a:gd name="connsiteX0" fmla="*/ 29731 w 4087090"/>
              <a:gd name="connsiteY0" fmla="*/ 0 h 6871855"/>
              <a:gd name="connsiteX1" fmla="*/ 4087090 w 4087090"/>
              <a:gd name="connsiteY1" fmla="*/ 0 h 6871855"/>
              <a:gd name="connsiteX2" fmla="*/ 0 w 4087090"/>
              <a:gd name="connsiteY2" fmla="*/ 6871855 h 6871855"/>
              <a:gd name="connsiteX3" fmla="*/ 29731 w 4087090"/>
              <a:gd name="connsiteY3" fmla="*/ 6858000 h 6871855"/>
              <a:gd name="connsiteX4" fmla="*/ 29731 w 4087090"/>
              <a:gd name="connsiteY4" fmla="*/ 0 h 6871855"/>
              <a:gd name="connsiteX0" fmla="*/ 0 w 4057359"/>
              <a:gd name="connsiteY0" fmla="*/ 0 h 6941252"/>
              <a:gd name="connsiteX1" fmla="*/ 4057359 w 4057359"/>
              <a:gd name="connsiteY1" fmla="*/ 0 h 6941252"/>
              <a:gd name="connsiteX2" fmla="*/ 27419 w 4057359"/>
              <a:gd name="connsiteY2" fmla="*/ 6941252 h 6941252"/>
              <a:gd name="connsiteX3" fmla="*/ 0 w 4057359"/>
              <a:gd name="connsiteY3" fmla="*/ 6858000 h 6941252"/>
              <a:gd name="connsiteX4" fmla="*/ 0 w 4057359"/>
              <a:gd name="connsiteY4" fmla="*/ 0 h 6941252"/>
              <a:gd name="connsiteX0" fmla="*/ 0 w 4057359"/>
              <a:gd name="connsiteY0" fmla="*/ 0 h 6863691"/>
              <a:gd name="connsiteX1" fmla="*/ 4057359 w 4057359"/>
              <a:gd name="connsiteY1" fmla="*/ 0 h 6863691"/>
              <a:gd name="connsiteX2" fmla="*/ 2926 w 4057359"/>
              <a:gd name="connsiteY2" fmla="*/ 6863691 h 6863691"/>
              <a:gd name="connsiteX3" fmla="*/ 0 w 4057359"/>
              <a:gd name="connsiteY3" fmla="*/ 6858000 h 6863691"/>
              <a:gd name="connsiteX4" fmla="*/ 0 w 4057359"/>
              <a:gd name="connsiteY4" fmla="*/ 0 h 6863691"/>
              <a:gd name="connsiteX0" fmla="*/ 0 w 3971634"/>
              <a:gd name="connsiteY0" fmla="*/ 8164 h 6871855"/>
              <a:gd name="connsiteX1" fmla="*/ 3971634 w 3971634"/>
              <a:gd name="connsiteY1" fmla="*/ 0 h 6871855"/>
              <a:gd name="connsiteX2" fmla="*/ 2926 w 3971634"/>
              <a:gd name="connsiteY2" fmla="*/ 6871855 h 6871855"/>
              <a:gd name="connsiteX3" fmla="*/ 0 w 3971634"/>
              <a:gd name="connsiteY3" fmla="*/ 6866164 h 6871855"/>
              <a:gd name="connsiteX4" fmla="*/ 0 w 3971634"/>
              <a:gd name="connsiteY4" fmla="*/ 8164 h 68718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1634" h="6871855">
                <a:moveTo>
                  <a:pt x="0" y="8164"/>
                </a:moveTo>
                <a:lnTo>
                  <a:pt x="3971634" y="0"/>
                </a:lnTo>
                <a:lnTo>
                  <a:pt x="2926" y="6871855"/>
                </a:lnTo>
                <a:lnTo>
                  <a:pt x="0" y="6866164"/>
                </a:lnTo>
                <a:lnTo>
                  <a:pt x="0" y="8164"/>
                </a:lnTo>
                <a:close/>
              </a:path>
            </a:pathLst>
          </a:custGeom>
          <a:solidFill>
            <a:schemeClr val="accent1"/>
          </a:solidFill>
        </p:spPr>
        <p:txBody>
          <a:bodyPr/>
          <a:lstStyle/>
          <a:p>
            <a:r>
              <a:rPr lang="en-US"/>
              <a:t>Drag picture to placeholder or click icon to add</a:t>
            </a:r>
          </a:p>
        </p:txBody>
      </p:sp>
      <p:cxnSp>
        <p:nvCxnSpPr>
          <p:cNvPr id="7" name="Straight Connector 6"/>
          <p:cNvCxnSpPr/>
          <p:nvPr userDrawn="1"/>
        </p:nvCxnSpPr>
        <p:spPr>
          <a:xfrm flipH="1">
            <a:off x="5663952" y="3552512"/>
            <a:ext cx="45359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flipH="1">
            <a:off x="3555867" y="3552512"/>
            <a:ext cx="379893"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586088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Red Chapter / Title_Subtitle_Number -  Conf">
    <p:spTree>
      <p:nvGrpSpPr>
        <p:cNvPr id="1" name=""/>
        <p:cNvGrpSpPr/>
        <p:nvPr/>
      </p:nvGrpSpPr>
      <p:grpSpPr>
        <a:xfrm>
          <a:off x="0" y="0"/>
          <a:ext cx="0" cy="0"/>
          <a:chOff x="0" y="0"/>
          <a:chExt cx="0" cy="0"/>
        </a:xfrm>
      </p:grpSpPr>
      <p:sp>
        <p:nvSpPr>
          <p:cNvPr id="14" name="Picture Placeholder 13"/>
          <p:cNvSpPr>
            <a:spLocks noGrp="1"/>
          </p:cNvSpPr>
          <p:nvPr>
            <p:ph type="pic" sz="quarter" idx="11"/>
          </p:nvPr>
        </p:nvSpPr>
        <p:spPr>
          <a:xfrm>
            <a:off x="37827" y="-8164"/>
            <a:ext cx="3971634" cy="6871855"/>
          </a:xfrm>
          <a:custGeom>
            <a:avLst/>
            <a:gdLst>
              <a:gd name="connsiteX0" fmla="*/ 0 w 4057359"/>
              <a:gd name="connsiteY0" fmla="*/ 0 h 6858000"/>
              <a:gd name="connsiteX1" fmla="*/ 4057359 w 4057359"/>
              <a:gd name="connsiteY1" fmla="*/ 0 h 6858000"/>
              <a:gd name="connsiteX2" fmla="*/ 4057359 w 4057359"/>
              <a:gd name="connsiteY2" fmla="*/ 6858000 h 6858000"/>
              <a:gd name="connsiteX3" fmla="*/ 0 w 4057359"/>
              <a:gd name="connsiteY3" fmla="*/ 6858000 h 6858000"/>
              <a:gd name="connsiteX4" fmla="*/ 0 w 4057359"/>
              <a:gd name="connsiteY4" fmla="*/ 0 h 6858000"/>
              <a:gd name="connsiteX0" fmla="*/ 29731 w 4087090"/>
              <a:gd name="connsiteY0" fmla="*/ 0 h 6871855"/>
              <a:gd name="connsiteX1" fmla="*/ 4087090 w 4087090"/>
              <a:gd name="connsiteY1" fmla="*/ 0 h 6871855"/>
              <a:gd name="connsiteX2" fmla="*/ 0 w 4087090"/>
              <a:gd name="connsiteY2" fmla="*/ 6871855 h 6871855"/>
              <a:gd name="connsiteX3" fmla="*/ 29731 w 4087090"/>
              <a:gd name="connsiteY3" fmla="*/ 6858000 h 6871855"/>
              <a:gd name="connsiteX4" fmla="*/ 29731 w 4087090"/>
              <a:gd name="connsiteY4" fmla="*/ 0 h 6871855"/>
              <a:gd name="connsiteX0" fmla="*/ 0 w 4057359"/>
              <a:gd name="connsiteY0" fmla="*/ 0 h 6941252"/>
              <a:gd name="connsiteX1" fmla="*/ 4057359 w 4057359"/>
              <a:gd name="connsiteY1" fmla="*/ 0 h 6941252"/>
              <a:gd name="connsiteX2" fmla="*/ 27419 w 4057359"/>
              <a:gd name="connsiteY2" fmla="*/ 6941252 h 6941252"/>
              <a:gd name="connsiteX3" fmla="*/ 0 w 4057359"/>
              <a:gd name="connsiteY3" fmla="*/ 6858000 h 6941252"/>
              <a:gd name="connsiteX4" fmla="*/ 0 w 4057359"/>
              <a:gd name="connsiteY4" fmla="*/ 0 h 6941252"/>
              <a:gd name="connsiteX0" fmla="*/ 0 w 4057359"/>
              <a:gd name="connsiteY0" fmla="*/ 0 h 6863691"/>
              <a:gd name="connsiteX1" fmla="*/ 4057359 w 4057359"/>
              <a:gd name="connsiteY1" fmla="*/ 0 h 6863691"/>
              <a:gd name="connsiteX2" fmla="*/ 2926 w 4057359"/>
              <a:gd name="connsiteY2" fmla="*/ 6863691 h 6863691"/>
              <a:gd name="connsiteX3" fmla="*/ 0 w 4057359"/>
              <a:gd name="connsiteY3" fmla="*/ 6858000 h 6863691"/>
              <a:gd name="connsiteX4" fmla="*/ 0 w 4057359"/>
              <a:gd name="connsiteY4" fmla="*/ 0 h 6863691"/>
              <a:gd name="connsiteX0" fmla="*/ 0 w 3971634"/>
              <a:gd name="connsiteY0" fmla="*/ 8164 h 6871855"/>
              <a:gd name="connsiteX1" fmla="*/ 3971634 w 3971634"/>
              <a:gd name="connsiteY1" fmla="*/ 0 h 6871855"/>
              <a:gd name="connsiteX2" fmla="*/ 2926 w 3971634"/>
              <a:gd name="connsiteY2" fmla="*/ 6871855 h 6871855"/>
              <a:gd name="connsiteX3" fmla="*/ 0 w 3971634"/>
              <a:gd name="connsiteY3" fmla="*/ 6866164 h 6871855"/>
              <a:gd name="connsiteX4" fmla="*/ 0 w 3971634"/>
              <a:gd name="connsiteY4" fmla="*/ 8164 h 68718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1634" h="6871855">
                <a:moveTo>
                  <a:pt x="0" y="8164"/>
                </a:moveTo>
                <a:lnTo>
                  <a:pt x="3971634" y="0"/>
                </a:lnTo>
                <a:lnTo>
                  <a:pt x="2926" y="6871855"/>
                </a:lnTo>
                <a:lnTo>
                  <a:pt x="0" y="6866164"/>
                </a:lnTo>
                <a:lnTo>
                  <a:pt x="0" y="8164"/>
                </a:lnTo>
                <a:close/>
              </a:path>
            </a:pathLst>
          </a:custGeom>
          <a:solidFill>
            <a:schemeClr val="accent1"/>
          </a:solidFill>
        </p:spPr>
        <p:txBody>
          <a:bodyPr/>
          <a:lstStyle/>
          <a:p>
            <a:r>
              <a:rPr lang="en-US"/>
              <a:t>Drag picture to placeholder or click icon to add</a:t>
            </a:r>
          </a:p>
        </p:txBody>
      </p:sp>
      <p:cxnSp>
        <p:nvCxnSpPr>
          <p:cNvPr id="20" name="Straight Connector 19"/>
          <p:cNvCxnSpPr/>
          <p:nvPr/>
        </p:nvCxnSpPr>
        <p:spPr>
          <a:xfrm flipH="1">
            <a:off x="5663952" y="3552512"/>
            <a:ext cx="45359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5" name="Text Placeholder 4"/>
          <p:cNvSpPr>
            <a:spLocks noGrp="1"/>
          </p:cNvSpPr>
          <p:nvPr>
            <p:ph type="body" sz="quarter" idx="12" hasCustomPrompt="1"/>
          </p:nvPr>
        </p:nvSpPr>
        <p:spPr>
          <a:xfrm>
            <a:off x="9182100" y="3645024"/>
            <a:ext cx="2602532" cy="2029941"/>
          </a:xfrm>
          <a:prstGeom prst="rect">
            <a:avLst/>
          </a:prstGeom>
        </p:spPr>
        <p:txBody>
          <a:bodyPr vert="horz" anchor="b" anchorCtr="0"/>
          <a:lstStyle>
            <a:lvl1pPr algn="r">
              <a:spcBef>
                <a:spcPts val="0"/>
              </a:spcBef>
              <a:spcAft>
                <a:spcPts val="0"/>
              </a:spcAft>
              <a:defRPr sz="17000"/>
            </a:lvl1pPr>
            <a:lvl2pPr algn="just">
              <a:defRPr sz="17000"/>
            </a:lvl2pPr>
            <a:lvl3pPr algn="just">
              <a:defRPr sz="17000"/>
            </a:lvl3pPr>
            <a:lvl4pPr algn="just">
              <a:defRPr sz="17000"/>
            </a:lvl4pPr>
            <a:lvl5pPr algn="just">
              <a:defRPr sz="17000"/>
            </a:lvl5pPr>
          </a:lstStyle>
          <a:p>
            <a:pPr lvl="0"/>
            <a:r>
              <a:rPr lang="en-US" dirty="0"/>
              <a:t>N°</a:t>
            </a:r>
          </a:p>
        </p:txBody>
      </p:sp>
      <p:sp>
        <p:nvSpPr>
          <p:cNvPr id="8" name="Title 1"/>
          <p:cNvSpPr>
            <a:spLocks noGrp="1"/>
          </p:cNvSpPr>
          <p:nvPr>
            <p:ph type="ctrTitle" hasCustomPrompt="1"/>
          </p:nvPr>
        </p:nvSpPr>
        <p:spPr>
          <a:xfrm>
            <a:off x="3560644" y="644525"/>
            <a:ext cx="7120056" cy="2726186"/>
          </a:xfrm>
          <a:prstGeom prst="rect">
            <a:avLst/>
          </a:prstGeom>
        </p:spPr>
        <p:txBody>
          <a:bodyPr lIns="0" tIns="0" rIns="0" bIns="0" anchor="b" anchorCtr="0">
            <a:noAutofit/>
          </a:bodyPr>
          <a:lstStyle>
            <a:lvl1pPr algn="l">
              <a:defRPr sz="4000" b="1" i="0" cap="none" baseline="0">
                <a:solidFill>
                  <a:schemeClr val="accent1"/>
                </a:solidFill>
                <a:latin typeface="Source Sans Pro Black" charset="0"/>
                <a:ea typeface="Source Sans Pro Black" charset="0"/>
                <a:cs typeface="Source Sans Pro Black" charset="0"/>
              </a:defRPr>
            </a:lvl1pPr>
          </a:lstStyle>
          <a:p>
            <a:r>
              <a:rPr lang="en-US" dirty="0"/>
              <a:t>Click to edit master title style</a:t>
            </a:r>
          </a:p>
        </p:txBody>
      </p:sp>
      <p:sp>
        <p:nvSpPr>
          <p:cNvPr id="9" name="Text Placeholder 6"/>
          <p:cNvSpPr>
            <a:spLocks noGrp="1"/>
          </p:cNvSpPr>
          <p:nvPr>
            <p:ph type="body" sz="quarter" idx="10" hasCustomPrompt="1"/>
          </p:nvPr>
        </p:nvSpPr>
        <p:spPr>
          <a:xfrm>
            <a:off x="3560643" y="3645024"/>
            <a:ext cx="4119681" cy="2398589"/>
          </a:xfrm>
          <a:prstGeom prst="rect">
            <a:avLst/>
          </a:prstGeom>
        </p:spPr>
        <p:txBody>
          <a:bodyPr lIns="0" tIns="0" rIns="0" bIns="0"/>
          <a:lstStyle>
            <a:lvl1pPr>
              <a:defRPr sz="2600"/>
            </a:lvl1pPr>
          </a:lstStyle>
          <a:p>
            <a:pPr lvl="0"/>
            <a:r>
              <a:rPr lang="en-US" dirty="0"/>
              <a:t>Click to edit Intro text styles</a:t>
            </a:r>
          </a:p>
        </p:txBody>
      </p:sp>
      <p:cxnSp>
        <p:nvCxnSpPr>
          <p:cNvPr id="10" name="Straight Connector 9"/>
          <p:cNvCxnSpPr/>
          <p:nvPr/>
        </p:nvCxnSpPr>
        <p:spPr>
          <a:xfrm flipH="1">
            <a:off x="3555867" y="3552512"/>
            <a:ext cx="379893"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userDrawn="1"/>
        </p:nvCxnSpPr>
        <p:spPr>
          <a:xfrm flipH="1">
            <a:off x="5663952" y="3552512"/>
            <a:ext cx="45359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userDrawn="1"/>
        </p:nvCxnSpPr>
        <p:spPr>
          <a:xfrm flipH="1">
            <a:off x="3555867" y="3552512"/>
            <a:ext cx="379893"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550107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Red SubChapter / Title - Conf">
    <p:spTree>
      <p:nvGrpSpPr>
        <p:cNvPr id="1" name=""/>
        <p:cNvGrpSpPr/>
        <p:nvPr/>
      </p:nvGrpSpPr>
      <p:grpSpPr>
        <a:xfrm>
          <a:off x="0" y="0"/>
          <a:ext cx="0" cy="0"/>
          <a:chOff x="0" y="0"/>
          <a:chExt cx="0" cy="0"/>
        </a:xfrm>
      </p:grpSpPr>
      <p:sp>
        <p:nvSpPr>
          <p:cNvPr id="15" name="Rectangle 14"/>
          <p:cNvSpPr/>
          <p:nvPr/>
        </p:nvSpPr>
        <p:spPr>
          <a:xfrm>
            <a:off x="0" y="0"/>
            <a:ext cx="12192000" cy="6858000"/>
          </a:xfrm>
          <a:prstGeom prst="rect">
            <a:avLst/>
          </a:prstGeom>
          <a:solidFill>
            <a:srgbClr val="E642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Picture 2" descr="C:\Users\cmorineau\Marketing-Private\Marcom\Graphics\Artwork_Corp\Logos\Logo-microej-grey-h50.png"/>
          <p:cNvPicPr>
            <a:picLocks noChangeAspect="1" noChangeArrowheads="1"/>
          </p:cNvPicPr>
          <p:nvPr/>
        </p:nvPicPr>
        <p:blipFill>
          <a:blip r:embed="rId2" cstate="print">
            <a:biLevel thresh="25000"/>
            <a:extLst>
              <a:ext uri="{28A0092B-C50C-407E-A947-70E740481C1C}">
                <a14:useLocalDpi xmlns:a14="http://schemas.microsoft.com/office/drawing/2010/main" val="0"/>
              </a:ext>
            </a:extLst>
          </a:blip>
          <a:srcRect/>
          <a:stretch>
            <a:fillRect/>
          </a:stretch>
        </p:blipFill>
        <p:spPr bwMode="auto">
          <a:xfrm>
            <a:off x="11056039" y="454456"/>
            <a:ext cx="576064" cy="107175"/>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Straight Connector 18"/>
          <p:cNvCxnSpPr/>
          <p:nvPr/>
        </p:nvCxnSpPr>
        <p:spPr>
          <a:xfrm>
            <a:off x="1657350" y="3429000"/>
            <a:ext cx="9023349"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0" name="Title 1"/>
          <p:cNvSpPr>
            <a:spLocks noGrp="1"/>
          </p:cNvSpPr>
          <p:nvPr>
            <p:ph type="ctrTitle" hasCustomPrompt="1"/>
          </p:nvPr>
        </p:nvSpPr>
        <p:spPr>
          <a:xfrm>
            <a:off x="1657350" y="1772816"/>
            <a:ext cx="9023349" cy="1512168"/>
          </a:xfrm>
          <a:prstGeom prst="rect">
            <a:avLst/>
          </a:prstGeom>
        </p:spPr>
        <p:txBody>
          <a:bodyPr lIns="0" tIns="0" rIns="0" bIns="0" anchor="b" anchorCtr="1">
            <a:noAutofit/>
          </a:bodyPr>
          <a:lstStyle>
            <a:lvl1pPr algn="ctr">
              <a:defRPr sz="3000" b="1" i="0" cap="all" baseline="0">
                <a:solidFill>
                  <a:schemeClr val="bg1"/>
                </a:solidFill>
                <a:latin typeface="Source Sans Pro Black" charset="0"/>
                <a:ea typeface="Source Sans Pro Black" charset="0"/>
                <a:cs typeface="Source Sans Pro Black" charset="0"/>
              </a:defRPr>
            </a:lvl1pPr>
          </a:lstStyle>
          <a:p>
            <a:r>
              <a:rPr lang="en-US" dirty="0"/>
              <a:t>Click to edit master title style</a:t>
            </a:r>
          </a:p>
        </p:txBody>
      </p:sp>
      <p:sp>
        <p:nvSpPr>
          <p:cNvPr id="6" name="Rectangle 5"/>
          <p:cNvSpPr/>
          <p:nvPr userDrawn="1"/>
        </p:nvSpPr>
        <p:spPr>
          <a:xfrm>
            <a:off x="0" y="0"/>
            <a:ext cx="12192000" cy="6858000"/>
          </a:xfrm>
          <a:prstGeom prst="rect">
            <a:avLst/>
          </a:prstGeom>
          <a:solidFill>
            <a:srgbClr val="E642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2" descr="C:\Users\cmorineau\Marketing-Private\Marcom\Graphics\Artwork_Corp\Logos\Logo-microej-grey-h50.png"/>
          <p:cNvPicPr>
            <a:picLocks noChangeAspect="1" noChangeArrowheads="1"/>
          </p:cNvPicPr>
          <p:nvPr userDrawn="1"/>
        </p:nvPicPr>
        <p:blipFill>
          <a:blip r:embed="rId2" cstate="print">
            <a:biLevel thresh="25000"/>
            <a:extLst>
              <a:ext uri="{28A0092B-C50C-407E-A947-70E740481C1C}">
                <a14:useLocalDpi xmlns:a14="http://schemas.microsoft.com/office/drawing/2010/main" val="0"/>
              </a:ext>
            </a:extLst>
          </a:blip>
          <a:srcRect/>
          <a:stretch>
            <a:fillRect/>
          </a:stretch>
        </p:blipFill>
        <p:spPr bwMode="auto">
          <a:xfrm>
            <a:off x="11056039" y="454456"/>
            <a:ext cx="576064" cy="107175"/>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Connector 7"/>
          <p:cNvCxnSpPr/>
          <p:nvPr userDrawn="1"/>
        </p:nvCxnSpPr>
        <p:spPr>
          <a:xfrm>
            <a:off x="1657350" y="3429000"/>
            <a:ext cx="9023349"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9" name="Footer Placeholder 11"/>
          <p:cNvSpPr txBox="1">
            <a:spLocks/>
          </p:cNvSpPr>
          <p:nvPr userDrawn="1"/>
        </p:nvSpPr>
        <p:spPr>
          <a:xfrm>
            <a:off x="550863" y="6315916"/>
            <a:ext cx="2390627" cy="137420"/>
          </a:xfrm>
          <a:prstGeom prst="rect">
            <a:avLst/>
          </a:prstGeom>
        </p:spPr>
        <p:txBody>
          <a:bodyPr vert="horz" lIns="0" tIns="0" rIns="0" bIns="0" numCol="1" rtlCol="0" anchor="t" anchorCtr="0"/>
          <a:lstStyle>
            <a:defPPr>
              <a:defRPr lang="en-US"/>
            </a:defPPr>
            <a:lvl1pPr marL="0" algn="l" defTabSz="914377" rtl="0" eaLnBrk="1" latinLnBrk="0" hangingPunct="1">
              <a:lnSpc>
                <a:spcPct val="100000"/>
              </a:lnSpc>
              <a:defRPr lang="en-US" sz="800" b="1" i="0" kern="1200" cap="none" spc="38" smtClean="0">
                <a:ln w="13500">
                  <a:noFill/>
                  <a:prstDash val="solid"/>
                </a:ln>
                <a:solidFill>
                  <a:schemeClr val="tx2">
                    <a:alpha val="95000"/>
                  </a:schemeClr>
                </a:solidFill>
                <a:effectLst/>
                <a:latin typeface="Source Sans Pro Black" charset="0"/>
                <a:ea typeface="Source Sans Pro Black" charset="0"/>
                <a:cs typeface="Source Sans Pro Black" charset="0"/>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r>
              <a:rPr lang="en-US" dirty="0">
                <a:solidFill>
                  <a:schemeClr val="bg1">
                    <a:alpha val="95000"/>
                  </a:schemeClr>
                </a:solidFill>
              </a:rPr>
              <a:t>© </a:t>
            </a:r>
            <a:r>
              <a:rPr lang="en-US" dirty="0">
                <a:solidFill>
                  <a:schemeClr val="bg1">
                    <a:alpha val="95000"/>
                  </a:schemeClr>
                </a:solidFill>
                <a:latin typeface="Brandon Grotesque Black" charset="0"/>
                <a:ea typeface="Brandon Grotesque Black" charset="0"/>
                <a:cs typeface="Brandon Grotesque Black" charset="0"/>
              </a:rPr>
              <a:t>MICROEJ</a:t>
            </a:r>
            <a:r>
              <a:rPr lang="en-US" dirty="0">
                <a:solidFill>
                  <a:schemeClr val="bg1">
                    <a:alpha val="95000"/>
                  </a:schemeClr>
                </a:solidFill>
              </a:rPr>
              <a:t> 2019 - C O N F I D E N T I A L</a:t>
            </a:r>
          </a:p>
        </p:txBody>
      </p:sp>
    </p:spTree>
    <p:extLst>
      <p:ext uri="{BB962C8B-B14F-4D97-AF65-F5344CB8AC3E}">
        <p14:creationId xmlns:p14="http://schemas.microsoft.com/office/powerpoint/2010/main" val="289756346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1_Title Only - Conf">
    <p:spTree>
      <p:nvGrpSpPr>
        <p:cNvPr id="1" name=""/>
        <p:cNvGrpSpPr/>
        <p:nvPr/>
      </p:nvGrpSpPr>
      <p:grpSpPr>
        <a:xfrm>
          <a:off x="0" y="0"/>
          <a:ext cx="0" cy="0"/>
          <a:chOff x="0" y="0"/>
          <a:chExt cx="0" cy="0"/>
        </a:xfrm>
      </p:grpSpPr>
      <p:sp>
        <p:nvSpPr>
          <p:cNvPr id="12"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cxnSp>
        <p:nvCxnSpPr>
          <p:cNvPr id="13" name="Straight Connector 12"/>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3368199"/>
      </p:ext>
    </p:extLst>
  </p:cSld>
  <p:clrMapOvr>
    <a:masterClrMapping/>
  </p:clrMapOvr>
  <p:extLst>
    <p:ext uri="{DCECCB84-F9BA-43D5-87BE-67443E8EF086}">
      <p15:sldGuideLst xmlns:p15="http://schemas.microsoft.com/office/powerpoint/2012/main"/>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Title-2lines_Only - Conf">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550863" y="476672"/>
            <a:ext cx="8631237" cy="921672"/>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cxnSp>
        <p:nvCxnSpPr>
          <p:cNvPr id="5" name="Straight Connector 4"/>
          <p:cNvCxnSpPr/>
          <p:nvPr userDrawn="1"/>
        </p:nvCxnSpPr>
        <p:spPr>
          <a:xfrm>
            <a:off x="550863" y="1398344"/>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32889923"/>
      </p:ext>
    </p:extLst>
  </p:cSld>
  <p:clrMapOvr>
    <a:masterClrMapping/>
  </p:clrMapOvr>
  <p:extLst>
    <p:ext uri="{DCECCB84-F9BA-43D5-87BE-67443E8EF086}">
      <p15:sldGuideLst xmlns:p15="http://schemas.microsoft.com/office/powerpoint/2012/main"/>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_1 Column / Title-2lines_Content - Conf">
    <p:spTree>
      <p:nvGrpSpPr>
        <p:cNvPr id="1" name=""/>
        <p:cNvGrpSpPr/>
        <p:nvPr/>
      </p:nvGrpSpPr>
      <p:grpSpPr>
        <a:xfrm>
          <a:off x="0" y="0"/>
          <a:ext cx="0" cy="0"/>
          <a:chOff x="0" y="0"/>
          <a:chExt cx="0" cy="0"/>
        </a:xfrm>
      </p:grpSpPr>
      <p:sp>
        <p:nvSpPr>
          <p:cNvPr id="11" name="Content Placeholder 3"/>
          <p:cNvSpPr>
            <a:spLocks noGrp="1"/>
          </p:cNvSpPr>
          <p:nvPr>
            <p:ph sz="half" idx="2" hasCustomPrompt="1"/>
          </p:nvPr>
        </p:nvSpPr>
        <p:spPr>
          <a:xfrm>
            <a:off x="550862" y="1293703"/>
            <a:ext cx="10129837" cy="4749909"/>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cxnSp>
        <p:nvCxnSpPr>
          <p:cNvPr id="10" name="Straight Connector 9"/>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extLst>
      <p:ext uri="{BB962C8B-B14F-4D97-AF65-F5344CB8AC3E}">
        <p14:creationId xmlns:p14="http://schemas.microsoft.com/office/powerpoint/2010/main" val="750655235"/>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1_Column / Title-2lines_Content - Conf">
    <p:spTree>
      <p:nvGrpSpPr>
        <p:cNvPr id="1" name=""/>
        <p:cNvGrpSpPr/>
        <p:nvPr/>
      </p:nvGrpSpPr>
      <p:grpSpPr>
        <a:xfrm>
          <a:off x="0" y="0"/>
          <a:ext cx="0" cy="0"/>
          <a:chOff x="0" y="0"/>
          <a:chExt cx="0" cy="0"/>
        </a:xfrm>
      </p:grpSpPr>
      <p:sp>
        <p:nvSpPr>
          <p:cNvPr id="11" name="Content Placeholder 3"/>
          <p:cNvSpPr>
            <a:spLocks noGrp="1"/>
          </p:cNvSpPr>
          <p:nvPr>
            <p:ph sz="half" idx="2" hasCustomPrompt="1"/>
          </p:nvPr>
        </p:nvSpPr>
        <p:spPr>
          <a:xfrm>
            <a:off x="550862" y="1606476"/>
            <a:ext cx="10129837" cy="4437137"/>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sp>
        <p:nvSpPr>
          <p:cNvPr id="15" name="Title Placeholder 1"/>
          <p:cNvSpPr>
            <a:spLocks noGrp="1"/>
          </p:cNvSpPr>
          <p:nvPr>
            <p:ph type="title" hasCustomPrompt="1"/>
          </p:nvPr>
        </p:nvSpPr>
        <p:spPr>
          <a:xfrm>
            <a:off x="550863" y="476672"/>
            <a:ext cx="8631237" cy="921672"/>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cxnSp>
        <p:nvCxnSpPr>
          <p:cNvPr id="16" name="Straight Connector 15"/>
          <p:cNvCxnSpPr/>
          <p:nvPr userDrawn="1"/>
        </p:nvCxnSpPr>
        <p:spPr>
          <a:xfrm>
            <a:off x="550863" y="1398344"/>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397775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1_1 Column / Title_Subtitle_Content - Conf">
    <p:spTree>
      <p:nvGrpSpPr>
        <p:cNvPr id="1" name=""/>
        <p:cNvGrpSpPr/>
        <p:nvPr/>
      </p:nvGrpSpPr>
      <p:grpSpPr>
        <a:xfrm>
          <a:off x="0" y="0"/>
          <a:ext cx="0" cy="0"/>
          <a:chOff x="0" y="0"/>
          <a:chExt cx="0" cy="0"/>
        </a:xfrm>
      </p:grpSpPr>
      <p:sp>
        <p:nvSpPr>
          <p:cNvPr id="4" name="Text Placeholder 2"/>
          <p:cNvSpPr>
            <a:spLocks noGrp="1"/>
          </p:cNvSpPr>
          <p:nvPr>
            <p:ph type="body" idx="1" hasCustomPrompt="1"/>
          </p:nvPr>
        </p:nvSpPr>
        <p:spPr>
          <a:xfrm>
            <a:off x="550861" y="1293703"/>
            <a:ext cx="10129838" cy="432049"/>
          </a:xfrm>
          <a:prstGeom prst="rect">
            <a:avLst/>
          </a:prstGeom>
        </p:spPr>
        <p:txBody>
          <a:bodyPr lIns="0" tIns="0" rIns="0" bIns="0" anchor="t" anchorCtr="0">
            <a:noAutofit/>
          </a:bodyPr>
          <a:lstStyle>
            <a:lvl1pPr marL="0" indent="0">
              <a:lnSpc>
                <a:spcPts val="2000"/>
              </a:lnSpc>
              <a:buNone/>
              <a:defRPr sz="18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5" name="Content Placeholder 3"/>
          <p:cNvSpPr>
            <a:spLocks noGrp="1"/>
          </p:cNvSpPr>
          <p:nvPr>
            <p:ph sz="half" idx="11" hasCustomPrompt="1"/>
          </p:nvPr>
        </p:nvSpPr>
        <p:spPr>
          <a:xfrm>
            <a:off x="550863" y="1869759"/>
            <a:ext cx="10129836" cy="4173853"/>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cxnSp>
        <p:nvCxnSpPr>
          <p:cNvPr id="14" name="Straight Connector 13"/>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extLst>
      <p:ext uri="{BB962C8B-B14F-4D97-AF65-F5344CB8AC3E}">
        <p14:creationId xmlns:p14="http://schemas.microsoft.com/office/powerpoint/2010/main" val="312896859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_1 Columns / Title_Content+picture">
    <p:spTree>
      <p:nvGrpSpPr>
        <p:cNvPr id="1" name=""/>
        <p:cNvGrpSpPr/>
        <p:nvPr/>
      </p:nvGrpSpPr>
      <p:grpSpPr>
        <a:xfrm>
          <a:off x="0" y="0"/>
          <a:ext cx="0" cy="0"/>
          <a:chOff x="0" y="0"/>
          <a:chExt cx="0" cy="0"/>
        </a:xfrm>
      </p:grpSpPr>
      <p:sp>
        <p:nvSpPr>
          <p:cNvPr id="6" name="Content Placeholder 3"/>
          <p:cNvSpPr>
            <a:spLocks noGrp="1"/>
          </p:cNvSpPr>
          <p:nvPr>
            <p:ph sz="half" idx="11" hasCustomPrompt="1"/>
          </p:nvPr>
        </p:nvSpPr>
        <p:spPr>
          <a:xfrm>
            <a:off x="550863" y="1293703"/>
            <a:ext cx="4999583" cy="4749910"/>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sp>
        <p:nvSpPr>
          <p:cNvPr id="8" name="Content Placeholder 3"/>
          <p:cNvSpPr>
            <a:spLocks noGrp="1"/>
          </p:cNvSpPr>
          <p:nvPr>
            <p:ph sz="half" idx="12" hasCustomPrompt="1"/>
          </p:nvPr>
        </p:nvSpPr>
        <p:spPr>
          <a:xfrm>
            <a:off x="5681117" y="1293703"/>
            <a:ext cx="4999583" cy="4749910"/>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cxnSp>
        <p:nvCxnSpPr>
          <p:cNvPr id="10" name="Straight Connector 9"/>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extLst>
      <p:ext uri="{BB962C8B-B14F-4D97-AF65-F5344CB8AC3E}">
        <p14:creationId xmlns:p14="http://schemas.microsoft.com/office/powerpoint/2010/main" val="22463992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1_2 Columns / Title_Content - Conf">
    <p:spTree>
      <p:nvGrpSpPr>
        <p:cNvPr id="1" name=""/>
        <p:cNvGrpSpPr/>
        <p:nvPr/>
      </p:nvGrpSpPr>
      <p:grpSpPr>
        <a:xfrm>
          <a:off x="0" y="0"/>
          <a:ext cx="0" cy="0"/>
          <a:chOff x="0" y="0"/>
          <a:chExt cx="0" cy="0"/>
        </a:xfrm>
      </p:grpSpPr>
      <p:sp>
        <p:nvSpPr>
          <p:cNvPr id="7" name="Content Placeholder 3"/>
          <p:cNvSpPr>
            <a:spLocks noGrp="1"/>
          </p:cNvSpPr>
          <p:nvPr>
            <p:ph sz="half" idx="11" hasCustomPrompt="1"/>
          </p:nvPr>
        </p:nvSpPr>
        <p:spPr>
          <a:xfrm>
            <a:off x="550863" y="1293703"/>
            <a:ext cx="10129837" cy="4749910"/>
          </a:xfrm>
          <a:prstGeom prst="rect">
            <a:avLst/>
          </a:prstGeom>
        </p:spPr>
        <p:txBody>
          <a:bodyPr lIns="90000" numCol="2">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cxnSp>
        <p:nvCxnSpPr>
          <p:cNvPr id="6" name="Straight Connector 5"/>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extLst>
      <p:ext uri="{BB962C8B-B14F-4D97-AF65-F5344CB8AC3E}">
        <p14:creationId xmlns:p14="http://schemas.microsoft.com/office/powerpoint/2010/main" val="3694454569"/>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1_2 Column / Title_Subtitle_Content - Conf">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554378" y="1293703"/>
            <a:ext cx="4996068" cy="432049"/>
          </a:xfrm>
          <a:prstGeom prst="rect">
            <a:avLst/>
          </a:prstGeom>
        </p:spPr>
        <p:txBody>
          <a:bodyPr lIns="0" tIns="0" rIns="0" bIns="0" anchor="t" anchorCtr="0">
            <a:noAutofit/>
          </a:bodyPr>
          <a:lstStyle>
            <a:lvl1pPr marL="0" indent="0">
              <a:lnSpc>
                <a:spcPts val="2000"/>
              </a:lnSpc>
              <a:buNone/>
              <a:defRPr sz="18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9" name="Content Placeholder 3"/>
          <p:cNvSpPr>
            <a:spLocks noGrp="1"/>
          </p:cNvSpPr>
          <p:nvPr>
            <p:ph sz="half" idx="11" hasCustomPrompt="1"/>
          </p:nvPr>
        </p:nvSpPr>
        <p:spPr>
          <a:xfrm>
            <a:off x="550863" y="1869761"/>
            <a:ext cx="10129837" cy="4173852"/>
          </a:xfrm>
          <a:prstGeom prst="rect">
            <a:avLst/>
          </a:prstGeom>
        </p:spPr>
        <p:txBody>
          <a:bodyPr lIns="90000" numCol="2">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4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cxnSp>
        <p:nvCxnSpPr>
          <p:cNvPr id="7" name="Straight Connector 6"/>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extLst>
      <p:ext uri="{BB962C8B-B14F-4D97-AF65-F5344CB8AC3E}">
        <p14:creationId xmlns:p14="http://schemas.microsoft.com/office/powerpoint/2010/main" val="242781669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_2 Columns/ Comparison - Conf">
    <p:spTree>
      <p:nvGrpSpPr>
        <p:cNvPr id="1" name=""/>
        <p:cNvGrpSpPr/>
        <p:nvPr/>
      </p:nvGrpSpPr>
      <p:grpSpPr>
        <a:xfrm>
          <a:off x="0" y="0"/>
          <a:ext cx="0" cy="0"/>
          <a:chOff x="0" y="0"/>
          <a:chExt cx="0" cy="0"/>
        </a:xfrm>
      </p:grpSpPr>
      <p:sp>
        <p:nvSpPr>
          <p:cNvPr id="7" name="Text Placeholder 2"/>
          <p:cNvSpPr>
            <a:spLocks noGrp="1"/>
          </p:cNvSpPr>
          <p:nvPr>
            <p:ph type="body" idx="1" hasCustomPrompt="1"/>
          </p:nvPr>
        </p:nvSpPr>
        <p:spPr>
          <a:xfrm>
            <a:off x="554378" y="1293703"/>
            <a:ext cx="4996068" cy="432049"/>
          </a:xfrm>
          <a:prstGeom prst="rect">
            <a:avLst/>
          </a:prstGeom>
        </p:spPr>
        <p:txBody>
          <a:bodyPr lIns="0" tIns="0" rIns="0" bIns="0" anchor="t" anchorCtr="0">
            <a:noAutofit/>
          </a:bodyPr>
          <a:lstStyle>
            <a:lvl1pPr marL="0" indent="0">
              <a:lnSpc>
                <a:spcPts val="2000"/>
              </a:lnSpc>
              <a:buNone/>
              <a:defRPr sz="18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9" name="Content Placeholder 3"/>
          <p:cNvSpPr>
            <a:spLocks noGrp="1"/>
          </p:cNvSpPr>
          <p:nvPr>
            <p:ph sz="half" idx="13" hasCustomPrompt="1"/>
          </p:nvPr>
        </p:nvSpPr>
        <p:spPr>
          <a:xfrm>
            <a:off x="550863" y="1869761"/>
            <a:ext cx="4999583" cy="4173852"/>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sp>
        <p:nvSpPr>
          <p:cNvPr id="11" name="Text Placeholder 2"/>
          <p:cNvSpPr>
            <a:spLocks noGrp="1"/>
          </p:cNvSpPr>
          <p:nvPr>
            <p:ph type="body" idx="14" hasCustomPrompt="1"/>
          </p:nvPr>
        </p:nvSpPr>
        <p:spPr>
          <a:xfrm>
            <a:off x="5684632" y="1293703"/>
            <a:ext cx="4996068" cy="432049"/>
          </a:xfrm>
          <a:prstGeom prst="rect">
            <a:avLst/>
          </a:prstGeom>
        </p:spPr>
        <p:txBody>
          <a:bodyPr lIns="0" tIns="0" rIns="0" bIns="0" anchor="t" anchorCtr="0">
            <a:noAutofit/>
          </a:bodyPr>
          <a:lstStyle>
            <a:lvl1pPr marL="0" indent="0">
              <a:lnSpc>
                <a:spcPts val="2000"/>
              </a:lnSpc>
              <a:buNone/>
              <a:defRPr sz="18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13" name="Content Placeholder 3"/>
          <p:cNvSpPr>
            <a:spLocks noGrp="1"/>
          </p:cNvSpPr>
          <p:nvPr>
            <p:ph sz="half" idx="15" hasCustomPrompt="1"/>
          </p:nvPr>
        </p:nvSpPr>
        <p:spPr>
          <a:xfrm>
            <a:off x="5681117" y="1869761"/>
            <a:ext cx="4999583" cy="4173852"/>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cxnSp>
        <p:nvCxnSpPr>
          <p:cNvPr id="10" name="Straight Connector 9"/>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extLst>
      <p:ext uri="{BB962C8B-B14F-4D97-AF65-F5344CB8AC3E}">
        <p14:creationId xmlns:p14="http://schemas.microsoft.com/office/powerpoint/2010/main" val="4253537980"/>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_3 Column / Title_Content - Conf">
    <p:spTree>
      <p:nvGrpSpPr>
        <p:cNvPr id="1" name=""/>
        <p:cNvGrpSpPr/>
        <p:nvPr/>
      </p:nvGrpSpPr>
      <p:grpSpPr>
        <a:xfrm>
          <a:off x="0" y="0"/>
          <a:ext cx="0" cy="0"/>
          <a:chOff x="0" y="0"/>
          <a:chExt cx="0" cy="0"/>
        </a:xfrm>
      </p:grpSpPr>
      <p:sp>
        <p:nvSpPr>
          <p:cNvPr id="11" name="Content Placeholder 3"/>
          <p:cNvSpPr>
            <a:spLocks noGrp="1"/>
          </p:cNvSpPr>
          <p:nvPr>
            <p:ph sz="half" idx="2" hasCustomPrompt="1"/>
          </p:nvPr>
        </p:nvSpPr>
        <p:spPr>
          <a:xfrm>
            <a:off x="550862" y="1293703"/>
            <a:ext cx="10129837" cy="4749910"/>
          </a:xfrm>
          <a:prstGeom prst="rect">
            <a:avLst/>
          </a:prstGeom>
        </p:spPr>
        <p:txBody>
          <a:bodyPr lIns="90000" numCol="3">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sp>
        <p:nvSpPr>
          <p:cNvPr id="2" name="TextBox 1"/>
          <p:cNvSpPr txBox="1"/>
          <p:nvPr userDrawn="1"/>
        </p:nvSpPr>
        <p:spPr>
          <a:xfrm>
            <a:off x="-3481064" y="-2043608"/>
            <a:ext cx="2376264" cy="215444"/>
          </a:xfrm>
          <a:prstGeom prst="rect">
            <a:avLst/>
          </a:prstGeom>
          <a:noFill/>
        </p:spPr>
        <p:txBody>
          <a:bodyPr wrap="square" lIns="0" tIns="0" rIns="0" bIns="0" numCol="1" spcCol="288000" rtlCol="0">
            <a:spAutoFit/>
          </a:bodyPr>
          <a:lstStyle/>
          <a:p>
            <a:pPr indent="-180000" fontAlgn="auto" latinLnBrk="0">
              <a:spcBef>
                <a:spcPts val="600"/>
              </a:spcBef>
              <a:spcAft>
                <a:spcPts val="0"/>
              </a:spcAft>
            </a:pPr>
            <a:r>
              <a:rPr lang="en-US" sz="1400" b="0" i="0" dirty="0" err="1">
                <a:latin typeface="Source Sans Pro" charset="0"/>
                <a:ea typeface="Source Sans Pro" charset="0"/>
                <a:cs typeface="Source Sans Pro" charset="0"/>
              </a:rPr>
              <a:t>zfegrhtjyufgrtntcvb</a:t>
            </a:r>
            <a:endParaRPr lang="en-US" sz="1400" b="0" i="0" dirty="0">
              <a:latin typeface="Source Sans Pro" charset="0"/>
              <a:ea typeface="Source Sans Pro" charset="0"/>
              <a:cs typeface="Source Sans Pro" charset="0"/>
            </a:endParaRPr>
          </a:p>
        </p:txBody>
      </p:sp>
      <p:cxnSp>
        <p:nvCxnSpPr>
          <p:cNvPr id="9" name="Straight Connector 8"/>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extLst>
      <p:ext uri="{BB962C8B-B14F-4D97-AF65-F5344CB8AC3E}">
        <p14:creationId xmlns:p14="http://schemas.microsoft.com/office/powerpoint/2010/main" val="1753336905"/>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_3 Column / Title_Subtitle_Content - Conf">
    <p:spTree>
      <p:nvGrpSpPr>
        <p:cNvPr id="1" name=""/>
        <p:cNvGrpSpPr/>
        <p:nvPr/>
      </p:nvGrpSpPr>
      <p:grpSpPr>
        <a:xfrm>
          <a:off x="0" y="0"/>
          <a:ext cx="0" cy="0"/>
          <a:chOff x="0" y="0"/>
          <a:chExt cx="0" cy="0"/>
        </a:xfrm>
      </p:grpSpPr>
      <p:sp>
        <p:nvSpPr>
          <p:cNvPr id="4" name="Text Placeholder 2"/>
          <p:cNvSpPr>
            <a:spLocks noGrp="1"/>
          </p:cNvSpPr>
          <p:nvPr>
            <p:ph type="body" idx="1" hasCustomPrompt="1"/>
          </p:nvPr>
        </p:nvSpPr>
        <p:spPr>
          <a:xfrm>
            <a:off x="550861" y="1293703"/>
            <a:ext cx="10129838" cy="432049"/>
          </a:xfrm>
          <a:prstGeom prst="rect">
            <a:avLst/>
          </a:prstGeom>
        </p:spPr>
        <p:txBody>
          <a:bodyPr lIns="0" tIns="0" rIns="0" bIns="0" anchor="t" anchorCtr="0">
            <a:noAutofit/>
          </a:bodyPr>
          <a:lstStyle>
            <a:lvl1pPr marL="0" indent="0">
              <a:lnSpc>
                <a:spcPts val="2000"/>
              </a:lnSpc>
              <a:buNone/>
              <a:defRPr sz="14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5" name="Content Placeholder 3"/>
          <p:cNvSpPr>
            <a:spLocks noGrp="1"/>
          </p:cNvSpPr>
          <p:nvPr>
            <p:ph sz="half" idx="11" hasCustomPrompt="1"/>
          </p:nvPr>
        </p:nvSpPr>
        <p:spPr>
          <a:xfrm>
            <a:off x="550863" y="1869760"/>
            <a:ext cx="10129836" cy="4173853"/>
          </a:xfrm>
          <a:prstGeom prst="rect">
            <a:avLst/>
          </a:prstGeom>
        </p:spPr>
        <p:txBody>
          <a:bodyPr lIns="90000" numCol="3">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cxnSp>
        <p:nvCxnSpPr>
          <p:cNvPr id="7" name="Straight Connector 6"/>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extLst>
      <p:ext uri="{BB962C8B-B14F-4D97-AF65-F5344CB8AC3E}">
        <p14:creationId xmlns:p14="http://schemas.microsoft.com/office/powerpoint/2010/main" val="898641238"/>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_3 Columns / Comparison - Conf">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551386" y="1293703"/>
            <a:ext cx="3007790" cy="432049"/>
          </a:xfrm>
          <a:prstGeom prst="rect">
            <a:avLst/>
          </a:prstGeom>
        </p:spPr>
        <p:txBody>
          <a:bodyPr lIns="0" tIns="0" rIns="0" bIns="0" anchor="t" anchorCtr="0">
            <a:noAutofit/>
          </a:bodyPr>
          <a:lstStyle>
            <a:lvl1pPr marL="0" indent="0">
              <a:lnSpc>
                <a:spcPts val="2000"/>
              </a:lnSpc>
              <a:buNone/>
              <a:defRPr sz="18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14" name="Content Placeholder 3"/>
          <p:cNvSpPr>
            <a:spLocks noGrp="1"/>
          </p:cNvSpPr>
          <p:nvPr>
            <p:ph sz="half" idx="11" hasCustomPrompt="1"/>
          </p:nvPr>
        </p:nvSpPr>
        <p:spPr>
          <a:xfrm>
            <a:off x="551385" y="1869760"/>
            <a:ext cx="3007792" cy="4173853"/>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a:p>
            <a:pPr lvl="3"/>
            <a:r>
              <a:rPr lang="en-US" noProof="0" dirty="0"/>
              <a:t>Fourth level</a:t>
            </a:r>
          </a:p>
          <a:p>
            <a:pPr lvl="3"/>
            <a:r>
              <a:rPr lang="en-US" noProof="0" dirty="0"/>
              <a:t>	Fifth level</a:t>
            </a:r>
          </a:p>
        </p:txBody>
      </p:sp>
      <p:cxnSp>
        <p:nvCxnSpPr>
          <p:cNvPr id="11" name="Straight Connector 10"/>
          <p:cNvCxnSpPr/>
          <p:nvPr userDrawn="1"/>
        </p:nvCxnSpPr>
        <p:spPr>
          <a:xfrm>
            <a:off x="550863" y="1110312"/>
            <a:ext cx="1106487"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Text Placeholder 2"/>
          <p:cNvSpPr>
            <a:spLocks noGrp="1"/>
          </p:cNvSpPr>
          <p:nvPr>
            <p:ph type="body" idx="16" hasCustomPrompt="1"/>
          </p:nvPr>
        </p:nvSpPr>
        <p:spPr>
          <a:xfrm>
            <a:off x="4149839" y="1293703"/>
            <a:ext cx="3007790" cy="432049"/>
          </a:xfrm>
          <a:prstGeom prst="rect">
            <a:avLst/>
          </a:prstGeom>
        </p:spPr>
        <p:txBody>
          <a:bodyPr lIns="0" tIns="0" rIns="0" bIns="0" anchor="t" anchorCtr="0">
            <a:noAutofit/>
          </a:bodyPr>
          <a:lstStyle>
            <a:lvl1pPr marL="0" indent="0">
              <a:lnSpc>
                <a:spcPts val="2000"/>
              </a:lnSpc>
              <a:buNone/>
              <a:defRPr sz="18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20" name="Content Placeholder 3"/>
          <p:cNvSpPr>
            <a:spLocks noGrp="1"/>
          </p:cNvSpPr>
          <p:nvPr>
            <p:ph sz="half" idx="17" hasCustomPrompt="1"/>
          </p:nvPr>
        </p:nvSpPr>
        <p:spPr>
          <a:xfrm>
            <a:off x="4149838" y="1869760"/>
            <a:ext cx="3007792" cy="4173853"/>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a:p>
            <a:pPr lvl="3"/>
            <a:r>
              <a:rPr lang="en-US" noProof="0" dirty="0"/>
              <a:t>Fourth level</a:t>
            </a:r>
          </a:p>
          <a:p>
            <a:pPr lvl="3"/>
            <a:r>
              <a:rPr lang="en-US" noProof="0" dirty="0"/>
              <a:t>	Fifth level</a:t>
            </a:r>
          </a:p>
        </p:txBody>
      </p:sp>
      <p:sp>
        <p:nvSpPr>
          <p:cNvPr id="23" name="Text Placeholder 2"/>
          <p:cNvSpPr>
            <a:spLocks noGrp="1"/>
          </p:cNvSpPr>
          <p:nvPr>
            <p:ph type="body" idx="18" hasCustomPrompt="1"/>
          </p:nvPr>
        </p:nvSpPr>
        <p:spPr>
          <a:xfrm>
            <a:off x="7680325" y="1293703"/>
            <a:ext cx="3007790" cy="432049"/>
          </a:xfrm>
          <a:prstGeom prst="rect">
            <a:avLst/>
          </a:prstGeom>
        </p:spPr>
        <p:txBody>
          <a:bodyPr lIns="0" tIns="0" rIns="0" bIns="0" anchor="t" anchorCtr="0">
            <a:noAutofit/>
          </a:bodyPr>
          <a:lstStyle>
            <a:lvl1pPr marL="0" indent="0">
              <a:lnSpc>
                <a:spcPts val="2000"/>
              </a:lnSpc>
              <a:buNone/>
              <a:defRPr sz="1800" b="1" i="0" cap="all" baseline="0">
                <a:solidFill>
                  <a:schemeClr val="tx1"/>
                </a:solidFill>
                <a:latin typeface="Source Sans Pro" charset="0"/>
                <a:ea typeface="Source Sans Pro" charset="0"/>
                <a:cs typeface="Source Sans Pro" charset="0"/>
              </a:defRPr>
            </a:lvl1pPr>
            <a:lvl2pPr marL="457143" indent="0">
              <a:buNone/>
              <a:defRPr sz="2000" b="1"/>
            </a:lvl2pPr>
            <a:lvl3pPr marL="914286" indent="0">
              <a:buNone/>
              <a:defRPr sz="1800" b="1"/>
            </a:lvl3pPr>
            <a:lvl4pPr marL="1371430" indent="0">
              <a:buNone/>
              <a:defRPr sz="1600" b="1"/>
            </a:lvl4pPr>
            <a:lvl5pPr marL="1828573" indent="0">
              <a:buNone/>
              <a:defRPr sz="1600" b="1"/>
            </a:lvl5pPr>
            <a:lvl6pPr marL="2285718" indent="0">
              <a:buNone/>
              <a:defRPr sz="1600" b="1"/>
            </a:lvl6pPr>
            <a:lvl7pPr marL="2742858" indent="0">
              <a:buNone/>
              <a:defRPr sz="1600" b="1"/>
            </a:lvl7pPr>
            <a:lvl8pPr marL="3200000" indent="0">
              <a:buNone/>
              <a:defRPr sz="1600" b="1"/>
            </a:lvl8pPr>
            <a:lvl9pPr marL="3657143" indent="0">
              <a:buNone/>
              <a:defRPr sz="1600" b="1"/>
            </a:lvl9pPr>
          </a:lstStyle>
          <a:p>
            <a:pPr lvl="0"/>
            <a:r>
              <a:rPr lang="en-US" noProof="0" dirty="0"/>
              <a:t>Click to edit title style</a:t>
            </a:r>
          </a:p>
        </p:txBody>
      </p:sp>
      <p:sp>
        <p:nvSpPr>
          <p:cNvPr id="24" name="Content Placeholder 3"/>
          <p:cNvSpPr>
            <a:spLocks noGrp="1"/>
          </p:cNvSpPr>
          <p:nvPr>
            <p:ph sz="half" idx="19" hasCustomPrompt="1"/>
          </p:nvPr>
        </p:nvSpPr>
        <p:spPr>
          <a:xfrm>
            <a:off x="7680324" y="1869760"/>
            <a:ext cx="3007792" cy="4173853"/>
          </a:xfrm>
          <a:prstGeom prst="rect">
            <a:avLst/>
          </a:prstGeom>
        </p:spPr>
        <p:txBody>
          <a:bodyPr lIns="90000">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a:p>
            <a:pPr lvl="3"/>
            <a:r>
              <a:rPr lang="en-US" noProof="0" dirty="0"/>
              <a:t>Fourth level</a:t>
            </a:r>
          </a:p>
          <a:p>
            <a:pPr lvl="3"/>
            <a:r>
              <a:rPr lang="en-US" noProof="0" dirty="0"/>
              <a:t>	Fifth level</a:t>
            </a:r>
          </a:p>
        </p:txBody>
      </p:sp>
      <p:sp>
        <p:nvSpPr>
          <p:cNvPr id="25" name="Title Placeholder 1"/>
          <p:cNvSpPr>
            <a:spLocks noGrp="1"/>
          </p:cNvSpPr>
          <p:nvPr>
            <p:ph type="title" hasCustomPrompt="1"/>
          </p:nvPr>
        </p:nvSpPr>
        <p:spPr>
          <a:xfrm>
            <a:off x="550863" y="644525"/>
            <a:ext cx="10129837" cy="465786"/>
          </a:xfrm>
          <a:prstGeom prst="rect">
            <a:avLst/>
          </a:prstGeom>
        </p:spPr>
        <p:txBody>
          <a:bodyPr vert="horz" wrap="square" lIns="0" tIns="0" rIns="0" bIns="0" numCol="1" rtlCol="0" anchor="b" anchorCtr="0">
            <a:noAutofit/>
          </a:bodyPr>
          <a:lstStyle>
            <a:lvl1pPr>
              <a:lnSpc>
                <a:spcPts val="3600"/>
              </a:lnSpc>
              <a:defRPr sz="4400"/>
            </a:lvl1pPr>
          </a:lstStyle>
          <a:p>
            <a:r>
              <a:rPr lang="en-US" dirty="0"/>
              <a:t>click to edit title</a:t>
            </a:r>
            <a:endParaRPr lang="en-US" noProof="0" dirty="0"/>
          </a:p>
        </p:txBody>
      </p:sp>
    </p:spTree>
    <p:extLst>
      <p:ext uri="{BB962C8B-B14F-4D97-AF65-F5344CB8AC3E}">
        <p14:creationId xmlns:p14="http://schemas.microsoft.com/office/powerpoint/2010/main" val="900213496"/>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_Blank - Conf">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1622872"/>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_Introduce Page - Conf">
    <p:spTree>
      <p:nvGrpSpPr>
        <p:cNvPr id="1" name=""/>
        <p:cNvGrpSpPr/>
        <p:nvPr/>
      </p:nvGrpSpPr>
      <p:grpSpPr>
        <a:xfrm>
          <a:off x="0" y="0"/>
          <a:ext cx="0" cy="0"/>
          <a:chOff x="0" y="0"/>
          <a:chExt cx="0" cy="0"/>
        </a:xfrm>
      </p:grpSpPr>
      <p:cxnSp>
        <p:nvCxnSpPr>
          <p:cNvPr id="5" name="Straight Connector 4"/>
          <p:cNvCxnSpPr/>
          <p:nvPr userDrawn="1"/>
        </p:nvCxnSpPr>
        <p:spPr>
          <a:xfrm>
            <a:off x="5663952" y="2132856"/>
            <a:ext cx="864096"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Title Placeholder 1"/>
          <p:cNvSpPr txBox="1">
            <a:spLocks/>
          </p:cNvSpPr>
          <p:nvPr userDrawn="1"/>
        </p:nvSpPr>
        <p:spPr>
          <a:xfrm>
            <a:off x="4145146" y="1455167"/>
            <a:ext cx="3901709" cy="461665"/>
          </a:xfrm>
          <a:prstGeom prst="rect">
            <a:avLst/>
          </a:prstGeom>
        </p:spPr>
        <p:txBody>
          <a:bodyPr vert="horz" wrap="none" lIns="0" tIns="0" rIns="0" bIns="0" numCol="1" rtlCol="0" anchor="b" anchorCtr="1">
            <a:spAutoFit/>
          </a:bodyPr>
          <a:lstStyle>
            <a:lvl1pPr algn="l" defTabSz="914286" rtl="0" eaLnBrk="1" latinLnBrk="0" hangingPunct="1">
              <a:lnSpc>
                <a:spcPts val="3600"/>
              </a:lnSpc>
              <a:spcBef>
                <a:spcPct val="0"/>
              </a:spcBef>
              <a:buNone/>
              <a:defRPr sz="4400" b="0" i="0" kern="1200" cap="small" baseline="0">
                <a:solidFill>
                  <a:schemeClr val="tx1"/>
                </a:solidFill>
                <a:latin typeface="Source Sans Pro" charset="0"/>
                <a:ea typeface="Source Sans Pro" charset="0"/>
                <a:cs typeface="Source Sans Pro" charset="0"/>
              </a:defRPr>
            </a:lvl1pPr>
          </a:lstStyle>
          <a:p>
            <a:pPr algn="ctr"/>
            <a:r>
              <a:rPr lang="en-US" dirty="0"/>
              <a:t>click to edit title</a:t>
            </a:r>
          </a:p>
        </p:txBody>
      </p:sp>
      <p:sp>
        <p:nvSpPr>
          <p:cNvPr id="8" name="Content Placeholder 3"/>
          <p:cNvSpPr>
            <a:spLocks noGrp="1"/>
          </p:cNvSpPr>
          <p:nvPr>
            <p:ph sz="half" idx="11" hasCustomPrompt="1"/>
          </p:nvPr>
        </p:nvSpPr>
        <p:spPr>
          <a:xfrm>
            <a:off x="1031082" y="2479536"/>
            <a:ext cx="10129837" cy="3564077"/>
          </a:xfrm>
          <a:prstGeom prst="rect">
            <a:avLst/>
          </a:prstGeom>
        </p:spPr>
        <p:txBody>
          <a:bodyPr lIns="90000" anchor="t" anchorCtr="1">
            <a:noAutofit/>
          </a:bodyPr>
          <a:lstStyle>
            <a:lvl1pPr>
              <a:defRPr sz="1600" b="0" i="0">
                <a:latin typeface="Source Sans Pro" charset="0"/>
                <a:ea typeface="Source Sans Pro" charset="0"/>
                <a:cs typeface="Source Sans Pro" charset="0"/>
              </a:defRPr>
            </a:lvl1pPr>
            <a:lvl2pPr>
              <a:defRPr sz="1600" b="0" i="0">
                <a:latin typeface="Source Sans Pro" charset="0"/>
                <a:ea typeface="Source Sans Pro" charset="0"/>
                <a:cs typeface="Source Sans Pro" charset="0"/>
              </a:defRPr>
            </a:lvl2pPr>
            <a:lvl3pPr>
              <a:defRPr sz="1600" b="0" i="0">
                <a:latin typeface="Source Sans Pro" charset="0"/>
                <a:ea typeface="Source Sans Pro" charset="0"/>
                <a:cs typeface="Source Sans Pro" charset="0"/>
              </a:defRPr>
            </a:lvl3pPr>
            <a:lvl4pPr>
              <a:defRPr sz="1600" b="0" i="0">
                <a:latin typeface="Source Sans Pro" charset="0"/>
                <a:ea typeface="Source Sans Pro" charset="0"/>
                <a:cs typeface="Source Sans Pro" charset="0"/>
              </a:defRPr>
            </a:lvl4pPr>
            <a:lvl5pPr>
              <a:defRPr sz="1600"/>
            </a:lvl5pPr>
            <a:lvl6pPr>
              <a:defRPr sz="1600"/>
            </a:lvl6pPr>
            <a:lvl7pPr>
              <a:defRPr sz="1600"/>
            </a:lvl7pPr>
            <a:lvl8pPr>
              <a:defRPr sz="1600"/>
            </a:lvl8pPr>
            <a:lvl9pPr>
              <a:defRPr sz="1600"/>
            </a:lvl9pPr>
          </a:lstStyle>
          <a:p>
            <a:pPr lvl="0"/>
            <a:r>
              <a:rPr lang="en-US" noProof="0" dirty="0"/>
              <a:t>Click to edit content</a:t>
            </a:r>
          </a:p>
          <a:p>
            <a:pPr lvl="1"/>
            <a:r>
              <a:rPr lang="en-US" noProof="0" dirty="0"/>
              <a:t>Second level</a:t>
            </a:r>
          </a:p>
          <a:p>
            <a:pPr lvl="2"/>
            <a:r>
              <a:rPr lang="en-US" noProof="0" dirty="0"/>
              <a:t>Third level</a:t>
            </a:r>
          </a:p>
        </p:txBody>
      </p:sp>
    </p:spTree>
    <p:extLst>
      <p:ext uri="{BB962C8B-B14F-4D97-AF65-F5344CB8AC3E}">
        <p14:creationId xmlns:p14="http://schemas.microsoft.com/office/powerpoint/2010/main" val="2479282847"/>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Legal - Disclaimer &amp; Confidentiality">
    <p:spTree>
      <p:nvGrpSpPr>
        <p:cNvPr id="1" name=""/>
        <p:cNvGrpSpPr/>
        <p:nvPr/>
      </p:nvGrpSpPr>
      <p:grpSpPr>
        <a:xfrm>
          <a:off x="0" y="0"/>
          <a:ext cx="0" cy="0"/>
          <a:chOff x="0" y="0"/>
          <a:chExt cx="0" cy="0"/>
        </a:xfrm>
      </p:grpSpPr>
      <p:sp>
        <p:nvSpPr>
          <p:cNvPr id="6" name="Rectangle 5"/>
          <p:cNvSpPr/>
          <p:nvPr/>
        </p:nvSpPr>
        <p:spPr>
          <a:xfrm>
            <a:off x="1031082" y="1556791"/>
            <a:ext cx="10129837" cy="461665"/>
          </a:xfrm>
          <a:prstGeom prst="rect">
            <a:avLst/>
          </a:prstGeom>
        </p:spPr>
        <p:txBody>
          <a:bodyPr wrap="square">
            <a:spAutoFit/>
          </a:bodyPr>
          <a:lstStyle/>
          <a:p>
            <a:pPr algn="ctr"/>
            <a:r>
              <a:rPr lang="fr-FR" sz="2400" dirty="0"/>
              <a:t>DISCLAIMER &amp; CONFIDENTIALITY</a:t>
            </a:r>
            <a:endParaRPr lang="en-US" sz="2400" dirty="0"/>
          </a:p>
        </p:txBody>
      </p:sp>
      <p:cxnSp>
        <p:nvCxnSpPr>
          <p:cNvPr id="15" name="Straight Connector 14"/>
          <p:cNvCxnSpPr/>
          <p:nvPr/>
        </p:nvCxnSpPr>
        <p:spPr>
          <a:xfrm>
            <a:off x="5663952" y="2132856"/>
            <a:ext cx="864096"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Rectangle 4"/>
          <p:cNvSpPr/>
          <p:nvPr userDrawn="1"/>
        </p:nvSpPr>
        <p:spPr>
          <a:xfrm>
            <a:off x="1031082" y="1556791"/>
            <a:ext cx="10129837" cy="461665"/>
          </a:xfrm>
          <a:prstGeom prst="rect">
            <a:avLst/>
          </a:prstGeom>
        </p:spPr>
        <p:txBody>
          <a:bodyPr wrap="square">
            <a:spAutoFit/>
          </a:bodyPr>
          <a:lstStyle/>
          <a:p>
            <a:pPr algn="ctr"/>
            <a:r>
              <a:rPr lang="fr-FR" sz="2400" dirty="0"/>
              <a:t>DISCLAIMER &amp; CONFIDENTIALITY</a:t>
            </a:r>
            <a:endParaRPr lang="en-US" sz="2400" dirty="0"/>
          </a:p>
        </p:txBody>
      </p:sp>
      <p:cxnSp>
        <p:nvCxnSpPr>
          <p:cNvPr id="8" name="Straight Connector 7"/>
          <p:cNvCxnSpPr/>
          <p:nvPr userDrawn="1"/>
        </p:nvCxnSpPr>
        <p:spPr>
          <a:xfrm>
            <a:off x="5663952" y="2132856"/>
            <a:ext cx="864096"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p:cNvSpPr txBox="1"/>
          <p:nvPr userDrawn="1"/>
        </p:nvSpPr>
        <p:spPr>
          <a:xfrm>
            <a:off x="1031082" y="2479536"/>
            <a:ext cx="10129837" cy="2970044"/>
          </a:xfrm>
          <a:prstGeom prst="rect">
            <a:avLst/>
          </a:prstGeom>
          <a:noFill/>
        </p:spPr>
        <p:txBody>
          <a:bodyPr vert="horz" wrap="square" lIns="0" tIns="0" rIns="0" bIns="0" numCol="1" spcCol="288000" rtlCol="0" anchor="t" anchorCtr="0">
            <a:spAutoFit/>
          </a:bodyPr>
          <a:lstStyle/>
          <a:p>
            <a:pPr marL="0" marR="0" indent="0" algn="ctr" defTabSz="914377" rtl="0" eaLnBrk="1" fontAlgn="auto" latinLnBrk="0" hangingPunct="1">
              <a:lnSpc>
                <a:spcPct val="100000"/>
              </a:lnSpc>
              <a:spcBef>
                <a:spcPts val="0"/>
              </a:spcBef>
              <a:spcAft>
                <a:spcPts val="600"/>
              </a:spcAft>
              <a:buClrTx/>
              <a:buSzTx/>
              <a:buFontTx/>
              <a:buNone/>
              <a:tabLst/>
              <a:defRPr/>
            </a:pPr>
            <a:r>
              <a:rPr lang="en-US" sz="1400" b="0" i="0" kern="1200" spc="0" dirty="0">
                <a:ln>
                  <a:noFill/>
                </a:ln>
                <a:solidFill>
                  <a:schemeClr val="tx2"/>
                </a:solidFill>
                <a:latin typeface="Source Sans Pro Light" charset="0"/>
                <a:ea typeface="Source Sans Pro Light" charset="0"/>
                <a:cs typeface="Source Sans Pro Light" charset="0"/>
              </a:rPr>
              <a:t>All rights reserved. Information, technical data and tutorials contained in this document are confidential and proprietary under copyright Law of Industrial Smart Software Technology (</a:t>
            </a:r>
            <a:r>
              <a:rPr lang="en-US" sz="1400" b="0" i="0" kern="1200" spc="0" dirty="0" err="1">
                <a:ln>
                  <a:noFill/>
                </a:ln>
                <a:solidFill>
                  <a:schemeClr val="tx2"/>
                </a:solidFill>
                <a:latin typeface="Source Sans Pro Light" charset="0"/>
                <a:ea typeface="Source Sans Pro Light" charset="0"/>
                <a:cs typeface="Source Sans Pro Light" charset="0"/>
              </a:rPr>
              <a:t>MicroEJ</a:t>
            </a:r>
            <a:r>
              <a:rPr lang="en-US" sz="1400" b="0" i="0" kern="1200" spc="0" dirty="0">
                <a:ln>
                  <a:noFill/>
                </a:ln>
                <a:solidFill>
                  <a:schemeClr val="tx2"/>
                </a:solidFill>
                <a:latin typeface="Source Sans Pro Light" charset="0"/>
                <a:ea typeface="Source Sans Pro Light" charset="0"/>
                <a:cs typeface="Source Sans Pro Light" charset="0"/>
              </a:rPr>
              <a:t> S.A.) operating under the brand name </a:t>
            </a:r>
            <a:r>
              <a:rPr lang="en-US" sz="1400" b="0" i="0" kern="1200" spc="0" dirty="0" err="1">
                <a:ln>
                  <a:noFill/>
                </a:ln>
                <a:solidFill>
                  <a:schemeClr val="tx2"/>
                </a:solidFill>
                <a:latin typeface="Source Sans Pro Light" charset="0"/>
                <a:ea typeface="Source Sans Pro Light" charset="0"/>
                <a:cs typeface="Source Sans Pro Light" charset="0"/>
              </a:rPr>
              <a:t>MicroEJ</a:t>
            </a:r>
            <a:r>
              <a:rPr lang="en-US" sz="1400" b="0" i="0" kern="1200" spc="0" dirty="0">
                <a:ln>
                  <a:noFill/>
                </a:ln>
                <a:solidFill>
                  <a:schemeClr val="tx2"/>
                </a:solidFill>
                <a:latin typeface="Source Sans Pro Light" charset="0"/>
                <a:ea typeface="Source Sans Pro Light" charset="0"/>
                <a:cs typeface="Source Sans Pro Light" charset="0"/>
              </a:rPr>
              <a:t>®. Without written permission from </a:t>
            </a:r>
            <a:r>
              <a:rPr lang="en-US" sz="1400" b="0" i="0" kern="1200" spc="0" dirty="0" err="1">
                <a:ln>
                  <a:noFill/>
                </a:ln>
                <a:solidFill>
                  <a:schemeClr val="tx2"/>
                </a:solidFill>
                <a:latin typeface="Source Sans Pro Light" charset="0"/>
                <a:ea typeface="Source Sans Pro Light" charset="0"/>
                <a:cs typeface="Source Sans Pro Light" charset="0"/>
              </a:rPr>
              <a:t>MicroEJ</a:t>
            </a:r>
            <a:r>
              <a:rPr lang="en-US" sz="1400" b="0" i="0" kern="1200" spc="0" dirty="0">
                <a:ln>
                  <a:noFill/>
                </a:ln>
                <a:solidFill>
                  <a:schemeClr val="tx2"/>
                </a:solidFill>
                <a:latin typeface="Source Sans Pro Light" charset="0"/>
                <a:ea typeface="Source Sans Pro Light" charset="0"/>
                <a:cs typeface="Source Sans Pro Light" charset="0"/>
              </a:rPr>
              <a:t> S.A., copying or sending parts of the document or the entire document by any means to third parties is not permitted. Granted authorizations for using parts of the document or the entire document do not mean </a:t>
            </a:r>
            <a:r>
              <a:rPr lang="en-US" sz="1400" b="0" i="0" kern="1200" spc="0" dirty="0" err="1">
                <a:ln>
                  <a:noFill/>
                </a:ln>
                <a:solidFill>
                  <a:schemeClr val="tx2"/>
                </a:solidFill>
                <a:latin typeface="Source Sans Pro Light" charset="0"/>
                <a:ea typeface="Source Sans Pro Light" charset="0"/>
                <a:cs typeface="Source Sans Pro Light" charset="0"/>
              </a:rPr>
              <a:t>MicroEJ</a:t>
            </a:r>
            <a:r>
              <a:rPr lang="en-US" sz="1400" b="0" i="0" kern="1200" spc="0" dirty="0">
                <a:ln>
                  <a:noFill/>
                </a:ln>
                <a:solidFill>
                  <a:schemeClr val="tx2"/>
                </a:solidFill>
                <a:latin typeface="Source Sans Pro Light" charset="0"/>
                <a:ea typeface="Source Sans Pro Light" charset="0"/>
                <a:cs typeface="Source Sans Pro Light" charset="0"/>
              </a:rPr>
              <a:t> S.A. gives public full access rights.</a:t>
            </a:r>
          </a:p>
          <a:p>
            <a:pPr marL="0" algn="ctr" defTabSz="914377" rtl="0" eaLnBrk="1" latinLnBrk="0" hangingPunct="1">
              <a:spcBef>
                <a:spcPts val="0"/>
              </a:spcBef>
              <a:spcAft>
                <a:spcPts val="600"/>
              </a:spcAft>
            </a:pPr>
            <a:endParaRPr lang="en-US" sz="1400" b="0" i="0" kern="1200" spc="0" dirty="0">
              <a:ln>
                <a:noFill/>
              </a:ln>
              <a:solidFill>
                <a:schemeClr val="tx2"/>
              </a:solidFill>
              <a:latin typeface="Source Sans Pro Light" charset="0"/>
              <a:ea typeface="Source Sans Pro Light" charset="0"/>
              <a:cs typeface="Source Sans Pro Light" charset="0"/>
            </a:endParaRPr>
          </a:p>
          <a:p>
            <a:pPr marL="0" algn="ctr" defTabSz="914377" rtl="0" eaLnBrk="1" latinLnBrk="0" hangingPunct="1">
              <a:spcBef>
                <a:spcPts val="0"/>
              </a:spcBef>
              <a:spcAft>
                <a:spcPts val="600"/>
              </a:spcAft>
            </a:pPr>
            <a:r>
              <a:rPr lang="en-US" sz="1400" b="0" i="0" kern="1200" spc="0" dirty="0">
                <a:ln>
                  <a:noFill/>
                </a:ln>
                <a:solidFill>
                  <a:schemeClr val="tx2"/>
                </a:solidFill>
                <a:latin typeface="Source Sans Pro Light" charset="0"/>
                <a:ea typeface="Source Sans Pro Light" charset="0"/>
                <a:cs typeface="Source Sans Pro Light" charset="0"/>
              </a:rPr>
              <a:t>The information contained herein is not warranted to be error-free.</a:t>
            </a:r>
          </a:p>
          <a:p>
            <a:pPr marL="0" algn="ctr" defTabSz="914377" rtl="0" eaLnBrk="1" latinLnBrk="0" hangingPunct="1">
              <a:spcBef>
                <a:spcPts val="0"/>
              </a:spcBef>
              <a:spcAft>
                <a:spcPts val="600"/>
              </a:spcAft>
            </a:pPr>
            <a:r>
              <a:rPr lang="en-US" sz="1400" b="0" i="0" kern="1200" spc="0" dirty="0">
                <a:ln>
                  <a:noFill/>
                </a:ln>
                <a:solidFill>
                  <a:schemeClr val="tx2"/>
                </a:solidFill>
                <a:latin typeface="Source Sans Pro Light" charset="0"/>
                <a:ea typeface="Source Sans Pro Light" charset="0"/>
                <a:cs typeface="Source Sans Pro Light" charset="0"/>
              </a:rPr>
              <a:t>IS2T® and </a:t>
            </a:r>
            <a:r>
              <a:rPr lang="en-US" sz="1400" b="0" i="0" kern="1200" spc="0" dirty="0" err="1">
                <a:ln>
                  <a:noFill/>
                </a:ln>
                <a:solidFill>
                  <a:schemeClr val="tx2"/>
                </a:solidFill>
                <a:latin typeface="Source Sans Pro Light" charset="0"/>
                <a:ea typeface="Source Sans Pro Light" charset="0"/>
                <a:cs typeface="Source Sans Pro Light" charset="0"/>
              </a:rPr>
              <a:t>MicroEJ</a:t>
            </a:r>
            <a:r>
              <a:rPr lang="en-US" sz="1400" b="0" i="0" kern="1200" spc="0" dirty="0">
                <a:ln>
                  <a:noFill/>
                </a:ln>
                <a:solidFill>
                  <a:schemeClr val="tx2"/>
                </a:solidFill>
                <a:latin typeface="Source Sans Pro Light" charset="0"/>
                <a:ea typeface="Source Sans Pro Light" charset="0"/>
                <a:cs typeface="Source Sans Pro Light" charset="0"/>
              </a:rPr>
              <a:t>® and all relative logos are trademarks or registered trademarks of IS2T S.A. in France and other Countries.</a:t>
            </a:r>
          </a:p>
          <a:p>
            <a:pPr marL="0" algn="ctr" defTabSz="914377" rtl="0" eaLnBrk="1" latinLnBrk="0" hangingPunct="1">
              <a:spcBef>
                <a:spcPts val="0"/>
              </a:spcBef>
              <a:spcAft>
                <a:spcPts val="600"/>
              </a:spcAft>
            </a:pPr>
            <a:r>
              <a:rPr lang="en-US" sz="1400" b="0" i="0" kern="1200" spc="0" dirty="0">
                <a:ln>
                  <a:noFill/>
                </a:ln>
                <a:solidFill>
                  <a:schemeClr val="tx2"/>
                </a:solidFill>
                <a:latin typeface="Source Sans Pro Light" charset="0"/>
                <a:ea typeface="Source Sans Pro Light" charset="0"/>
                <a:cs typeface="Source Sans Pro Light" charset="0"/>
              </a:rPr>
              <a:t>Java™ is Sun Microsystems’ trademark for a technology for developing application software and deploying it in cross-VEE Port, networked environments. When it is used in this site without adding the “™” symbol, it includes implementations of the technology by companies other than Sun. Java™, all Java-based marks and all related logos are trademarks or registered trademarks of Sun Microsystems </a:t>
            </a:r>
            <a:r>
              <a:rPr lang="en-US" sz="1400" b="0" i="0" kern="1200" spc="0" dirty="0" err="1">
                <a:ln>
                  <a:noFill/>
                </a:ln>
                <a:solidFill>
                  <a:schemeClr val="tx2"/>
                </a:solidFill>
                <a:latin typeface="Source Sans Pro Light" charset="0"/>
                <a:ea typeface="Source Sans Pro Light" charset="0"/>
                <a:cs typeface="Source Sans Pro Light" charset="0"/>
              </a:rPr>
              <a:t>Inc</a:t>
            </a:r>
            <a:r>
              <a:rPr lang="en-US" sz="1400" b="0" i="0" kern="1200" spc="0" dirty="0">
                <a:ln>
                  <a:noFill/>
                </a:ln>
                <a:solidFill>
                  <a:schemeClr val="tx2"/>
                </a:solidFill>
                <a:latin typeface="Source Sans Pro Light" charset="0"/>
                <a:ea typeface="Source Sans Pro Light" charset="0"/>
                <a:cs typeface="Source Sans Pro Light" charset="0"/>
              </a:rPr>
              <a:t>, in the United States and other Countries.</a:t>
            </a:r>
          </a:p>
          <a:p>
            <a:pPr marL="0" algn="ctr" defTabSz="914377" rtl="0" eaLnBrk="1" latinLnBrk="0" hangingPunct="1">
              <a:spcBef>
                <a:spcPts val="0"/>
              </a:spcBef>
              <a:spcAft>
                <a:spcPts val="600"/>
              </a:spcAft>
            </a:pPr>
            <a:r>
              <a:rPr lang="en-US" sz="1400" b="0" i="0" kern="1200" spc="0" dirty="0">
                <a:ln>
                  <a:noFill/>
                </a:ln>
                <a:solidFill>
                  <a:schemeClr val="tx2"/>
                </a:solidFill>
                <a:latin typeface="Source Sans Pro Light" charset="0"/>
                <a:ea typeface="Source Sans Pro Light" charset="0"/>
                <a:cs typeface="Source Sans Pro Light" charset="0"/>
              </a:rPr>
              <a:t>Other trademarks are proprietary of their respective owners.</a:t>
            </a:r>
          </a:p>
        </p:txBody>
      </p:sp>
    </p:spTree>
    <p:extLst>
      <p:ext uri="{BB962C8B-B14F-4D97-AF65-F5344CB8AC3E}">
        <p14:creationId xmlns:p14="http://schemas.microsoft.com/office/powerpoint/2010/main" val="1925143224"/>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blank">
  <p:cSld name="END Slider - Conf">
    <p:spTree>
      <p:nvGrpSpPr>
        <p:cNvPr id="1" name=""/>
        <p:cNvGrpSpPr/>
        <p:nvPr/>
      </p:nvGrpSpPr>
      <p:grpSpPr>
        <a:xfrm>
          <a:off x="0" y="0"/>
          <a:ext cx="0" cy="0"/>
          <a:chOff x="0" y="0"/>
          <a:chExt cx="0" cy="0"/>
        </a:xfrm>
      </p:grpSpPr>
      <p:sp>
        <p:nvSpPr>
          <p:cNvPr id="5" name="Rectangle 1"/>
          <p:cNvSpPr/>
          <p:nvPr/>
        </p:nvSpPr>
        <p:spPr>
          <a:xfrm rot="1800000">
            <a:off x="4954333" y="-1094769"/>
            <a:ext cx="8109376" cy="10728642"/>
          </a:xfrm>
          <a:custGeom>
            <a:avLst/>
            <a:gdLst>
              <a:gd name="connsiteX0" fmla="*/ 0 w 4673328"/>
              <a:gd name="connsiteY0" fmla="*/ 0 h 12601313"/>
              <a:gd name="connsiteX1" fmla="*/ 4673328 w 4673328"/>
              <a:gd name="connsiteY1" fmla="*/ 0 h 12601313"/>
              <a:gd name="connsiteX2" fmla="*/ 4673328 w 4673328"/>
              <a:gd name="connsiteY2" fmla="*/ 12601313 h 12601313"/>
              <a:gd name="connsiteX3" fmla="*/ 0 w 4673328"/>
              <a:gd name="connsiteY3" fmla="*/ 12601313 h 12601313"/>
              <a:gd name="connsiteX4" fmla="*/ 0 w 4673328"/>
              <a:gd name="connsiteY4" fmla="*/ 0 h 12601313"/>
              <a:gd name="connsiteX0" fmla="*/ 0 w 4682599"/>
              <a:gd name="connsiteY0" fmla="*/ 0 h 12601313"/>
              <a:gd name="connsiteX1" fmla="*/ 4673328 w 4682599"/>
              <a:gd name="connsiteY1" fmla="*/ 0 h 12601313"/>
              <a:gd name="connsiteX2" fmla="*/ 4682599 w 4682599"/>
              <a:gd name="connsiteY2" fmla="*/ 9540063 h 12601313"/>
              <a:gd name="connsiteX3" fmla="*/ 0 w 4682599"/>
              <a:gd name="connsiteY3" fmla="*/ 12601313 h 12601313"/>
              <a:gd name="connsiteX4" fmla="*/ 0 w 4682599"/>
              <a:gd name="connsiteY4" fmla="*/ 0 h 12601313"/>
              <a:gd name="connsiteX0" fmla="*/ 5974 w 4688573"/>
              <a:gd name="connsiteY0" fmla="*/ 0 h 12239273"/>
              <a:gd name="connsiteX1" fmla="*/ 4679302 w 4688573"/>
              <a:gd name="connsiteY1" fmla="*/ 0 h 12239273"/>
              <a:gd name="connsiteX2" fmla="*/ 4688573 w 4688573"/>
              <a:gd name="connsiteY2" fmla="*/ 9540063 h 12239273"/>
              <a:gd name="connsiteX3" fmla="*/ 0 w 4688573"/>
              <a:gd name="connsiteY3" fmla="*/ 12239273 h 12239273"/>
              <a:gd name="connsiteX4" fmla="*/ 5974 w 4688573"/>
              <a:gd name="connsiteY4" fmla="*/ 0 h 12239273"/>
              <a:gd name="connsiteX0" fmla="*/ 5974 w 4688573"/>
              <a:gd name="connsiteY0" fmla="*/ 0 h 12239273"/>
              <a:gd name="connsiteX1" fmla="*/ 4676822 w 4688573"/>
              <a:gd name="connsiteY1" fmla="*/ 1402474 h 12239273"/>
              <a:gd name="connsiteX2" fmla="*/ 4688573 w 4688573"/>
              <a:gd name="connsiteY2" fmla="*/ 9540063 h 12239273"/>
              <a:gd name="connsiteX3" fmla="*/ 0 w 4688573"/>
              <a:gd name="connsiteY3" fmla="*/ 12239273 h 12239273"/>
              <a:gd name="connsiteX4" fmla="*/ 5974 w 4688573"/>
              <a:gd name="connsiteY4" fmla="*/ 0 h 12239273"/>
              <a:gd name="connsiteX0" fmla="*/ 650 w 4688647"/>
              <a:gd name="connsiteY0" fmla="*/ 2773313 h 10836799"/>
              <a:gd name="connsiteX1" fmla="*/ 4676896 w 4688647"/>
              <a:gd name="connsiteY1" fmla="*/ 0 h 10836799"/>
              <a:gd name="connsiteX2" fmla="*/ 4688647 w 4688647"/>
              <a:gd name="connsiteY2" fmla="*/ 8137589 h 10836799"/>
              <a:gd name="connsiteX3" fmla="*/ 74 w 4688647"/>
              <a:gd name="connsiteY3" fmla="*/ 10836799 h 10836799"/>
              <a:gd name="connsiteX4" fmla="*/ 650 w 4688647"/>
              <a:gd name="connsiteY4" fmla="*/ 2773313 h 10836799"/>
              <a:gd name="connsiteX0" fmla="*/ 650 w 4688647"/>
              <a:gd name="connsiteY0" fmla="*/ 2740720 h 10804206"/>
              <a:gd name="connsiteX1" fmla="*/ 4662974 w 4688647"/>
              <a:gd name="connsiteY1" fmla="*/ 0 h 10804206"/>
              <a:gd name="connsiteX2" fmla="*/ 4688647 w 4688647"/>
              <a:gd name="connsiteY2" fmla="*/ 8104996 h 10804206"/>
              <a:gd name="connsiteX3" fmla="*/ 74 w 4688647"/>
              <a:gd name="connsiteY3" fmla="*/ 10804206 h 10804206"/>
              <a:gd name="connsiteX4" fmla="*/ 650 w 4688647"/>
              <a:gd name="connsiteY4" fmla="*/ 2740720 h 10804206"/>
              <a:gd name="connsiteX0" fmla="*/ 650 w 4688647"/>
              <a:gd name="connsiteY0" fmla="*/ 2414351 h 10477837"/>
              <a:gd name="connsiteX1" fmla="*/ 4622225 w 4688647"/>
              <a:gd name="connsiteY1" fmla="*/ 0 h 10477837"/>
              <a:gd name="connsiteX2" fmla="*/ 4688647 w 4688647"/>
              <a:gd name="connsiteY2" fmla="*/ 7778627 h 10477837"/>
              <a:gd name="connsiteX3" fmla="*/ 74 w 4688647"/>
              <a:gd name="connsiteY3" fmla="*/ 10477837 h 10477837"/>
              <a:gd name="connsiteX4" fmla="*/ 650 w 4688647"/>
              <a:gd name="connsiteY4" fmla="*/ 2414351 h 10477837"/>
              <a:gd name="connsiteX0" fmla="*/ 650 w 4688647"/>
              <a:gd name="connsiteY0" fmla="*/ 2665156 h 10728642"/>
              <a:gd name="connsiteX1" fmla="*/ 4673861 w 4688647"/>
              <a:gd name="connsiteY1" fmla="*/ 0 h 10728642"/>
              <a:gd name="connsiteX2" fmla="*/ 4688647 w 4688647"/>
              <a:gd name="connsiteY2" fmla="*/ 8029432 h 10728642"/>
              <a:gd name="connsiteX3" fmla="*/ 74 w 4688647"/>
              <a:gd name="connsiteY3" fmla="*/ 10728642 h 10728642"/>
              <a:gd name="connsiteX4" fmla="*/ 650 w 4688647"/>
              <a:gd name="connsiteY4" fmla="*/ 2665156 h 10728642"/>
              <a:gd name="connsiteX0" fmla="*/ 650 w 8109376"/>
              <a:gd name="connsiteY0" fmla="*/ 2665156 h 10728642"/>
              <a:gd name="connsiteX1" fmla="*/ 4673861 w 8109376"/>
              <a:gd name="connsiteY1" fmla="*/ 0 h 10728642"/>
              <a:gd name="connsiteX2" fmla="*/ 8109376 w 8109376"/>
              <a:gd name="connsiteY2" fmla="*/ 6035100 h 10728642"/>
              <a:gd name="connsiteX3" fmla="*/ 74 w 8109376"/>
              <a:gd name="connsiteY3" fmla="*/ 10728642 h 10728642"/>
              <a:gd name="connsiteX4" fmla="*/ 650 w 8109376"/>
              <a:gd name="connsiteY4" fmla="*/ 2665156 h 10728642"/>
              <a:gd name="connsiteX0" fmla="*/ 650 w 8109376"/>
              <a:gd name="connsiteY0" fmla="*/ 2665156 h 10728642"/>
              <a:gd name="connsiteX1" fmla="*/ 4673861 w 8109376"/>
              <a:gd name="connsiteY1" fmla="*/ 0 h 10728642"/>
              <a:gd name="connsiteX2" fmla="*/ 8109376 w 8109376"/>
              <a:gd name="connsiteY2" fmla="*/ 6035100 h 10728642"/>
              <a:gd name="connsiteX3" fmla="*/ 74 w 8109376"/>
              <a:gd name="connsiteY3" fmla="*/ 10728642 h 10728642"/>
              <a:gd name="connsiteX4" fmla="*/ 650 w 8109376"/>
              <a:gd name="connsiteY4" fmla="*/ 2665156 h 10728642"/>
              <a:gd name="connsiteX0" fmla="*/ 650 w 8109376"/>
              <a:gd name="connsiteY0" fmla="*/ 2665156 h 10728642"/>
              <a:gd name="connsiteX1" fmla="*/ 4673861 w 8109376"/>
              <a:gd name="connsiteY1" fmla="*/ 0 h 10728642"/>
              <a:gd name="connsiteX2" fmla="*/ 8109376 w 8109376"/>
              <a:gd name="connsiteY2" fmla="*/ 6035100 h 10728642"/>
              <a:gd name="connsiteX3" fmla="*/ 74 w 8109376"/>
              <a:gd name="connsiteY3" fmla="*/ 10728642 h 10728642"/>
              <a:gd name="connsiteX4" fmla="*/ 650 w 8109376"/>
              <a:gd name="connsiteY4" fmla="*/ 2665156 h 10728642"/>
              <a:gd name="connsiteX0" fmla="*/ 650 w 8109376"/>
              <a:gd name="connsiteY0" fmla="*/ 2665156 h 10728642"/>
              <a:gd name="connsiteX1" fmla="*/ 4673861 w 8109376"/>
              <a:gd name="connsiteY1" fmla="*/ 0 h 10728642"/>
              <a:gd name="connsiteX2" fmla="*/ 8109376 w 8109376"/>
              <a:gd name="connsiteY2" fmla="*/ 6035100 h 10728642"/>
              <a:gd name="connsiteX3" fmla="*/ 74 w 8109376"/>
              <a:gd name="connsiteY3" fmla="*/ 10728642 h 10728642"/>
              <a:gd name="connsiteX4" fmla="*/ 650 w 8109376"/>
              <a:gd name="connsiteY4" fmla="*/ 2665156 h 107286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09376" h="10728642">
                <a:moveTo>
                  <a:pt x="650" y="2665156"/>
                </a:moveTo>
                <a:lnTo>
                  <a:pt x="4673861" y="0"/>
                </a:lnTo>
                <a:cubicBezTo>
                  <a:pt x="5668654" y="1793772"/>
                  <a:pt x="7081028" y="4183207"/>
                  <a:pt x="8109376" y="6035100"/>
                </a:cubicBezTo>
                <a:lnTo>
                  <a:pt x="74" y="10728642"/>
                </a:lnTo>
                <a:cubicBezTo>
                  <a:pt x="2065" y="6648884"/>
                  <a:pt x="-1341" y="6744914"/>
                  <a:pt x="650" y="2665156"/>
                </a:cubicBezTo>
                <a:close/>
              </a:path>
            </a:pathLst>
          </a:custGeom>
          <a:solidFill>
            <a:srgbClr val="E642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31493" y="3140968"/>
            <a:ext cx="3155056" cy="1012772"/>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083" y="1700808"/>
            <a:ext cx="3663604" cy="3657510"/>
          </a:xfrm>
          <a:prstGeom prst="rect">
            <a:avLst/>
          </a:prstGeom>
        </p:spPr>
      </p:pic>
      <p:sp>
        <p:nvSpPr>
          <p:cNvPr id="8" name="Title 51"/>
          <p:cNvSpPr txBox="1">
            <a:spLocks/>
          </p:cNvSpPr>
          <p:nvPr/>
        </p:nvSpPr>
        <p:spPr>
          <a:xfrm>
            <a:off x="623392" y="836712"/>
            <a:ext cx="7018635" cy="1008112"/>
          </a:xfrm>
          <a:prstGeom prst="rect">
            <a:avLst/>
          </a:prstGeom>
        </p:spPr>
        <p:txBody>
          <a:bodyPr/>
          <a:lstStyle>
            <a:lvl1pPr algn="l" defTabSz="914286" rtl="0" eaLnBrk="1" latinLnBrk="0" hangingPunct="1">
              <a:spcBef>
                <a:spcPct val="0"/>
              </a:spcBef>
              <a:buNone/>
              <a:defRPr sz="3600" b="0" i="0" kern="1200" cap="small" baseline="0">
                <a:solidFill>
                  <a:schemeClr val="tx1"/>
                </a:solidFill>
                <a:latin typeface="+mj-lt"/>
                <a:ea typeface="Calibri Light" charset="0"/>
                <a:cs typeface="Calibri Light" charset="0"/>
              </a:defRPr>
            </a:lvl1pPr>
          </a:lstStyle>
          <a:p>
            <a:r>
              <a:rPr lang="en-US" sz="8000" b="0" i="1" spc="600" dirty="0">
                <a:latin typeface="Source Sans Pro ExtraLight" charset="0"/>
                <a:ea typeface="Source Sans Pro ExtraLight" charset="0"/>
                <a:cs typeface="Source Sans Pro ExtraLight" charset="0"/>
              </a:rPr>
              <a:t>Thank you </a:t>
            </a:r>
          </a:p>
        </p:txBody>
      </p:sp>
      <p:sp>
        <p:nvSpPr>
          <p:cNvPr id="9" name="Rectangle 8"/>
          <p:cNvSpPr/>
          <p:nvPr/>
        </p:nvSpPr>
        <p:spPr>
          <a:xfrm>
            <a:off x="2495600" y="1988839"/>
            <a:ext cx="2698175" cy="369332"/>
          </a:xfrm>
          <a:prstGeom prst="rect">
            <a:avLst/>
          </a:prstGeom>
        </p:spPr>
        <p:txBody>
          <a:bodyPr wrap="none">
            <a:spAutoFit/>
          </a:bodyPr>
          <a:lstStyle/>
          <a:p>
            <a:r>
              <a:rPr lang="en-US" b="0" i="1" spc="300" dirty="0">
                <a:latin typeface="Source Sans Pro Light" charset="0"/>
                <a:ea typeface="Source Sans Pro Light" charset="0"/>
                <a:cs typeface="Source Sans Pro Light" charset="0"/>
              </a:rPr>
              <a:t>for your attention !</a:t>
            </a:r>
          </a:p>
        </p:txBody>
      </p:sp>
      <p:sp>
        <p:nvSpPr>
          <p:cNvPr id="10" name="Rectangle 1"/>
          <p:cNvSpPr/>
          <p:nvPr userDrawn="1"/>
        </p:nvSpPr>
        <p:spPr>
          <a:xfrm rot="1800000">
            <a:off x="4954333" y="-1094769"/>
            <a:ext cx="8109376" cy="10728642"/>
          </a:xfrm>
          <a:custGeom>
            <a:avLst/>
            <a:gdLst>
              <a:gd name="connsiteX0" fmla="*/ 0 w 4673328"/>
              <a:gd name="connsiteY0" fmla="*/ 0 h 12601313"/>
              <a:gd name="connsiteX1" fmla="*/ 4673328 w 4673328"/>
              <a:gd name="connsiteY1" fmla="*/ 0 h 12601313"/>
              <a:gd name="connsiteX2" fmla="*/ 4673328 w 4673328"/>
              <a:gd name="connsiteY2" fmla="*/ 12601313 h 12601313"/>
              <a:gd name="connsiteX3" fmla="*/ 0 w 4673328"/>
              <a:gd name="connsiteY3" fmla="*/ 12601313 h 12601313"/>
              <a:gd name="connsiteX4" fmla="*/ 0 w 4673328"/>
              <a:gd name="connsiteY4" fmla="*/ 0 h 12601313"/>
              <a:gd name="connsiteX0" fmla="*/ 0 w 4682599"/>
              <a:gd name="connsiteY0" fmla="*/ 0 h 12601313"/>
              <a:gd name="connsiteX1" fmla="*/ 4673328 w 4682599"/>
              <a:gd name="connsiteY1" fmla="*/ 0 h 12601313"/>
              <a:gd name="connsiteX2" fmla="*/ 4682599 w 4682599"/>
              <a:gd name="connsiteY2" fmla="*/ 9540063 h 12601313"/>
              <a:gd name="connsiteX3" fmla="*/ 0 w 4682599"/>
              <a:gd name="connsiteY3" fmla="*/ 12601313 h 12601313"/>
              <a:gd name="connsiteX4" fmla="*/ 0 w 4682599"/>
              <a:gd name="connsiteY4" fmla="*/ 0 h 12601313"/>
              <a:gd name="connsiteX0" fmla="*/ 5974 w 4688573"/>
              <a:gd name="connsiteY0" fmla="*/ 0 h 12239273"/>
              <a:gd name="connsiteX1" fmla="*/ 4679302 w 4688573"/>
              <a:gd name="connsiteY1" fmla="*/ 0 h 12239273"/>
              <a:gd name="connsiteX2" fmla="*/ 4688573 w 4688573"/>
              <a:gd name="connsiteY2" fmla="*/ 9540063 h 12239273"/>
              <a:gd name="connsiteX3" fmla="*/ 0 w 4688573"/>
              <a:gd name="connsiteY3" fmla="*/ 12239273 h 12239273"/>
              <a:gd name="connsiteX4" fmla="*/ 5974 w 4688573"/>
              <a:gd name="connsiteY4" fmla="*/ 0 h 12239273"/>
              <a:gd name="connsiteX0" fmla="*/ 5974 w 4688573"/>
              <a:gd name="connsiteY0" fmla="*/ 0 h 12239273"/>
              <a:gd name="connsiteX1" fmla="*/ 4676822 w 4688573"/>
              <a:gd name="connsiteY1" fmla="*/ 1402474 h 12239273"/>
              <a:gd name="connsiteX2" fmla="*/ 4688573 w 4688573"/>
              <a:gd name="connsiteY2" fmla="*/ 9540063 h 12239273"/>
              <a:gd name="connsiteX3" fmla="*/ 0 w 4688573"/>
              <a:gd name="connsiteY3" fmla="*/ 12239273 h 12239273"/>
              <a:gd name="connsiteX4" fmla="*/ 5974 w 4688573"/>
              <a:gd name="connsiteY4" fmla="*/ 0 h 12239273"/>
              <a:gd name="connsiteX0" fmla="*/ 650 w 4688647"/>
              <a:gd name="connsiteY0" fmla="*/ 2773313 h 10836799"/>
              <a:gd name="connsiteX1" fmla="*/ 4676896 w 4688647"/>
              <a:gd name="connsiteY1" fmla="*/ 0 h 10836799"/>
              <a:gd name="connsiteX2" fmla="*/ 4688647 w 4688647"/>
              <a:gd name="connsiteY2" fmla="*/ 8137589 h 10836799"/>
              <a:gd name="connsiteX3" fmla="*/ 74 w 4688647"/>
              <a:gd name="connsiteY3" fmla="*/ 10836799 h 10836799"/>
              <a:gd name="connsiteX4" fmla="*/ 650 w 4688647"/>
              <a:gd name="connsiteY4" fmla="*/ 2773313 h 10836799"/>
              <a:gd name="connsiteX0" fmla="*/ 650 w 4688647"/>
              <a:gd name="connsiteY0" fmla="*/ 2740720 h 10804206"/>
              <a:gd name="connsiteX1" fmla="*/ 4662974 w 4688647"/>
              <a:gd name="connsiteY1" fmla="*/ 0 h 10804206"/>
              <a:gd name="connsiteX2" fmla="*/ 4688647 w 4688647"/>
              <a:gd name="connsiteY2" fmla="*/ 8104996 h 10804206"/>
              <a:gd name="connsiteX3" fmla="*/ 74 w 4688647"/>
              <a:gd name="connsiteY3" fmla="*/ 10804206 h 10804206"/>
              <a:gd name="connsiteX4" fmla="*/ 650 w 4688647"/>
              <a:gd name="connsiteY4" fmla="*/ 2740720 h 10804206"/>
              <a:gd name="connsiteX0" fmla="*/ 650 w 4688647"/>
              <a:gd name="connsiteY0" fmla="*/ 2414351 h 10477837"/>
              <a:gd name="connsiteX1" fmla="*/ 4622225 w 4688647"/>
              <a:gd name="connsiteY1" fmla="*/ 0 h 10477837"/>
              <a:gd name="connsiteX2" fmla="*/ 4688647 w 4688647"/>
              <a:gd name="connsiteY2" fmla="*/ 7778627 h 10477837"/>
              <a:gd name="connsiteX3" fmla="*/ 74 w 4688647"/>
              <a:gd name="connsiteY3" fmla="*/ 10477837 h 10477837"/>
              <a:gd name="connsiteX4" fmla="*/ 650 w 4688647"/>
              <a:gd name="connsiteY4" fmla="*/ 2414351 h 10477837"/>
              <a:gd name="connsiteX0" fmla="*/ 650 w 4688647"/>
              <a:gd name="connsiteY0" fmla="*/ 2665156 h 10728642"/>
              <a:gd name="connsiteX1" fmla="*/ 4673861 w 4688647"/>
              <a:gd name="connsiteY1" fmla="*/ 0 h 10728642"/>
              <a:gd name="connsiteX2" fmla="*/ 4688647 w 4688647"/>
              <a:gd name="connsiteY2" fmla="*/ 8029432 h 10728642"/>
              <a:gd name="connsiteX3" fmla="*/ 74 w 4688647"/>
              <a:gd name="connsiteY3" fmla="*/ 10728642 h 10728642"/>
              <a:gd name="connsiteX4" fmla="*/ 650 w 4688647"/>
              <a:gd name="connsiteY4" fmla="*/ 2665156 h 10728642"/>
              <a:gd name="connsiteX0" fmla="*/ 650 w 8109376"/>
              <a:gd name="connsiteY0" fmla="*/ 2665156 h 10728642"/>
              <a:gd name="connsiteX1" fmla="*/ 4673861 w 8109376"/>
              <a:gd name="connsiteY1" fmla="*/ 0 h 10728642"/>
              <a:gd name="connsiteX2" fmla="*/ 8109376 w 8109376"/>
              <a:gd name="connsiteY2" fmla="*/ 6035100 h 10728642"/>
              <a:gd name="connsiteX3" fmla="*/ 74 w 8109376"/>
              <a:gd name="connsiteY3" fmla="*/ 10728642 h 10728642"/>
              <a:gd name="connsiteX4" fmla="*/ 650 w 8109376"/>
              <a:gd name="connsiteY4" fmla="*/ 2665156 h 10728642"/>
              <a:gd name="connsiteX0" fmla="*/ 650 w 8109376"/>
              <a:gd name="connsiteY0" fmla="*/ 2665156 h 10728642"/>
              <a:gd name="connsiteX1" fmla="*/ 4673861 w 8109376"/>
              <a:gd name="connsiteY1" fmla="*/ 0 h 10728642"/>
              <a:gd name="connsiteX2" fmla="*/ 8109376 w 8109376"/>
              <a:gd name="connsiteY2" fmla="*/ 6035100 h 10728642"/>
              <a:gd name="connsiteX3" fmla="*/ 74 w 8109376"/>
              <a:gd name="connsiteY3" fmla="*/ 10728642 h 10728642"/>
              <a:gd name="connsiteX4" fmla="*/ 650 w 8109376"/>
              <a:gd name="connsiteY4" fmla="*/ 2665156 h 10728642"/>
              <a:gd name="connsiteX0" fmla="*/ 650 w 8109376"/>
              <a:gd name="connsiteY0" fmla="*/ 2665156 h 10728642"/>
              <a:gd name="connsiteX1" fmla="*/ 4673861 w 8109376"/>
              <a:gd name="connsiteY1" fmla="*/ 0 h 10728642"/>
              <a:gd name="connsiteX2" fmla="*/ 8109376 w 8109376"/>
              <a:gd name="connsiteY2" fmla="*/ 6035100 h 10728642"/>
              <a:gd name="connsiteX3" fmla="*/ 74 w 8109376"/>
              <a:gd name="connsiteY3" fmla="*/ 10728642 h 10728642"/>
              <a:gd name="connsiteX4" fmla="*/ 650 w 8109376"/>
              <a:gd name="connsiteY4" fmla="*/ 2665156 h 10728642"/>
              <a:gd name="connsiteX0" fmla="*/ 650 w 8109376"/>
              <a:gd name="connsiteY0" fmla="*/ 2665156 h 10728642"/>
              <a:gd name="connsiteX1" fmla="*/ 4673861 w 8109376"/>
              <a:gd name="connsiteY1" fmla="*/ 0 h 10728642"/>
              <a:gd name="connsiteX2" fmla="*/ 8109376 w 8109376"/>
              <a:gd name="connsiteY2" fmla="*/ 6035100 h 10728642"/>
              <a:gd name="connsiteX3" fmla="*/ 74 w 8109376"/>
              <a:gd name="connsiteY3" fmla="*/ 10728642 h 10728642"/>
              <a:gd name="connsiteX4" fmla="*/ 650 w 8109376"/>
              <a:gd name="connsiteY4" fmla="*/ 2665156 h 107286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09376" h="10728642">
                <a:moveTo>
                  <a:pt x="650" y="2665156"/>
                </a:moveTo>
                <a:lnTo>
                  <a:pt x="4673861" y="0"/>
                </a:lnTo>
                <a:cubicBezTo>
                  <a:pt x="5668654" y="1793772"/>
                  <a:pt x="7081028" y="4183207"/>
                  <a:pt x="8109376" y="6035100"/>
                </a:cubicBezTo>
                <a:lnTo>
                  <a:pt x="74" y="10728642"/>
                </a:lnTo>
                <a:cubicBezTo>
                  <a:pt x="2065" y="6648884"/>
                  <a:pt x="-1341" y="6744914"/>
                  <a:pt x="650" y="2665156"/>
                </a:cubicBezTo>
                <a:close/>
              </a:path>
            </a:pathLst>
          </a:custGeom>
          <a:solidFill>
            <a:srgbClr val="E642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31493" y="3140968"/>
            <a:ext cx="3155056" cy="1012772"/>
          </a:xfrm>
          <a:prstGeom prst="rect">
            <a:avLst/>
          </a:prstGeom>
        </p:spPr>
      </p:pic>
      <p:pic>
        <p:nvPicPr>
          <p:cNvPr id="12" name="Picture 1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81083" y="1700808"/>
            <a:ext cx="3663604" cy="3657510"/>
          </a:xfrm>
          <a:prstGeom prst="rect">
            <a:avLst/>
          </a:prstGeom>
        </p:spPr>
      </p:pic>
      <p:sp>
        <p:nvSpPr>
          <p:cNvPr id="13" name="Title 51"/>
          <p:cNvSpPr txBox="1">
            <a:spLocks/>
          </p:cNvSpPr>
          <p:nvPr userDrawn="1"/>
        </p:nvSpPr>
        <p:spPr>
          <a:xfrm>
            <a:off x="623392" y="836712"/>
            <a:ext cx="7018635" cy="1008112"/>
          </a:xfrm>
          <a:prstGeom prst="rect">
            <a:avLst/>
          </a:prstGeom>
        </p:spPr>
        <p:txBody>
          <a:bodyPr/>
          <a:lstStyle>
            <a:lvl1pPr algn="l" defTabSz="914286" rtl="0" eaLnBrk="1" latinLnBrk="0" hangingPunct="1">
              <a:spcBef>
                <a:spcPct val="0"/>
              </a:spcBef>
              <a:buNone/>
              <a:defRPr sz="3600" b="0" i="0" kern="1200" cap="small" baseline="0">
                <a:solidFill>
                  <a:schemeClr val="tx1"/>
                </a:solidFill>
                <a:latin typeface="+mj-lt"/>
                <a:ea typeface="Calibri Light" charset="0"/>
                <a:cs typeface="Calibri Light" charset="0"/>
              </a:defRPr>
            </a:lvl1pPr>
          </a:lstStyle>
          <a:p>
            <a:r>
              <a:rPr lang="en-US" sz="8000" b="0" i="1" spc="600" dirty="0">
                <a:latin typeface="Source Sans Pro ExtraLight" charset="0"/>
                <a:ea typeface="Source Sans Pro ExtraLight" charset="0"/>
                <a:cs typeface="Source Sans Pro ExtraLight" charset="0"/>
              </a:rPr>
              <a:t>Thank you </a:t>
            </a:r>
          </a:p>
        </p:txBody>
      </p:sp>
      <p:sp>
        <p:nvSpPr>
          <p:cNvPr id="14" name="Rectangle 13"/>
          <p:cNvSpPr/>
          <p:nvPr userDrawn="1"/>
        </p:nvSpPr>
        <p:spPr>
          <a:xfrm>
            <a:off x="2495600" y="1988839"/>
            <a:ext cx="2698175" cy="369332"/>
          </a:xfrm>
          <a:prstGeom prst="rect">
            <a:avLst/>
          </a:prstGeom>
        </p:spPr>
        <p:txBody>
          <a:bodyPr wrap="none">
            <a:spAutoFit/>
          </a:bodyPr>
          <a:lstStyle/>
          <a:p>
            <a:r>
              <a:rPr lang="en-US" b="0" i="1" spc="300" dirty="0">
                <a:latin typeface="Source Sans Pro Light" charset="0"/>
                <a:ea typeface="Source Sans Pro Light" charset="0"/>
                <a:cs typeface="Source Sans Pro Light" charset="0"/>
              </a:rPr>
              <a:t>for your attention !</a:t>
            </a:r>
          </a:p>
        </p:txBody>
      </p:sp>
    </p:spTree>
    <p:extLst>
      <p:ext uri="{BB962C8B-B14F-4D97-AF65-F5344CB8AC3E}">
        <p14:creationId xmlns:p14="http://schemas.microsoft.com/office/powerpoint/2010/main" val="38831743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slideLayout" Target="../slideLayouts/slideLayout33.xml"/><Relationship Id="rId18" Type="http://schemas.openxmlformats.org/officeDocument/2006/relationships/slideLayout" Target="../slideLayouts/slideLayout38.xml"/><Relationship Id="rId3" Type="http://schemas.openxmlformats.org/officeDocument/2006/relationships/slideLayout" Target="../slideLayouts/slideLayout23.xml"/><Relationship Id="rId21" Type="http://schemas.openxmlformats.org/officeDocument/2006/relationships/slideLayout" Target="../slideLayouts/slideLayout41.xml"/><Relationship Id="rId7" Type="http://schemas.openxmlformats.org/officeDocument/2006/relationships/slideLayout" Target="../slideLayouts/slideLayout27.xml"/><Relationship Id="rId12" Type="http://schemas.openxmlformats.org/officeDocument/2006/relationships/slideLayout" Target="../slideLayouts/slideLayout32.xml"/><Relationship Id="rId17" Type="http://schemas.openxmlformats.org/officeDocument/2006/relationships/slideLayout" Target="../slideLayouts/slideLayout37.xml"/><Relationship Id="rId2" Type="http://schemas.openxmlformats.org/officeDocument/2006/relationships/slideLayout" Target="../slideLayouts/slideLayout22.xml"/><Relationship Id="rId16" Type="http://schemas.openxmlformats.org/officeDocument/2006/relationships/slideLayout" Target="../slideLayouts/slideLayout36.xml"/><Relationship Id="rId20" Type="http://schemas.openxmlformats.org/officeDocument/2006/relationships/slideLayout" Target="../slideLayouts/slideLayout40.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24" Type="http://schemas.openxmlformats.org/officeDocument/2006/relationships/image" Target="../media/image1.png"/><Relationship Id="rId5" Type="http://schemas.openxmlformats.org/officeDocument/2006/relationships/slideLayout" Target="../slideLayouts/slideLayout25.xml"/><Relationship Id="rId15" Type="http://schemas.openxmlformats.org/officeDocument/2006/relationships/slideLayout" Target="../slideLayouts/slideLayout35.xml"/><Relationship Id="rId23" Type="http://schemas.openxmlformats.org/officeDocument/2006/relationships/image" Target="../media/image4.png"/><Relationship Id="rId10" Type="http://schemas.openxmlformats.org/officeDocument/2006/relationships/slideLayout" Target="../slideLayouts/slideLayout30.xml"/><Relationship Id="rId19" Type="http://schemas.openxmlformats.org/officeDocument/2006/relationships/slideLayout" Target="../slideLayouts/slideLayout39.xml"/><Relationship Id="rId4" Type="http://schemas.openxmlformats.org/officeDocument/2006/relationships/slideLayout" Target="../slideLayouts/slideLayout24.xml"/><Relationship Id="rId9" Type="http://schemas.openxmlformats.org/officeDocument/2006/relationships/slideLayout" Target="../slideLayouts/slideLayout29.xml"/><Relationship Id="rId14" Type="http://schemas.openxmlformats.org/officeDocument/2006/relationships/slideLayout" Target="../slideLayouts/slideLayout34.xml"/><Relationship Id="rId2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9.xml"/><Relationship Id="rId13" Type="http://schemas.openxmlformats.org/officeDocument/2006/relationships/slideLayout" Target="../slideLayouts/slideLayout54.xml"/><Relationship Id="rId18" Type="http://schemas.openxmlformats.org/officeDocument/2006/relationships/slideLayout" Target="../slideLayouts/slideLayout59.xml"/><Relationship Id="rId3" Type="http://schemas.openxmlformats.org/officeDocument/2006/relationships/slideLayout" Target="../slideLayouts/slideLayout44.xml"/><Relationship Id="rId21" Type="http://schemas.openxmlformats.org/officeDocument/2006/relationships/slideLayout" Target="../slideLayouts/slideLayout62.xml"/><Relationship Id="rId7" Type="http://schemas.openxmlformats.org/officeDocument/2006/relationships/slideLayout" Target="../slideLayouts/slideLayout48.xml"/><Relationship Id="rId12" Type="http://schemas.openxmlformats.org/officeDocument/2006/relationships/slideLayout" Target="../slideLayouts/slideLayout53.xml"/><Relationship Id="rId17" Type="http://schemas.openxmlformats.org/officeDocument/2006/relationships/slideLayout" Target="../slideLayouts/slideLayout58.xml"/><Relationship Id="rId2" Type="http://schemas.openxmlformats.org/officeDocument/2006/relationships/slideLayout" Target="../slideLayouts/slideLayout43.xml"/><Relationship Id="rId16" Type="http://schemas.openxmlformats.org/officeDocument/2006/relationships/slideLayout" Target="../slideLayouts/slideLayout57.xml"/><Relationship Id="rId20" Type="http://schemas.openxmlformats.org/officeDocument/2006/relationships/slideLayout" Target="../slideLayouts/slideLayout61.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24" Type="http://schemas.openxmlformats.org/officeDocument/2006/relationships/image" Target="../media/image1.png"/><Relationship Id="rId5" Type="http://schemas.openxmlformats.org/officeDocument/2006/relationships/slideLayout" Target="../slideLayouts/slideLayout46.xml"/><Relationship Id="rId15" Type="http://schemas.openxmlformats.org/officeDocument/2006/relationships/slideLayout" Target="../slideLayouts/slideLayout56.xml"/><Relationship Id="rId23" Type="http://schemas.openxmlformats.org/officeDocument/2006/relationships/image" Target="../media/image4.png"/><Relationship Id="rId10" Type="http://schemas.openxmlformats.org/officeDocument/2006/relationships/slideLayout" Target="../slideLayouts/slideLayout51.xml"/><Relationship Id="rId19" Type="http://schemas.openxmlformats.org/officeDocument/2006/relationships/slideLayout" Target="../slideLayouts/slideLayout60.xml"/><Relationship Id="rId4" Type="http://schemas.openxmlformats.org/officeDocument/2006/relationships/slideLayout" Target="../slideLayouts/slideLayout45.xml"/><Relationship Id="rId9" Type="http://schemas.openxmlformats.org/officeDocument/2006/relationships/slideLayout" Target="../slideLayouts/slideLayout50.xml"/><Relationship Id="rId14" Type="http://schemas.openxmlformats.org/officeDocument/2006/relationships/slideLayout" Target="../slideLayouts/slideLayout55.xml"/><Relationship Id="rId22"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70.xml"/><Relationship Id="rId13" Type="http://schemas.openxmlformats.org/officeDocument/2006/relationships/slideLayout" Target="../slideLayouts/slideLayout75.xml"/><Relationship Id="rId18" Type="http://schemas.openxmlformats.org/officeDocument/2006/relationships/slideLayout" Target="../slideLayouts/slideLayout80.xml"/><Relationship Id="rId3" Type="http://schemas.openxmlformats.org/officeDocument/2006/relationships/slideLayout" Target="../slideLayouts/slideLayout65.xml"/><Relationship Id="rId21" Type="http://schemas.openxmlformats.org/officeDocument/2006/relationships/slideLayout" Target="../slideLayouts/slideLayout83.xml"/><Relationship Id="rId7" Type="http://schemas.openxmlformats.org/officeDocument/2006/relationships/slideLayout" Target="../slideLayouts/slideLayout69.xml"/><Relationship Id="rId12" Type="http://schemas.openxmlformats.org/officeDocument/2006/relationships/slideLayout" Target="../slideLayouts/slideLayout74.xml"/><Relationship Id="rId17" Type="http://schemas.openxmlformats.org/officeDocument/2006/relationships/slideLayout" Target="../slideLayouts/slideLayout79.xml"/><Relationship Id="rId2" Type="http://schemas.openxmlformats.org/officeDocument/2006/relationships/slideLayout" Target="../slideLayouts/slideLayout64.xml"/><Relationship Id="rId16" Type="http://schemas.openxmlformats.org/officeDocument/2006/relationships/slideLayout" Target="../slideLayouts/slideLayout78.xml"/><Relationship Id="rId20" Type="http://schemas.openxmlformats.org/officeDocument/2006/relationships/slideLayout" Target="../slideLayouts/slideLayout82.xml"/><Relationship Id="rId1" Type="http://schemas.openxmlformats.org/officeDocument/2006/relationships/slideLayout" Target="../slideLayouts/slideLayout63.xml"/><Relationship Id="rId6" Type="http://schemas.openxmlformats.org/officeDocument/2006/relationships/slideLayout" Target="../slideLayouts/slideLayout68.xml"/><Relationship Id="rId11" Type="http://schemas.openxmlformats.org/officeDocument/2006/relationships/slideLayout" Target="../slideLayouts/slideLayout73.xml"/><Relationship Id="rId24" Type="http://schemas.openxmlformats.org/officeDocument/2006/relationships/image" Target="../media/image1.png"/><Relationship Id="rId5" Type="http://schemas.openxmlformats.org/officeDocument/2006/relationships/slideLayout" Target="../slideLayouts/slideLayout67.xml"/><Relationship Id="rId15" Type="http://schemas.openxmlformats.org/officeDocument/2006/relationships/slideLayout" Target="../slideLayouts/slideLayout77.xml"/><Relationship Id="rId23" Type="http://schemas.openxmlformats.org/officeDocument/2006/relationships/image" Target="../media/image4.png"/><Relationship Id="rId10" Type="http://schemas.openxmlformats.org/officeDocument/2006/relationships/slideLayout" Target="../slideLayouts/slideLayout72.xml"/><Relationship Id="rId19" Type="http://schemas.openxmlformats.org/officeDocument/2006/relationships/slideLayout" Target="../slideLayouts/slideLayout81.xml"/><Relationship Id="rId4" Type="http://schemas.openxmlformats.org/officeDocument/2006/relationships/slideLayout" Target="../slideLayouts/slideLayout66.xml"/><Relationship Id="rId9" Type="http://schemas.openxmlformats.org/officeDocument/2006/relationships/slideLayout" Target="../slideLayouts/slideLayout71.xml"/><Relationship Id="rId14" Type="http://schemas.openxmlformats.org/officeDocument/2006/relationships/slideLayout" Target="../slideLayouts/slideLayout76.xml"/><Relationship Id="rId22"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4" name="Slide Number Placeholder 5">
            <a:extLst>
              <a:ext uri="{FF2B5EF4-FFF2-40B4-BE49-F238E27FC236}">
                <a16:creationId xmlns:a16="http://schemas.microsoft.com/office/drawing/2014/main" id="{D6A5EA0A-9DA9-564F-8F7D-CF263DB84C39}"/>
              </a:ext>
            </a:extLst>
          </p:cNvPr>
          <p:cNvSpPr txBox="1">
            <a:spLocks/>
          </p:cNvSpPr>
          <p:nvPr userDrawn="1"/>
        </p:nvSpPr>
        <p:spPr>
          <a:xfrm>
            <a:off x="11164442" y="6315917"/>
            <a:ext cx="460419" cy="109686"/>
          </a:xfrm>
          <a:prstGeom prst="rect">
            <a:avLst/>
          </a:prstGeom>
        </p:spPr>
        <p:txBody>
          <a:bodyPr vert="horz" lIns="0" tIns="0" rIns="0" bIns="0" rtlCol="0" anchor="ctr"/>
          <a:lstStyle>
            <a:defPPr>
              <a:defRPr lang="en-US"/>
            </a:defPPr>
            <a:lvl1pPr marL="0" algn="r" defTabSz="914377" rtl="0" eaLnBrk="1" latinLnBrk="0" hangingPunct="1">
              <a:defRPr sz="900" b="1" kern="1200">
                <a:solidFill>
                  <a:schemeClr val="tx1"/>
                </a:solidFill>
                <a:latin typeface="Lekton" panose="02000000000000000000"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31963AA3-9EF4-BA4C-A53C-84A8AE0CCD3D}" type="slidenum">
              <a:rPr lang="en-US" smtClean="0">
                <a:latin typeface="Source Sans Pro" charset="0"/>
                <a:ea typeface="Source Sans Pro" charset="0"/>
                <a:cs typeface="Source Sans Pro" charset="0"/>
              </a:rPr>
              <a:pPr/>
              <a:t>‹#›</a:t>
            </a:fld>
            <a:endParaRPr lang="en-US" dirty="0">
              <a:latin typeface="Source Sans Pro" charset="0"/>
              <a:ea typeface="Source Sans Pro" charset="0"/>
              <a:cs typeface="Source Sans Pro" charset="0"/>
            </a:endParaRPr>
          </a:p>
        </p:txBody>
      </p:sp>
      <p:pic>
        <p:nvPicPr>
          <p:cNvPr id="16" name="Picture 15"/>
          <p:cNvPicPr>
            <a:picLocks noChangeAspect="1"/>
          </p:cNvPicPr>
          <p:nvPr userDrawn="1"/>
        </p:nvPicPr>
        <p:blipFill>
          <a:blip r:embed="rId22" cstate="print">
            <a:extLst>
              <a:ext uri="{28A0092B-C50C-407E-A947-70E740481C1C}">
                <a14:useLocalDpi xmlns:a14="http://schemas.microsoft.com/office/drawing/2010/main" val="0"/>
              </a:ext>
            </a:extLst>
          </a:blip>
          <a:stretch>
            <a:fillRect/>
          </a:stretch>
        </p:blipFill>
        <p:spPr>
          <a:xfrm>
            <a:off x="10835395" y="476672"/>
            <a:ext cx="845230" cy="212365"/>
          </a:xfrm>
          <a:prstGeom prst="rect">
            <a:avLst/>
          </a:prstGeom>
        </p:spPr>
      </p:pic>
      <p:cxnSp>
        <p:nvCxnSpPr>
          <p:cNvPr id="21" name="Straight Connector 20">
            <a:extLst>
              <a:ext uri="{FF2B5EF4-FFF2-40B4-BE49-F238E27FC236}">
                <a16:creationId xmlns:a16="http://schemas.microsoft.com/office/drawing/2014/main" id="{F4443C96-B82D-F449-A71B-02134B6BB207}"/>
              </a:ext>
            </a:extLst>
          </p:cNvPr>
          <p:cNvCxnSpPr>
            <a:cxnSpLocks/>
          </p:cNvCxnSpPr>
          <p:nvPr userDrawn="1"/>
        </p:nvCxnSpPr>
        <p:spPr>
          <a:xfrm>
            <a:off x="10835395" y="6216650"/>
            <a:ext cx="789466"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Rectangle 21"/>
          <p:cNvSpPr/>
          <p:nvPr userDrawn="1"/>
        </p:nvSpPr>
        <p:spPr>
          <a:xfrm>
            <a:off x="0" y="0"/>
            <a:ext cx="4571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Date Placeholder 3"/>
          <p:cNvSpPr txBox="1">
            <a:spLocks/>
          </p:cNvSpPr>
          <p:nvPr userDrawn="1"/>
        </p:nvSpPr>
        <p:spPr>
          <a:xfrm>
            <a:off x="10200456" y="6315916"/>
            <a:ext cx="1079961" cy="137420"/>
          </a:xfrm>
          <a:prstGeom prst="rect">
            <a:avLst/>
          </a:prstGeom>
        </p:spPr>
        <p:txBody>
          <a:bodyPr vert="horz" lIns="0" tIns="0" rIns="0" bIns="0" rtlCol="0" anchor="t" anchorCtr="0"/>
          <a:lstStyle>
            <a:defPPr>
              <a:defRPr lang="en-US"/>
            </a:defPPr>
            <a:lvl1pPr marL="0" algn="r" defTabSz="914377" rtl="0" eaLnBrk="1" latinLnBrk="0" hangingPunct="1">
              <a:defRPr sz="800" b="1" i="0" kern="1200" cap="none" spc="38">
                <a:ln w="13500">
                  <a:noFill/>
                  <a:prstDash val="solid"/>
                </a:ln>
                <a:solidFill>
                  <a:schemeClr val="tx2">
                    <a:alpha val="95000"/>
                  </a:schemeClr>
                </a:solidFill>
                <a:effectLst/>
                <a:latin typeface="Source Sans Pro Black" charset="0"/>
                <a:ea typeface="Source Sans Pro Black" charset="0"/>
                <a:cs typeface="Source Sans Pro Black" charset="0"/>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r>
              <a:rPr lang="fr-FR" sz="600" dirty="0">
                <a:solidFill>
                  <a:schemeClr val="tx1">
                    <a:lumMod val="60000"/>
                    <a:lumOff val="40000"/>
                    <a:alpha val="95000"/>
                  </a:schemeClr>
                </a:solidFill>
              </a:rPr>
              <a:t>02/10/2019</a:t>
            </a:r>
            <a:endParaRPr lang="en-US" sz="600" dirty="0">
              <a:solidFill>
                <a:schemeClr val="tx1">
                  <a:lumMod val="60000"/>
                  <a:lumOff val="40000"/>
                  <a:alpha val="95000"/>
                </a:schemeClr>
              </a:solidFill>
            </a:endParaRPr>
          </a:p>
        </p:txBody>
      </p:sp>
    </p:spTree>
    <p:extLst>
      <p:ext uri="{BB962C8B-B14F-4D97-AF65-F5344CB8AC3E}">
        <p14:creationId xmlns:p14="http://schemas.microsoft.com/office/powerpoint/2010/main" val="1397392708"/>
      </p:ext>
    </p:extLst>
  </p:cSld>
  <p:clrMap bg1="lt1" tx1="dk1" bg2="lt2" tx2="dk2" accent1="accent1" accent2="accent2" accent3="accent3" accent4="accent4" accent5="accent5" accent6="accent6" hlink="hlink" folHlink="folHlink"/>
  <p:sldLayoutIdLst>
    <p:sldLayoutId id="2147483697" r:id="rId1"/>
    <p:sldLayoutId id="2147483701" r:id="rId2"/>
    <p:sldLayoutId id="2147483710" r:id="rId3"/>
    <p:sldLayoutId id="2147483713" r:id="rId4"/>
    <p:sldLayoutId id="2147483667" r:id="rId5"/>
    <p:sldLayoutId id="2147483772" r:id="rId6"/>
    <p:sldLayoutId id="2147483773" r:id="rId7"/>
    <p:sldLayoutId id="2147483662" r:id="rId8"/>
    <p:sldLayoutId id="2147483696" r:id="rId9"/>
    <p:sldLayoutId id="2147483665" r:id="rId10"/>
    <p:sldLayoutId id="2147483698" r:id="rId11"/>
    <p:sldLayoutId id="2147483666" r:id="rId12"/>
    <p:sldLayoutId id="2147483699" r:id="rId13"/>
    <p:sldLayoutId id="2147483716" r:id="rId14"/>
    <p:sldLayoutId id="2147483717" r:id="rId15"/>
    <p:sldLayoutId id="2147483700" r:id="rId16"/>
    <p:sldLayoutId id="2147483711" r:id="rId17"/>
    <p:sldLayoutId id="2147483715" r:id="rId18"/>
    <p:sldLayoutId id="2147483712" r:id="rId19"/>
    <p:sldLayoutId id="2147483788" r:id="rId20"/>
  </p:sldLayoutIdLst>
  <p:hf hdr="0" ftr="0"/>
  <p:txStyles>
    <p:titleStyle>
      <a:lvl1pPr algn="l" defTabSz="914286" rtl="0" eaLnBrk="1" latinLnBrk="0" hangingPunct="1">
        <a:spcBef>
          <a:spcPct val="0"/>
        </a:spcBef>
        <a:buNone/>
        <a:defRPr sz="3600" b="0" i="0" kern="1200" cap="small" baseline="0">
          <a:solidFill>
            <a:schemeClr val="tx1"/>
          </a:solidFill>
          <a:latin typeface="Source Sans Pro" charset="0"/>
          <a:ea typeface="Source Sans Pro" charset="0"/>
          <a:cs typeface="Source Sans Pro" charset="0"/>
        </a:defRPr>
      </a:lvl1pPr>
    </p:titleStyle>
    <p:bodyStyle>
      <a:lvl1pPr marL="0" indent="0" algn="l" defTabSz="914286" rtl="0" eaLnBrk="1" latinLnBrk="0" hangingPunct="1">
        <a:spcBef>
          <a:spcPct val="20000"/>
        </a:spcBef>
        <a:spcAft>
          <a:spcPts val="400"/>
        </a:spcAft>
        <a:buFontTx/>
        <a:buNone/>
        <a:defRPr sz="2400" b="0" i="0" kern="1200">
          <a:solidFill>
            <a:schemeClr val="tx2"/>
          </a:solidFill>
          <a:effectLst/>
          <a:latin typeface="Source Sans Pro Light" charset="0"/>
          <a:ea typeface="Source Sans Pro Light" charset="0"/>
          <a:cs typeface="Source Sans Pro Light" charset="0"/>
        </a:defRPr>
      </a:lvl1pPr>
      <a:lvl2pPr marL="742857" indent="-285717" algn="l" defTabSz="914286" rtl="0" eaLnBrk="1" latinLnBrk="0" hangingPunct="1">
        <a:spcBef>
          <a:spcPct val="20000"/>
        </a:spcBef>
        <a:spcAft>
          <a:spcPts val="400"/>
        </a:spcAft>
        <a:buFont typeface="Courier New" charset="0"/>
        <a:buChar char="o"/>
        <a:defRPr sz="2200" b="0" i="0" kern="1200">
          <a:solidFill>
            <a:schemeClr val="tx2"/>
          </a:solidFill>
          <a:latin typeface="Source Sans Pro Light" charset="0"/>
          <a:ea typeface="Source Sans Pro Light" charset="0"/>
          <a:cs typeface="Source Sans Pro Light" charset="0"/>
        </a:defRPr>
      </a:lvl2pPr>
      <a:lvl3pPr marL="1142858" indent="-228573" algn="l" defTabSz="914286" rtl="0" eaLnBrk="1" latinLnBrk="0" hangingPunct="1">
        <a:spcBef>
          <a:spcPct val="20000"/>
        </a:spcBef>
        <a:spcAft>
          <a:spcPts val="400"/>
        </a:spcAft>
        <a:buFont typeface="Arial" panose="020B0604020202020204" pitchFamily="34" charset="0"/>
        <a:buChar char="•"/>
        <a:defRPr sz="2000" b="0" i="0" kern="1200" baseline="0">
          <a:solidFill>
            <a:schemeClr val="tx2"/>
          </a:solidFill>
          <a:latin typeface="Source Sans Pro Light" charset="0"/>
          <a:ea typeface="Source Sans Pro Light" charset="0"/>
          <a:cs typeface="Source Sans Pro Light" charset="0"/>
        </a:defRPr>
      </a:lvl3pPr>
      <a:lvl4pPr marL="1371427" indent="0" algn="l" defTabSz="914286" rtl="0" eaLnBrk="1" latinLnBrk="0" hangingPunct="1">
        <a:spcBef>
          <a:spcPct val="20000"/>
        </a:spcBef>
        <a:spcAft>
          <a:spcPts val="400"/>
        </a:spcAft>
        <a:buFontTx/>
        <a:buNone/>
        <a:defRPr sz="1800" b="0" i="0" kern="1200" baseline="0">
          <a:solidFill>
            <a:schemeClr val="tx2"/>
          </a:solidFill>
          <a:latin typeface="Source Sans Pro Light" charset="0"/>
          <a:ea typeface="Source Sans Pro Light" charset="0"/>
          <a:cs typeface="Source Sans Pro Light" charset="0"/>
        </a:defRPr>
      </a:lvl4pPr>
      <a:lvl5pPr marL="1828570" marR="0" indent="0" algn="l" defTabSz="914286" rtl="0" eaLnBrk="1" fontAlgn="auto" latinLnBrk="0" hangingPunct="1">
        <a:lnSpc>
          <a:spcPct val="100000"/>
        </a:lnSpc>
        <a:spcBef>
          <a:spcPct val="20000"/>
        </a:spcBef>
        <a:spcAft>
          <a:spcPts val="400"/>
        </a:spcAft>
        <a:buClrTx/>
        <a:buSzTx/>
        <a:buFontTx/>
        <a:buNone/>
        <a:tabLst/>
        <a:defRPr sz="1600" b="0" i="0" kern="1200">
          <a:solidFill>
            <a:schemeClr val="tx2"/>
          </a:solidFill>
          <a:latin typeface="+mn-lt"/>
          <a:ea typeface="Calibri Regular" charset="0"/>
          <a:cs typeface="Calibri Regular" charset="0"/>
        </a:defRPr>
      </a:lvl5pPr>
      <a:lvl6pPr marL="2514286" indent="-228573" algn="l" defTabSz="91428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430" indent="-228573" algn="l" defTabSz="91428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573" indent="-228573" algn="l" defTabSz="91428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718" indent="-228573" algn="l" defTabSz="91428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286" rtl="0" eaLnBrk="1" latinLnBrk="0" hangingPunct="1">
        <a:defRPr sz="1800" kern="1200">
          <a:solidFill>
            <a:schemeClr val="tx1"/>
          </a:solidFill>
          <a:latin typeface="+mn-lt"/>
          <a:ea typeface="+mn-ea"/>
          <a:cs typeface="+mn-cs"/>
        </a:defRPr>
      </a:lvl1pPr>
      <a:lvl2pPr marL="457143" algn="l" defTabSz="914286" rtl="0" eaLnBrk="1" latinLnBrk="0" hangingPunct="1">
        <a:defRPr sz="1800" kern="1200">
          <a:solidFill>
            <a:schemeClr val="tx1"/>
          </a:solidFill>
          <a:latin typeface="+mn-lt"/>
          <a:ea typeface="+mn-ea"/>
          <a:cs typeface="+mn-cs"/>
        </a:defRPr>
      </a:lvl2pPr>
      <a:lvl3pPr marL="914286" algn="l" defTabSz="914286" rtl="0" eaLnBrk="1" latinLnBrk="0" hangingPunct="1">
        <a:defRPr sz="1800" kern="1200">
          <a:solidFill>
            <a:schemeClr val="tx1"/>
          </a:solidFill>
          <a:latin typeface="+mn-lt"/>
          <a:ea typeface="+mn-ea"/>
          <a:cs typeface="+mn-cs"/>
        </a:defRPr>
      </a:lvl3pPr>
      <a:lvl4pPr marL="1371430" algn="l" defTabSz="914286" rtl="0" eaLnBrk="1" latinLnBrk="0" hangingPunct="1">
        <a:defRPr sz="1800" kern="1200">
          <a:solidFill>
            <a:schemeClr val="tx1"/>
          </a:solidFill>
          <a:latin typeface="+mn-lt"/>
          <a:ea typeface="+mn-ea"/>
          <a:cs typeface="+mn-cs"/>
        </a:defRPr>
      </a:lvl4pPr>
      <a:lvl5pPr marL="1828573" algn="l" defTabSz="914286" rtl="0" eaLnBrk="1" latinLnBrk="0" hangingPunct="1">
        <a:defRPr sz="1800" kern="1200">
          <a:solidFill>
            <a:schemeClr val="tx1"/>
          </a:solidFill>
          <a:latin typeface="+mn-lt"/>
          <a:ea typeface="+mn-ea"/>
          <a:cs typeface="+mn-cs"/>
        </a:defRPr>
      </a:lvl5pPr>
      <a:lvl6pPr marL="2285718" algn="l" defTabSz="914286" rtl="0" eaLnBrk="1" latinLnBrk="0" hangingPunct="1">
        <a:defRPr sz="1800" kern="1200">
          <a:solidFill>
            <a:schemeClr val="tx1"/>
          </a:solidFill>
          <a:latin typeface="+mn-lt"/>
          <a:ea typeface="+mn-ea"/>
          <a:cs typeface="+mn-cs"/>
        </a:defRPr>
      </a:lvl6pPr>
      <a:lvl7pPr marL="2742858" algn="l" defTabSz="914286" rtl="0" eaLnBrk="1" latinLnBrk="0" hangingPunct="1">
        <a:defRPr sz="1800" kern="1200">
          <a:solidFill>
            <a:schemeClr val="tx1"/>
          </a:solidFill>
          <a:latin typeface="+mn-lt"/>
          <a:ea typeface="+mn-ea"/>
          <a:cs typeface="+mn-cs"/>
        </a:defRPr>
      </a:lvl7pPr>
      <a:lvl8pPr marL="3200000" algn="l" defTabSz="914286" rtl="0" eaLnBrk="1" latinLnBrk="0" hangingPunct="1">
        <a:defRPr sz="1800" kern="1200">
          <a:solidFill>
            <a:schemeClr val="tx1"/>
          </a:solidFill>
          <a:latin typeface="+mn-lt"/>
          <a:ea typeface="+mn-ea"/>
          <a:cs typeface="+mn-cs"/>
        </a:defRPr>
      </a:lvl8pPr>
      <a:lvl9pPr marL="3657143" algn="l" defTabSz="914286"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807" userDrawn="1">
          <p15:clr>
            <a:srgbClr val="F26B43"/>
          </p15:clr>
        </p15:guide>
        <p15:guide id="2" pos="7333" userDrawn="1">
          <p15:clr>
            <a:srgbClr val="F26B43"/>
          </p15:clr>
        </p15:guide>
        <p15:guide id="3" pos="347" userDrawn="1">
          <p15:clr>
            <a:srgbClr val="F26B43"/>
          </p15:clr>
        </p15:guide>
        <p15:guide id="4" orient="horz" pos="406" userDrawn="1">
          <p15:clr>
            <a:srgbClr val="F26B43"/>
          </p15:clr>
        </p15:guide>
        <p15:guide id="5" orient="horz" pos="3916" userDrawn="1">
          <p15:clr>
            <a:srgbClr val="F26B43"/>
          </p15:clr>
        </p15:guide>
        <p15:guide id="6" pos="6834" userDrawn="1">
          <p15:clr>
            <a:srgbClr val="F26B43"/>
          </p15:clr>
        </p15:guide>
        <p15:guide id="7" pos="6728" userDrawn="1">
          <p15:clr>
            <a:srgbClr val="F26B43"/>
          </p15:clr>
        </p15:guide>
        <p15:guide id="8" pos="1292" userDrawn="1">
          <p15:clr>
            <a:srgbClr val="F26B43"/>
          </p15:clr>
        </p15:guide>
        <p15:guide id="9" pos="1044" userDrawn="1">
          <p15:clr>
            <a:srgbClr val="F26B43"/>
          </p15:clr>
        </p15:guide>
        <p15:guide id="10" pos="1990" userDrawn="1">
          <p15:clr>
            <a:srgbClr val="F26B43"/>
          </p15:clr>
        </p15:guide>
        <p15:guide id="11" pos="2242" userDrawn="1">
          <p15:clr>
            <a:srgbClr val="F26B43"/>
          </p15:clr>
        </p15:guide>
        <p15:guide id="12" pos="2938" userDrawn="1">
          <p15:clr>
            <a:srgbClr val="F26B43"/>
          </p15:clr>
        </p15:guide>
        <p15:guide id="13" pos="3190" userDrawn="1">
          <p15:clr>
            <a:srgbClr val="F26B43"/>
          </p15:clr>
        </p15:guide>
        <p15:guide id="14" pos="4138" userDrawn="1">
          <p15:clr>
            <a:srgbClr val="F26B43"/>
          </p15:clr>
        </p15:guide>
        <p15:guide id="15" pos="3885" userDrawn="1">
          <p15:clr>
            <a:srgbClr val="F26B43"/>
          </p15:clr>
        </p15:guide>
        <p15:guide id="16" pos="4838" userDrawn="1">
          <p15:clr>
            <a:srgbClr val="F26B43"/>
          </p15:clr>
        </p15:guide>
        <p15:guide id="17" pos="5084" userDrawn="1">
          <p15:clr>
            <a:srgbClr val="F26B43"/>
          </p15:clr>
        </p15:guide>
        <p15:guide id="18" pos="5784" userDrawn="1">
          <p15:clr>
            <a:srgbClr val="F26B43"/>
          </p15:clr>
        </p15:guide>
        <p15:guide id="19" pos="6032" userDrawn="1">
          <p15:clr>
            <a:srgbClr val="F26B43"/>
          </p15:clr>
        </p15:guide>
        <p15:guide id="20" orient="horz" pos="30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4" name="Slide Number Placeholder 5">
            <a:extLst>
              <a:ext uri="{FF2B5EF4-FFF2-40B4-BE49-F238E27FC236}">
                <a16:creationId xmlns:a16="http://schemas.microsoft.com/office/drawing/2014/main" id="{D6A5EA0A-9DA9-564F-8F7D-CF263DB84C39}"/>
              </a:ext>
            </a:extLst>
          </p:cNvPr>
          <p:cNvSpPr txBox="1">
            <a:spLocks/>
          </p:cNvSpPr>
          <p:nvPr/>
        </p:nvSpPr>
        <p:spPr>
          <a:xfrm>
            <a:off x="11164442" y="6188198"/>
            <a:ext cx="536325" cy="365125"/>
          </a:xfrm>
          <a:prstGeom prst="rect">
            <a:avLst/>
          </a:prstGeom>
        </p:spPr>
        <p:txBody>
          <a:bodyPr vert="horz" lIns="91440" tIns="45720" rIns="91440" bIns="45720" rtlCol="0" anchor="ctr"/>
          <a:lstStyle>
            <a:defPPr>
              <a:defRPr lang="en-US"/>
            </a:defPPr>
            <a:lvl1pPr marL="0" algn="r" defTabSz="914377" rtl="0" eaLnBrk="1" latinLnBrk="0" hangingPunct="1">
              <a:defRPr sz="900" b="1" kern="1200">
                <a:solidFill>
                  <a:schemeClr val="tx1"/>
                </a:solidFill>
                <a:latin typeface="Lekton" panose="02000000000000000000"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31963AA3-9EF4-BA4C-A53C-84A8AE0CCD3D}" type="slidenum">
              <a:rPr lang="en-US" smtClean="0">
                <a:latin typeface="Source Sans Pro" charset="0"/>
                <a:ea typeface="Source Sans Pro" charset="0"/>
                <a:cs typeface="Source Sans Pro" charset="0"/>
              </a:rPr>
              <a:pPr/>
              <a:t>‹#›</a:t>
            </a:fld>
            <a:endParaRPr lang="en-US" dirty="0">
              <a:latin typeface="Source Sans Pro" charset="0"/>
              <a:ea typeface="Source Sans Pro" charset="0"/>
              <a:cs typeface="Source Sans Pro" charset="0"/>
            </a:endParaRPr>
          </a:p>
        </p:txBody>
      </p:sp>
      <p:pic>
        <p:nvPicPr>
          <p:cNvPr id="16" name="Picture 15"/>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10835395" y="476672"/>
            <a:ext cx="845230" cy="212365"/>
          </a:xfrm>
          <a:prstGeom prst="rect">
            <a:avLst/>
          </a:prstGeom>
        </p:spPr>
      </p:pic>
      <p:cxnSp>
        <p:nvCxnSpPr>
          <p:cNvPr id="21" name="Straight Connector 20">
            <a:extLst>
              <a:ext uri="{FF2B5EF4-FFF2-40B4-BE49-F238E27FC236}">
                <a16:creationId xmlns:a16="http://schemas.microsoft.com/office/drawing/2014/main" id="{F4443C96-B82D-F449-A71B-02134B6BB207}"/>
              </a:ext>
            </a:extLst>
          </p:cNvPr>
          <p:cNvCxnSpPr>
            <a:cxnSpLocks/>
          </p:cNvCxnSpPr>
          <p:nvPr/>
        </p:nvCxnSpPr>
        <p:spPr>
          <a:xfrm>
            <a:off x="10835395" y="6216650"/>
            <a:ext cx="789466"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Rectangle 21"/>
          <p:cNvSpPr/>
          <p:nvPr/>
        </p:nvSpPr>
        <p:spPr>
          <a:xfrm>
            <a:off x="0" y="0"/>
            <a:ext cx="4571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D6A5EA0A-9DA9-564F-8F7D-CF263DB84C39}"/>
              </a:ext>
            </a:extLst>
          </p:cNvPr>
          <p:cNvSpPr txBox="1">
            <a:spLocks/>
          </p:cNvSpPr>
          <p:nvPr userDrawn="1"/>
        </p:nvSpPr>
        <p:spPr>
          <a:xfrm>
            <a:off x="11164442" y="6188198"/>
            <a:ext cx="536325" cy="365125"/>
          </a:xfrm>
          <a:prstGeom prst="rect">
            <a:avLst/>
          </a:prstGeom>
        </p:spPr>
        <p:txBody>
          <a:bodyPr vert="horz" lIns="91440" tIns="45720" rIns="91440" bIns="45720" rtlCol="0" anchor="ctr"/>
          <a:lstStyle>
            <a:defPPr>
              <a:defRPr lang="en-US"/>
            </a:defPPr>
            <a:lvl1pPr marL="0" algn="r" defTabSz="914377" rtl="0" eaLnBrk="1" latinLnBrk="0" hangingPunct="1">
              <a:defRPr sz="900" b="1" kern="1200">
                <a:solidFill>
                  <a:schemeClr val="tx1"/>
                </a:solidFill>
                <a:latin typeface="Lekton" panose="02000000000000000000"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31963AA3-9EF4-BA4C-A53C-84A8AE0CCD3D}" type="slidenum">
              <a:rPr lang="en-US" smtClean="0">
                <a:latin typeface="Source Sans Pro" charset="0"/>
                <a:ea typeface="Source Sans Pro" charset="0"/>
                <a:cs typeface="Source Sans Pro" charset="0"/>
              </a:rPr>
              <a:pPr/>
              <a:t>‹#›</a:t>
            </a:fld>
            <a:endParaRPr lang="en-US" dirty="0">
              <a:latin typeface="Source Sans Pro" charset="0"/>
              <a:ea typeface="Source Sans Pro" charset="0"/>
              <a:cs typeface="Source Sans Pro" charset="0"/>
            </a:endParaRPr>
          </a:p>
        </p:txBody>
      </p:sp>
      <p:pic>
        <p:nvPicPr>
          <p:cNvPr id="7" name="Picture 6"/>
          <p:cNvPicPr>
            <a:picLocks noChangeAspect="1"/>
          </p:cNvPicPr>
          <p:nvPr userDrawn="1"/>
        </p:nvPicPr>
        <p:blipFill>
          <a:blip r:embed="rId24" cstate="print">
            <a:extLst>
              <a:ext uri="{28A0092B-C50C-407E-A947-70E740481C1C}">
                <a14:useLocalDpi xmlns:a14="http://schemas.microsoft.com/office/drawing/2010/main" val="0"/>
              </a:ext>
            </a:extLst>
          </a:blip>
          <a:stretch>
            <a:fillRect/>
          </a:stretch>
        </p:blipFill>
        <p:spPr>
          <a:xfrm>
            <a:off x="10835395" y="476672"/>
            <a:ext cx="845230" cy="212365"/>
          </a:xfrm>
          <a:prstGeom prst="rect">
            <a:avLst/>
          </a:prstGeom>
        </p:spPr>
      </p:pic>
      <p:cxnSp>
        <p:nvCxnSpPr>
          <p:cNvPr id="8" name="Straight Connector 7">
            <a:extLst>
              <a:ext uri="{FF2B5EF4-FFF2-40B4-BE49-F238E27FC236}">
                <a16:creationId xmlns:a16="http://schemas.microsoft.com/office/drawing/2014/main" id="{F4443C96-B82D-F449-A71B-02134B6BB207}"/>
              </a:ext>
            </a:extLst>
          </p:cNvPr>
          <p:cNvCxnSpPr>
            <a:cxnSpLocks/>
          </p:cNvCxnSpPr>
          <p:nvPr userDrawn="1"/>
        </p:nvCxnSpPr>
        <p:spPr>
          <a:xfrm>
            <a:off x="10835395" y="6216650"/>
            <a:ext cx="789466"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Rectangle 8"/>
          <p:cNvSpPr/>
          <p:nvPr userDrawn="1"/>
        </p:nvSpPr>
        <p:spPr>
          <a:xfrm>
            <a:off x="0" y="0"/>
            <a:ext cx="4571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ate Placeholder 3"/>
          <p:cNvSpPr txBox="1">
            <a:spLocks/>
          </p:cNvSpPr>
          <p:nvPr userDrawn="1"/>
        </p:nvSpPr>
        <p:spPr>
          <a:xfrm>
            <a:off x="10200456" y="6315916"/>
            <a:ext cx="1079961" cy="137420"/>
          </a:xfrm>
          <a:prstGeom prst="rect">
            <a:avLst/>
          </a:prstGeom>
        </p:spPr>
        <p:txBody>
          <a:bodyPr vert="horz" lIns="0" tIns="0" rIns="0" bIns="0" rtlCol="0" anchor="t" anchorCtr="0"/>
          <a:lstStyle>
            <a:defPPr>
              <a:defRPr lang="en-US"/>
            </a:defPPr>
            <a:lvl1pPr marL="0" algn="r" defTabSz="914377" rtl="0" eaLnBrk="1" latinLnBrk="0" hangingPunct="1">
              <a:defRPr sz="800" b="1" i="0" kern="1200" cap="none" spc="38">
                <a:ln w="13500">
                  <a:noFill/>
                  <a:prstDash val="solid"/>
                </a:ln>
                <a:solidFill>
                  <a:schemeClr val="tx2">
                    <a:alpha val="95000"/>
                  </a:schemeClr>
                </a:solidFill>
                <a:effectLst/>
                <a:latin typeface="Source Sans Pro Black" charset="0"/>
                <a:ea typeface="Source Sans Pro Black" charset="0"/>
                <a:cs typeface="Source Sans Pro Black" charset="0"/>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r>
              <a:rPr lang="fr-FR" sz="600" dirty="0">
                <a:solidFill>
                  <a:schemeClr val="tx1">
                    <a:lumMod val="60000"/>
                    <a:lumOff val="40000"/>
                    <a:alpha val="95000"/>
                  </a:schemeClr>
                </a:solidFill>
              </a:rPr>
              <a:t>02/10/2019</a:t>
            </a:r>
            <a:endParaRPr lang="en-US" sz="600" dirty="0">
              <a:solidFill>
                <a:schemeClr val="tx1">
                  <a:lumMod val="60000"/>
                  <a:lumOff val="40000"/>
                  <a:alpha val="95000"/>
                </a:schemeClr>
              </a:solidFill>
            </a:endParaRPr>
          </a:p>
        </p:txBody>
      </p:sp>
      <p:sp>
        <p:nvSpPr>
          <p:cNvPr id="17" name="Footer Placeholder 11"/>
          <p:cNvSpPr txBox="1">
            <a:spLocks/>
          </p:cNvSpPr>
          <p:nvPr userDrawn="1"/>
        </p:nvSpPr>
        <p:spPr>
          <a:xfrm>
            <a:off x="550863" y="6315916"/>
            <a:ext cx="2390627" cy="137420"/>
          </a:xfrm>
          <a:prstGeom prst="rect">
            <a:avLst/>
          </a:prstGeom>
        </p:spPr>
        <p:txBody>
          <a:bodyPr vert="horz" lIns="0" tIns="0" rIns="0" bIns="0" numCol="1" rtlCol="0" anchor="t" anchorCtr="0"/>
          <a:lstStyle>
            <a:defPPr>
              <a:defRPr lang="en-US"/>
            </a:defPPr>
            <a:lvl1pPr marL="0" algn="l" defTabSz="914377" rtl="0" eaLnBrk="1" latinLnBrk="0" hangingPunct="1">
              <a:lnSpc>
                <a:spcPct val="100000"/>
              </a:lnSpc>
              <a:defRPr lang="en-US" sz="800" b="1" i="0" kern="1200" cap="none" spc="38" smtClean="0">
                <a:ln w="13500">
                  <a:noFill/>
                  <a:prstDash val="solid"/>
                </a:ln>
                <a:solidFill>
                  <a:schemeClr val="tx2">
                    <a:alpha val="95000"/>
                  </a:schemeClr>
                </a:solidFill>
                <a:effectLst/>
                <a:latin typeface="Source Sans Pro Black" charset="0"/>
                <a:ea typeface="Source Sans Pro Black" charset="0"/>
                <a:cs typeface="Source Sans Pro Black" charset="0"/>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r>
              <a:rPr lang="en-US" dirty="0">
                <a:solidFill>
                  <a:schemeClr val="tx1">
                    <a:lumMod val="60000"/>
                    <a:lumOff val="40000"/>
                    <a:alpha val="95000"/>
                  </a:schemeClr>
                </a:solidFill>
              </a:rPr>
              <a:t>© </a:t>
            </a:r>
            <a:r>
              <a:rPr lang="en-US" dirty="0">
                <a:solidFill>
                  <a:schemeClr val="tx1">
                    <a:lumMod val="60000"/>
                    <a:lumOff val="40000"/>
                    <a:alpha val="95000"/>
                  </a:schemeClr>
                </a:solidFill>
                <a:latin typeface="Brandon Grotesque Black" charset="0"/>
                <a:ea typeface="Brandon Grotesque Black" charset="0"/>
                <a:cs typeface="Brandon Grotesque Black" charset="0"/>
              </a:rPr>
              <a:t>MICROEJ</a:t>
            </a:r>
            <a:r>
              <a:rPr lang="en-US" dirty="0">
                <a:solidFill>
                  <a:schemeClr val="tx1">
                    <a:lumMod val="60000"/>
                    <a:lumOff val="40000"/>
                    <a:alpha val="95000"/>
                  </a:schemeClr>
                </a:solidFill>
              </a:rPr>
              <a:t> 2019 - C O N F I D E N T I A L</a:t>
            </a:r>
          </a:p>
        </p:txBody>
      </p:sp>
    </p:spTree>
    <p:extLst>
      <p:ext uri="{BB962C8B-B14F-4D97-AF65-F5344CB8AC3E}">
        <p14:creationId xmlns:p14="http://schemas.microsoft.com/office/powerpoint/2010/main" val="402676867"/>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74" r:id="rId6"/>
    <p:sldLayoutId id="2147483775" r:id="rId7"/>
    <p:sldLayoutId id="2147483776" r:id="rId8"/>
    <p:sldLayoutId id="2147483777" r:id="rId9"/>
    <p:sldLayoutId id="2147483778" r:id="rId10"/>
    <p:sldLayoutId id="2147483779" r:id="rId11"/>
    <p:sldLayoutId id="2147483780" r:id="rId12"/>
    <p:sldLayoutId id="2147483781" r:id="rId13"/>
    <p:sldLayoutId id="2147483782" r:id="rId14"/>
    <p:sldLayoutId id="2147483783" r:id="rId15"/>
    <p:sldLayoutId id="2147483784" r:id="rId16"/>
    <p:sldLayoutId id="2147483785" r:id="rId17"/>
    <p:sldLayoutId id="2147483786" r:id="rId18"/>
    <p:sldLayoutId id="2147483787" r:id="rId19"/>
    <p:sldLayoutId id="2147483769" r:id="rId20"/>
    <p:sldLayoutId id="2147483770" r:id="rId21"/>
  </p:sldLayoutIdLst>
  <p:hf hdr="0" ftr="0"/>
  <p:txStyles>
    <p:titleStyle>
      <a:lvl1pPr algn="l" defTabSz="914286" rtl="0" eaLnBrk="1" latinLnBrk="0" hangingPunct="1">
        <a:spcBef>
          <a:spcPct val="0"/>
        </a:spcBef>
        <a:buNone/>
        <a:defRPr sz="3600" b="0" i="0" kern="1200" cap="small" baseline="0">
          <a:solidFill>
            <a:schemeClr val="tx1"/>
          </a:solidFill>
          <a:latin typeface="Source Sans Pro" charset="0"/>
          <a:ea typeface="Source Sans Pro" charset="0"/>
          <a:cs typeface="Source Sans Pro" charset="0"/>
        </a:defRPr>
      </a:lvl1pPr>
    </p:titleStyle>
    <p:bodyStyle>
      <a:lvl1pPr marL="0" indent="0" algn="l" defTabSz="914286" rtl="0" eaLnBrk="1" latinLnBrk="0" hangingPunct="1">
        <a:spcBef>
          <a:spcPct val="20000"/>
        </a:spcBef>
        <a:spcAft>
          <a:spcPts val="400"/>
        </a:spcAft>
        <a:buFontTx/>
        <a:buNone/>
        <a:defRPr sz="2400" b="0" i="0" kern="1200">
          <a:solidFill>
            <a:schemeClr val="tx2"/>
          </a:solidFill>
          <a:effectLst/>
          <a:latin typeface="Source Sans Pro Light" charset="0"/>
          <a:ea typeface="Source Sans Pro Light" charset="0"/>
          <a:cs typeface="Source Sans Pro Light" charset="0"/>
        </a:defRPr>
      </a:lvl1pPr>
      <a:lvl2pPr marL="742857" indent="-285717" algn="l" defTabSz="914286" rtl="0" eaLnBrk="1" latinLnBrk="0" hangingPunct="1">
        <a:spcBef>
          <a:spcPct val="20000"/>
        </a:spcBef>
        <a:spcAft>
          <a:spcPts val="400"/>
        </a:spcAft>
        <a:buFont typeface="Courier New" charset="0"/>
        <a:buChar char="o"/>
        <a:defRPr sz="2200" b="0" i="0" kern="1200">
          <a:solidFill>
            <a:schemeClr val="tx2"/>
          </a:solidFill>
          <a:latin typeface="Source Sans Pro Light" charset="0"/>
          <a:ea typeface="Source Sans Pro Light" charset="0"/>
          <a:cs typeface="Source Sans Pro Light" charset="0"/>
        </a:defRPr>
      </a:lvl2pPr>
      <a:lvl3pPr marL="1142858" indent="-228573" algn="l" defTabSz="914286" rtl="0" eaLnBrk="1" latinLnBrk="0" hangingPunct="1">
        <a:spcBef>
          <a:spcPct val="20000"/>
        </a:spcBef>
        <a:spcAft>
          <a:spcPts val="400"/>
        </a:spcAft>
        <a:buFont typeface="Arial" panose="020B0604020202020204" pitchFamily="34" charset="0"/>
        <a:buChar char="•"/>
        <a:defRPr sz="2000" b="0" i="0" kern="1200" baseline="0">
          <a:solidFill>
            <a:schemeClr val="tx2"/>
          </a:solidFill>
          <a:latin typeface="Source Sans Pro Light" charset="0"/>
          <a:ea typeface="Source Sans Pro Light" charset="0"/>
          <a:cs typeface="Source Sans Pro Light" charset="0"/>
        </a:defRPr>
      </a:lvl3pPr>
      <a:lvl4pPr marL="1371427" indent="0" algn="l" defTabSz="914286" rtl="0" eaLnBrk="1" latinLnBrk="0" hangingPunct="1">
        <a:spcBef>
          <a:spcPct val="20000"/>
        </a:spcBef>
        <a:spcAft>
          <a:spcPts val="400"/>
        </a:spcAft>
        <a:buFontTx/>
        <a:buNone/>
        <a:defRPr sz="1800" b="0" i="0" kern="1200" baseline="0">
          <a:solidFill>
            <a:schemeClr val="tx2"/>
          </a:solidFill>
          <a:latin typeface="Source Sans Pro Light" charset="0"/>
          <a:ea typeface="Source Sans Pro Light" charset="0"/>
          <a:cs typeface="Source Sans Pro Light" charset="0"/>
        </a:defRPr>
      </a:lvl4pPr>
      <a:lvl5pPr marL="1828570" marR="0" indent="0" algn="l" defTabSz="914286" rtl="0" eaLnBrk="1" fontAlgn="auto" latinLnBrk="0" hangingPunct="1">
        <a:lnSpc>
          <a:spcPct val="100000"/>
        </a:lnSpc>
        <a:spcBef>
          <a:spcPct val="20000"/>
        </a:spcBef>
        <a:spcAft>
          <a:spcPts val="400"/>
        </a:spcAft>
        <a:buClrTx/>
        <a:buSzTx/>
        <a:buFontTx/>
        <a:buNone/>
        <a:tabLst/>
        <a:defRPr sz="1600" b="0" i="0" kern="1200">
          <a:solidFill>
            <a:schemeClr val="tx2"/>
          </a:solidFill>
          <a:latin typeface="+mn-lt"/>
          <a:ea typeface="Calibri Regular" charset="0"/>
          <a:cs typeface="Calibri Regular" charset="0"/>
        </a:defRPr>
      </a:lvl5pPr>
      <a:lvl6pPr marL="2514286" indent="-228573" algn="l" defTabSz="91428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430" indent="-228573" algn="l" defTabSz="91428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573" indent="-228573" algn="l" defTabSz="91428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718" indent="-228573" algn="l" defTabSz="91428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286" rtl="0" eaLnBrk="1" latinLnBrk="0" hangingPunct="1">
        <a:defRPr sz="1800" kern="1200">
          <a:solidFill>
            <a:schemeClr val="tx1"/>
          </a:solidFill>
          <a:latin typeface="+mn-lt"/>
          <a:ea typeface="+mn-ea"/>
          <a:cs typeface="+mn-cs"/>
        </a:defRPr>
      </a:lvl1pPr>
      <a:lvl2pPr marL="457143" algn="l" defTabSz="914286" rtl="0" eaLnBrk="1" latinLnBrk="0" hangingPunct="1">
        <a:defRPr sz="1800" kern="1200">
          <a:solidFill>
            <a:schemeClr val="tx1"/>
          </a:solidFill>
          <a:latin typeface="+mn-lt"/>
          <a:ea typeface="+mn-ea"/>
          <a:cs typeface="+mn-cs"/>
        </a:defRPr>
      </a:lvl2pPr>
      <a:lvl3pPr marL="914286" algn="l" defTabSz="914286" rtl="0" eaLnBrk="1" latinLnBrk="0" hangingPunct="1">
        <a:defRPr sz="1800" kern="1200">
          <a:solidFill>
            <a:schemeClr val="tx1"/>
          </a:solidFill>
          <a:latin typeface="+mn-lt"/>
          <a:ea typeface="+mn-ea"/>
          <a:cs typeface="+mn-cs"/>
        </a:defRPr>
      </a:lvl3pPr>
      <a:lvl4pPr marL="1371430" algn="l" defTabSz="914286" rtl="0" eaLnBrk="1" latinLnBrk="0" hangingPunct="1">
        <a:defRPr sz="1800" kern="1200">
          <a:solidFill>
            <a:schemeClr val="tx1"/>
          </a:solidFill>
          <a:latin typeface="+mn-lt"/>
          <a:ea typeface="+mn-ea"/>
          <a:cs typeface="+mn-cs"/>
        </a:defRPr>
      </a:lvl4pPr>
      <a:lvl5pPr marL="1828573" algn="l" defTabSz="914286" rtl="0" eaLnBrk="1" latinLnBrk="0" hangingPunct="1">
        <a:defRPr sz="1800" kern="1200">
          <a:solidFill>
            <a:schemeClr val="tx1"/>
          </a:solidFill>
          <a:latin typeface="+mn-lt"/>
          <a:ea typeface="+mn-ea"/>
          <a:cs typeface="+mn-cs"/>
        </a:defRPr>
      </a:lvl5pPr>
      <a:lvl6pPr marL="2285718" algn="l" defTabSz="914286" rtl="0" eaLnBrk="1" latinLnBrk="0" hangingPunct="1">
        <a:defRPr sz="1800" kern="1200">
          <a:solidFill>
            <a:schemeClr val="tx1"/>
          </a:solidFill>
          <a:latin typeface="+mn-lt"/>
          <a:ea typeface="+mn-ea"/>
          <a:cs typeface="+mn-cs"/>
        </a:defRPr>
      </a:lvl6pPr>
      <a:lvl7pPr marL="2742858" algn="l" defTabSz="914286" rtl="0" eaLnBrk="1" latinLnBrk="0" hangingPunct="1">
        <a:defRPr sz="1800" kern="1200">
          <a:solidFill>
            <a:schemeClr val="tx1"/>
          </a:solidFill>
          <a:latin typeface="+mn-lt"/>
          <a:ea typeface="+mn-ea"/>
          <a:cs typeface="+mn-cs"/>
        </a:defRPr>
      </a:lvl7pPr>
      <a:lvl8pPr marL="3200000" algn="l" defTabSz="914286" rtl="0" eaLnBrk="1" latinLnBrk="0" hangingPunct="1">
        <a:defRPr sz="1800" kern="1200">
          <a:solidFill>
            <a:schemeClr val="tx1"/>
          </a:solidFill>
          <a:latin typeface="+mn-lt"/>
          <a:ea typeface="+mn-ea"/>
          <a:cs typeface="+mn-cs"/>
        </a:defRPr>
      </a:lvl8pPr>
      <a:lvl9pPr marL="3657143" algn="l" defTabSz="914286"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0" orient="horz" pos="3838" userDrawn="1">
          <p15:clr>
            <a:srgbClr val="F26B43"/>
          </p15:clr>
        </p15:guide>
        <p15:guide id="21" pos="7333" userDrawn="1">
          <p15:clr>
            <a:srgbClr val="F26B43"/>
          </p15:clr>
        </p15:guide>
        <p15:guide id="22" pos="347" userDrawn="1">
          <p15:clr>
            <a:srgbClr val="F26B43"/>
          </p15:clr>
        </p15:guide>
        <p15:guide id="23" orient="horz" pos="436" userDrawn="1">
          <p15:clr>
            <a:srgbClr val="F26B43"/>
          </p15:clr>
        </p15:guide>
        <p15:guide id="24" orient="horz" pos="3916" userDrawn="1">
          <p15:clr>
            <a:srgbClr val="F26B43"/>
          </p15:clr>
        </p15:guide>
        <p15:guide id="25" pos="6834" userDrawn="1">
          <p15:clr>
            <a:srgbClr val="F26B43"/>
          </p15:clr>
        </p15:guide>
        <p15:guide id="26" pos="6728" userDrawn="1">
          <p15:clr>
            <a:srgbClr val="F26B43"/>
          </p15:clr>
        </p15:guide>
        <p15:guide id="27" pos="1292" userDrawn="1">
          <p15:clr>
            <a:srgbClr val="F26B43"/>
          </p15:clr>
        </p15:guide>
        <p15:guide id="28" pos="1044" userDrawn="1">
          <p15:clr>
            <a:srgbClr val="F26B43"/>
          </p15:clr>
        </p15:guide>
        <p15:guide id="29" pos="1990" userDrawn="1">
          <p15:clr>
            <a:srgbClr val="F26B43"/>
          </p15:clr>
        </p15:guide>
        <p15:guide id="30" pos="2242" userDrawn="1">
          <p15:clr>
            <a:srgbClr val="F26B43"/>
          </p15:clr>
        </p15:guide>
        <p15:guide id="31" pos="2938" userDrawn="1">
          <p15:clr>
            <a:srgbClr val="F26B43"/>
          </p15:clr>
        </p15:guide>
        <p15:guide id="32" pos="3190" userDrawn="1">
          <p15:clr>
            <a:srgbClr val="F26B43"/>
          </p15:clr>
        </p15:guide>
        <p15:guide id="33" pos="4138" userDrawn="1">
          <p15:clr>
            <a:srgbClr val="F26B43"/>
          </p15:clr>
        </p15:guide>
        <p15:guide id="34" pos="3885" userDrawn="1">
          <p15:clr>
            <a:srgbClr val="F26B43"/>
          </p15:clr>
        </p15:guide>
        <p15:guide id="35" pos="4838" userDrawn="1">
          <p15:clr>
            <a:srgbClr val="F26B43"/>
          </p15:clr>
        </p15:guide>
        <p15:guide id="36" pos="5084" userDrawn="1">
          <p15:clr>
            <a:srgbClr val="F26B43"/>
          </p15:clr>
        </p15:guide>
        <p15:guide id="37" pos="5784" userDrawn="1">
          <p15:clr>
            <a:srgbClr val="F26B43"/>
          </p15:clr>
        </p15:guide>
        <p15:guide id="38" pos="6032" userDrawn="1">
          <p15:clr>
            <a:srgbClr val="F26B43"/>
          </p15:clr>
        </p15:guide>
        <p15:guide id="39" orient="horz" pos="30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4" name="Slide Number Placeholder 5">
            <a:extLst>
              <a:ext uri="{FF2B5EF4-FFF2-40B4-BE49-F238E27FC236}">
                <a16:creationId xmlns:a16="http://schemas.microsoft.com/office/drawing/2014/main" id="{D6A5EA0A-9DA9-564F-8F7D-CF263DB84C39}"/>
              </a:ext>
            </a:extLst>
          </p:cNvPr>
          <p:cNvSpPr txBox="1">
            <a:spLocks/>
          </p:cNvSpPr>
          <p:nvPr/>
        </p:nvSpPr>
        <p:spPr>
          <a:xfrm>
            <a:off x="11164442" y="6188198"/>
            <a:ext cx="536325" cy="365125"/>
          </a:xfrm>
          <a:prstGeom prst="rect">
            <a:avLst/>
          </a:prstGeom>
        </p:spPr>
        <p:txBody>
          <a:bodyPr vert="horz" lIns="91440" tIns="45720" rIns="91440" bIns="45720" rtlCol="0" anchor="ctr"/>
          <a:lstStyle>
            <a:defPPr>
              <a:defRPr lang="en-US"/>
            </a:defPPr>
            <a:lvl1pPr marL="0" algn="r" defTabSz="914377" rtl="0" eaLnBrk="1" latinLnBrk="0" hangingPunct="1">
              <a:defRPr sz="900" b="1" kern="1200">
                <a:solidFill>
                  <a:schemeClr val="tx1"/>
                </a:solidFill>
                <a:latin typeface="Lekton" panose="02000000000000000000"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31963AA3-9EF4-BA4C-A53C-84A8AE0CCD3D}" type="slidenum">
              <a:rPr lang="en-US" smtClean="0">
                <a:latin typeface="Source Sans Pro" charset="0"/>
                <a:ea typeface="Source Sans Pro" charset="0"/>
                <a:cs typeface="Source Sans Pro" charset="0"/>
              </a:rPr>
              <a:pPr/>
              <a:t>‹#›</a:t>
            </a:fld>
            <a:endParaRPr lang="en-US" dirty="0">
              <a:latin typeface="Source Sans Pro" charset="0"/>
              <a:ea typeface="Source Sans Pro" charset="0"/>
              <a:cs typeface="Source Sans Pro" charset="0"/>
            </a:endParaRPr>
          </a:p>
        </p:txBody>
      </p:sp>
      <p:pic>
        <p:nvPicPr>
          <p:cNvPr id="16" name="Picture 15"/>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10835395" y="476672"/>
            <a:ext cx="845230" cy="212365"/>
          </a:xfrm>
          <a:prstGeom prst="rect">
            <a:avLst/>
          </a:prstGeom>
        </p:spPr>
      </p:pic>
      <p:cxnSp>
        <p:nvCxnSpPr>
          <p:cNvPr id="21" name="Straight Connector 20">
            <a:extLst>
              <a:ext uri="{FF2B5EF4-FFF2-40B4-BE49-F238E27FC236}">
                <a16:creationId xmlns:a16="http://schemas.microsoft.com/office/drawing/2014/main" id="{F4443C96-B82D-F449-A71B-02134B6BB207}"/>
              </a:ext>
            </a:extLst>
          </p:cNvPr>
          <p:cNvCxnSpPr>
            <a:cxnSpLocks/>
          </p:cNvCxnSpPr>
          <p:nvPr/>
        </p:nvCxnSpPr>
        <p:spPr>
          <a:xfrm>
            <a:off x="10835395" y="6216650"/>
            <a:ext cx="789466"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Rectangle 21"/>
          <p:cNvSpPr/>
          <p:nvPr/>
        </p:nvSpPr>
        <p:spPr>
          <a:xfrm>
            <a:off x="0" y="0"/>
            <a:ext cx="4571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D6A5EA0A-9DA9-564F-8F7D-CF263DB84C39}"/>
              </a:ext>
            </a:extLst>
          </p:cNvPr>
          <p:cNvSpPr txBox="1">
            <a:spLocks/>
          </p:cNvSpPr>
          <p:nvPr userDrawn="1"/>
        </p:nvSpPr>
        <p:spPr>
          <a:xfrm>
            <a:off x="11164442" y="6188198"/>
            <a:ext cx="536325" cy="365125"/>
          </a:xfrm>
          <a:prstGeom prst="rect">
            <a:avLst/>
          </a:prstGeom>
        </p:spPr>
        <p:txBody>
          <a:bodyPr vert="horz" lIns="91440" tIns="45720" rIns="91440" bIns="45720" rtlCol="0" anchor="ctr"/>
          <a:lstStyle>
            <a:defPPr>
              <a:defRPr lang="en-US"/>
            </a:defPPr>
            <a:lvl1pPr marL="0" algn="r" defTabSz="914377" rtl="0" eaLnBrk="1" latinLnBrk="0" hangingPunct="1">
              <a:defRPr sz="900" b="1" kern="1200">
                <a:solidFill>
                  <a:schemeClr val="tx1"/>
                </a:solidFill>
                <a:latin typeface="Lekton" panose="02000000000000000000"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31963AA3-9EF4-BA4C-A53C-84A8AE0CCD3D}" type="slidenum">
              <a:rPr lang="en-US" smtClean="0">
                <a:latin typeface="Source Sans Pro" charset="0"/>
                <a:ea typeface="Source Sans Pro" charset="0"/>
                <a:cs typeface="Source Sans Pro" charset="0"/>
              </a:rPr>
              <a:pPr/>
              <a:t>‹#›</a:t>
            </a:fld>
            <a:endParaRPr lang="en-US" dirty="0">
              <a:latin typeface="Source Sans Pro" charset="0"/>
              <a:ea typeface="Source Sans Pro" charset="0"/>
              <a:cs typeface="Source Sans Pro" charset="0"/>
            </a:endParaRPr>
          </a:p>
        </p:txBody>
      </p:sp>
      <p:pic>
        <p:nvPicPr>
          <p:cNvPr id="7" name="Picture 6"/>
          <p:cNvPicPr>
            <a:picLocks noChangeAspect="1"/>
          </p:cNvPicPr>
          <p:nvPr userDrawn="1"/>
        </p:nvPicPr>
        <p:blipFill>
          <a:blip r:embed="rId24" cstate="print">
            <a:extLst>
              <a:ext uri="{28A0092B-C50C-407E-A947-70E740481C1C}">
                <a14:useLocalDpi xmlns:a14="http://schemas.microsoft.com/office/drawing/2010/main" val="0"/>
              </a:ext>
            </a:extLst>
          </a:blip>
          <a:stretch>
            <a:fillRect/>
          </a:stretch>
        </p:blipFill>
        <p:spPr>
          <a:xfrm>
            <a:off x="10835395" y="476672"/>
            <a:ext cx="845230" cy="212365"/>
          </a:xfrm>
          <a:prstGeom prst="rect">
            <a:avLst/>
          </a:prstGeom>
        </p:spPr>
      </p:pic>
      <p:cxnSp>
        <p:nvCxnSpPr>
          <p:cNvPr id="8" name="Straight Connector 7">
            <a:extLst>
              <a:ext uri="{FF2B5EF4-FFF2-40B4-BE49-F238E27FC236}">
                <a16:creationId xmlns:a16="http://schemas.microsoft.com/office/drawing/2014/main" id="{F4443C96-B82D-F449-A71B-02134B6BB207}"/>
              </a:ext>
            </a:extLst>
          </p:cNvPr>
          <p:cNvCxnSpPr>
            <a:cxnSpLocks/>
          </p:cNvCxnSpPr>
          <p:nvPr userDrawn="1"/>
        </p:nvCxnSpPr>
        <p:spPr>
          <a:xfrm>
            <a:off x="10835395" y="6216650"/>
            <a:ext cx="789466"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Rectangle 8"/>
          <p:cNvSpPr/>
          <p:nvPr userDrawn="1"/>
        </p:nvSpPr>
        <p:spPr>
          <a:xfrm>
            <a:off x="0" y="0"/>
            <a:ext cx="4571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ate Placeholder 3"/>
          <p:cNvSpPr txBox="1">
            <a:spLocks/>
          </p:cNvSpPr>
          <p:nvPr userDrawn="1"/>
        </p:nvSpPr>
        <p:spPr>
          <a:xfrm>
            <a:off x="10200456" y="6315916"/>
            <a:ext cx="1079961" cy="137420"/>
          </a:xfrm>
          <a:prstGeom prst="rect">
            <a:avLst/>
          </a:prstGeom>
        </p:spPr>
        <p:txBody>
          <a:bodyPr vert="horz" lIns="0" tIns="0" rIns="0" bIns="0" rtlCol="0" anchor="t" anchorCtr="0"/>
          <a:lstStyle>
            <a:defPPr>
              <a:defRPr lang="en-US"/>
            </a:defPPr>
            <a:lvl1pPr marL="0" algn="r" defTabSz="914377" rtl="0" eaLnBrk="1" latinLnBrk="0" hangingPunct="1">
              <a:defRPr sz="800" b="1" i="0" kern="1200" cap="none" spc="38">
                <a:ln w="13500">
                  <a:noFill/>
                  <a:prstDash val="solid"/>
                </a:ln>
                <a:solidFill>
                  <a:schemeClr val="tx2">
                    <a:alpha val="95000"/>
                  </a:schemeClr>
                </a:solidFill>
                <a:effectLst/>
                <a:latin typeface="Source Sans Pro Black" charset="0"/>
                <a:ea typeface="Source Sans Pro Black" charset="0"/>
                <a:cs typeface="Source Sans Pro Black" charset="0"/>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r>
              <a:rPr lang="fr-FR" sz="600" dirty="0">
                <a:solidFill>
                  <a:schemeClr val="tx1">
                    <a:lumMod val="60000"/>
                    <a:lumOff val="40000"/>
                    <a:alpha val="95000"/>
                  </a:schemeClr>
                </a:solidFill>
              </a:rPr>
              <a:t>02/10/2019</a:t>
            </a:r>
            <a:endParaRPr lang="en-US" sz="600" dirty="0">
              <a:solidFill>
                <a:schemeClr val="tx1">
                  <a:lumMod val="60000"/>
                  <a:lumOff val="40000"/>
                  <a:alpha val="95000"/>
                </a:schemeClr>
              </a:solidFill>
            </a:endParaRPr>
          </a:p>
        </p:txBody>
      </p:sp>
      <p:sp>
        <p:nvSpPr>
          <p:cNvPr id="17" name="Footer Placeholder 11"/>
          <p:cNvSpPr txBox="1">
            <a:spLocks/>
          </p:cNvSpPr>
          <p:nvPr userDrawn="1"/>
        </p:nvSpPr>
        <p:spPr>
          <a:xfrm>
            <a:off x="550863" y="6315916"/>
            <a:ext cx="2390627" cy="137420"/>
          </a:xfrm>
          <a:prstGeom prst="rect">
            <a:avLst/>
          </a:prstGeom>
        </p:spPr>
        <p:txBody>
          <a:bodyPr vert="horz" lIns="0" tIns="0" rIns="0" bIns="0" numCol="1" rtlCol="0" anchor="t" anchorCtr="0"/>
          <a:lstStyle>
            <a:defPPr>
              <a:defRPr lang="en-US"/>
            </a:defPPr>
            <a:lvl1pPr marL="0" algn="l" defTabSz="914377" rtl="0" eaLnBrk="1" latinLnBrk="0" hangingPunct="1">
              <a:lnSpc>
                <a:spcPct val="100000"/>
              </a:lnSpc>
              <a:defRPr lang="en-US" sz="800" b="1" i="0" kern="1200" cap="none" spc="38" smtClean="0">
                <a:ln w="13500">
                  <a:noFill/>
                  <a:prstDash val="solid"/>
                </a:ln>
                <a:solidFill>
                  <a:schemeClr val="tx2">
                    <a:alpha val="95000"/>
                  </a:schemeClr>
                </a:solidFill>
                <a:effectLst/>
                <a:latin typeface="Source Sans Pro Black" charset="0"/>
                <a:ea typeface="Source Sans Pro Black" charset="0"/>
                <a:cs typeface="Source Sans Pro Black" charset="0"/>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r>
              <a:rPr lang="en-US" dirty="0">
                <a:solidFill>
                  <a:schemeClr val="tx1">
                    <a:lumMod val="60000"/>
                    <a:lumOff val="40000"/>
                    <a:alpha val="95000"/>
                  </a:schemeClr>
                </a:solidFill>
              </a:rPr>
              <a:t>© </a:t>
            </a:r>
            <a:r>
              <a:rPr lang="en-US" dirty="0">
                <a:solidFill>
                  <a:schemeClr val="tx1">
                    <a:lumMod val="60000"/>
                    <a:lumOff val="40000"/>
                    <a:alpha val="95000"/>
                  </a:schemeClr>
                </a:solidFill>
                <a:latin typeface="Brandon Grotesque Black" charset="0"/>
                <a:ea typeface="Brandon Grotesque Black" charset="0"/>
                <a:cs typeface="Brandon Grotesque Black" charset="0"/>
              </a:rPr>
              <a:t>MICROEJ</a:t>
            </a:r>
            <a:r>
              <a:rPr lang="en-US" dirty="0">
                <a:solidFill>
                  <a:schemeClr val="tx1">
                    <a:lumMod val="60000"/>
                    <a:lumOff val="40000"/>
                    <a:alpha val="95000"/>
                  </a:schemeClr>
                </a:solidFill>
              </a:rPr>
              <a:t> 2019 - C O N F I D E N T I A L</a:t>
            </a:r>
          </a:p>
        </p:txBody>
      </p:sp>
    </p:spTree>
    <p:extLst>
      <p:ext uri="{BB962C8B-B14F-4D97-AF65-F5344CB8AC3E}">
        <p14:creationId xmlns:p14="http://schemas.microsoft.com/office/powerpoint/2010/main" val="2181245220"/>
      </p:ext>
    </p:extLst>
  </p:cSld>
  <p:clrMap bg1="lt1" tx1="dk1" bg2="lt2" tx2="dk2" accent1="accent1" accent2="accent2" accent3="accent3" accent4="accent4" accent5="accent5" accent6="accent6" hlink="hlink" folHlink="folHlink"/>
  <p:sldLayoutIdLst>
    <p:sldLayoutId id="2147483790" r:id="rId1"/>
    <p:sldLayoutId id="2147483791" r:id="rId2"/>
    <p:sldLayoutId id="2147483792" r:id="rId3"/>
    <p:sldLayoutId id="2147483793" r:id="rId4"/>
    <p:sldLayoutId id="2147483794" r:id="rId5"/>
    <p:sldLayoutId id="2147483795" r:id="rId6"/>
    <p:sldLayoutId id="2147483796" r:id="rId7"/>
    <p:sldLayoutId id="2147483797" r:id="rId8"/>
    <p:sldLayoutId id="2147483798" r:id="rId9"/>
    <p:sldLayoutId id="2147483799" r:id="rId10"/>
    <p:sldLayoutId id="2147483800" r:id="rId11"/>
    <p:sldLayoutId id="2147483801" r:id="rId12"/>
    <p:sldLayoutId id="2147483802" r:id="rId13"/>
    <p:sldLayoutId id="2147483803" r:id="rId14"/>
    <p:sldLayoutId id="2147483804" r:id="rId15"/>
    <p:sldLayoutId id="2147483805" r:id="rId16"/>
    <p:sldLayoutId id="2147483806" r:id="rId17"/>
    <p:sldLayoutId id="2147483807" r:id="rId18"/>
    <p:sldLayoutId id="2147483808" r:id="rId19"/>
    <p:sldLayoutId id="2147483809" r:id="rId20"/>
    <p:sldLayoutId id="2147483810" r:id="rId21"/>
  </p:sldLayoutIdLst>
  <p:hf hdr="0" ftr="0"/>
  <p:txStyles>
    <p:titleStyle>
      <a:lvl1pPr algn="l" defTabSz="914286" rtl="0" eaLnBrk="1" latinLnBrk="0" hangingPunct="1">
        <a:spcBef>
          <a:spcPct val="0"/>
        </a:spcBef>
        <a:buNone/>
        <a:defRPr sz="3600" b="0" i="0" kern="1200" cap="small" baseline="0">
          <a:solidFill>
            <a:schemeClr val="tx1"/>
          </a:solidFill>
          <a:latin typeface="Source Sans Pro" charset="0"/>
          <a:ea typeface="Source Sans Pro" charset="0"/>
          <a:cs typeface="Source Sans Pro" charset="0"/>
        </a:defRPr>
      </a:lvl1pPr>
    </p:titleStyle>
    <p:bodyStyle>
      <a:lvl1pPr marL="0" indent="0" algn="l" defTabSz="914286" rtl="0" eaLnBrk="1" latinLnBrk="0" hangingPunct="1">
        <a:spcBef>
          <a:spcPct val="20000"/>
        </a:spcBef>
        <a:spcAft>
          <a:spcPts val="400"/>
        </a:spcAft>
        <a:buFontTx/>
        <a:buNone/>
        <a:defRPr sz="2400" b="0" i="0" kern="1200">
          <a:solidFill>
            <a:schemeClr val="tx2"/>
          </a:solidFill>
          <a:effectLst/>
          <a:latin typeface="Source Sans Pro Light" charset="0"/>
          <a:ea typeface="Source Sans Pro Light" charset="0"/>
          <a:cs typeface="Source Sans Pro Light" charset="0"/>
        </a:defRPr>
      </a:lvl1pPr>
      <a:lvl2pPr marL="742857" indent="-285717" algn="l" defTabSz="914286" rtl="0" eaLnBrk="1" latinLnBrk="0" hangingPunct="1">
        <a:spcBef>
          <a:spcPct val="20000"/>
        </a:spcBef>
        <a:spcAft>
          <a:spcPts val="400"/>
        </a:spcAft>
        <a:buFont typeface="Courier New" charset="0"/>
        <a:buChar char="o"/>
        <a:defRPr sz="2200" b="0" i="0" kern="1200">
          <a:solidFill>
            <a:schemeClr val="tx2"/>
          </a:solidFill>
          <a:latin typeface="Source Sans Pro Light" charset="0"/>
          <a:ea typeface="Source Sans Pro Light" charset="0"/>
          <a:cs typeface="Source Sans Pro Light" charset="0"/>
        </a:defRPr>
      </a:lvl2pPr>
      <a:lvl3pPr marL="1142858" indent="-228573" algn="l" defTabSz="914286" rtl="0" eaLnBrk="1" latinLnBrk="0" hangingPunct="1">
        <a:spcBef>
          <a:spcPct val="20000"/>
        </a:spcBef>
        <a:spcAft>
          <a:spcPts val="400"/>
        </a:spcAft>
        <a:buFont typeface="Arial" panose="020B0604020202020204" pitchFamily="34" charset="0"/>
        <a:buChar char="•"/>
        <a:defRPr sz="2000" b="0" i="0" kern="1200" baseline="0">
          <a:solidFill>
            <a:schemeClr val="tx2"/>
          </a:solidFill>
          <a:latin typeface="Source Sans Pro Light" charset="0"/>
          <a:ea typeface="Source Sans Pro Light" charset="0"/>
          <a:cs typeface="Source Sans Pro Light" charset="0"/>
        </a:defRPr>
      </a:lvl3pPr>
      <a:lvl4pPr marL="1371427" indent="0" algn="l" defTabSz="914286" rtl="0" eaLnBrk="1" latinLnBrk="0" hangingPunct="1">
        <a:spcBef>
          <a:spcPct val="20000"/>
        </a:spcBef>
        <a:spcAft>
          <a:spcPts val="400"/>
        </a:spcAft>
        <a:buFontTx/>
        <a:buNone/>
        <a:defRPr sz="1800" b="0" i="0" kern="1200" baseline="0">
          <a:solidFill>
            <a:schemeClr val="tx2"/>
          </a:solidFill>
          <a:latin typeface="Source Sans Pro Light" charset="0"/>
          <a:ea typeface="Source Sans Pro Light" charset="0"/>
          <a:cs typeface="Source Sans Pro Light" charset="0"/>
        </a:defRPr>
      </a:lvl4pPr>
      <a:lvl5pPr marL="1828570" marR="0" indent="0" algn="l" defTabSz="914286" rtl="0" eaLnBrk="1" fontAlgn="auto" latinLnBrk="0" hangingPunct="1">
        <a:lnSpc>
          <a:spcPct val="100000"/>
        </a:lnSpc>
        <a:spcBef>
          <a:spcPct val="20000"/>
        </a:spcBef>
        <a:spcAft>
          <a:spcPts val="400"/>
        </a:spcAft>
        <a:buClrTx/>
        <a:buSzTx/>
        <a:buFontTx/>
        <a:buNone/>
        <a:tabLst/>
        <a:defRPr sz="1600" b="0" i="0" kern="1200">
          <a:solidFill>
            <a:schemeClr val="tx2"/>
          </a:solidFill>
          <a:latin typeface="+mn-lt"/>
          <a:ea typeface="Calibri Regular" charset="0"/>
          <a:cs typeface="Calibri Regular" charset="0"/>
        </a:defRPr>
      </a:lvl5pPr>
      <a:lvl6pPr marL="2514286" indent="-228573" algn="l" defTabSz="91428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430" indent="-228573" algn="l" defTabSz="91428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573" indent="-228573" algn="l" defTabSz="91428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718" indent="-228573" algn="l" defTabSz="91428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286" rtl="0" eaLnBrk="1" latinLnBrk="0" hangingPunct="1">
        <a:defRPr sz="1800" kern="1200">
          <a:solidFill>
            <a:schemeClr val="tx1"/>
          </a:solidFill>
          <a:latin typeface="+mn-lt"/>
          <a:ea typeface="+mn-ea"/>
          <a:cs typeface="+mn-cs"/>
        </a:defRPr>
      </a:lvl1pPr>
      <a:lvl2pPr marL="457143" algn="l" defTabSz="914286" rtl="0" eaLnBrk="1" latinLnBrk="0" hangingPunct="1">
        <a:defRPr sz="1800" kern="1200">
          <a:solidFill>
            <a:schemeClr val="tx1"/>
          </a:solidFill>
          <a:latin typeface="+mn-lt"/>
          <a:ea typeface="+mn-ea"/>
          <a:cs typeface="+mn-cs"/>
        </a:defRPr>
      </a:lvl2pPr>
      <a:lvl3pPr marL="914286" algn="l" defTabSz="914286" rtl="0" eaLnBrk="1" latinLnBrk="0" hangingPunct="1">
        <a:defRPr sz="1800" kern="1200">
          <a:solidFill>
            <a:schemeClr val="tx1"/>
          </a:solidFill>
          <a:latin typeface="+mn-lt"/>
          <a:ea typeface="+mn-ea"/>
          <a:cs typeface="+mn-cs"/>
        </a:defRPr>
      </a:lvl3pPr>
      <a:lvl4pPr marL="1371430" algn="l" defTabSz="914286" rtl="0" eaLnBrk="1" latinLnBrk="0" hangingPunct="1">
        <a:defRPr sz="1800" kern="1200">
          <a:solidFill>
            <a:schemeClr val="tx1"/>
          </a:solidFill>
          <a:latin typeface="+mn-lt"/>
          <a:ea typeface="+mn-ea"/>
          <a:cs typeface="+mn-cs"/>
        </a:defRPr>
      </a:lvl4pPr>
      <a:lvl5pPr marL="1828573" algn="l" defTabSz="914286" rtl="0" eaLnBrk="1" latinLnBrk="0" hangingPunct="1">
        <a:defRPr sz="1800" kern="1200">
          <a:solidFill>
            <a:schemeClr val="tx1"/>
          </a:solidFill>
          <a:latin typeface="+mn-lt"/>
          <a:ea typeface="+mn-ea"/>
          <a:cs typeface="+mn-cs"/>
        </a:defRPr>
      </a:lvl5pPr>
      <a:lvl6pPr marL="2285718" algn="l" defTabSz="914286" rtl="0" eaLnBrk="1" latinLnBrk="0" hangingPunct="1">
        <a:defRPr sz="1800" kern="1200">
          <a:solidFill>
            <a:schemeClr val="tx1"/>
          </a:solidFill>
          <a:latin typeface="+mn-lt"/>
          <a:ea typeface="+mn-ea"/>
          <a:cs typeface="+mn-cs"/>
        </a:defRPr>
      </a:lvl6pPr>
      <a:lvl7pPr marL="2742858" algn="l" defTabSz="914286" rtl="0" eaLnBrk="1" latinLnBrk="0" hangingPunct="1">
        <a:defRPr sz="1800" kern="1200">
          <a:solidFill>
            <a:schemeClr val="tx1"/>
          </a:solidFill>
          <a:latin typeface="+mn-lt"/>
          <a:ea typeface="+mn-ea"/>
          <a:cs typeface="+mn-cs"/>
        </a:defRPr>
      </a:lvl7pPr>
      <a:lvl8pPr marL="3200000" algn="l" defTabSz="914286" rtl="0" eaLnBrk="1" latinLnBrk="0" hangingPunct="1">
        <a:defRPr sz="1800" kern="1200">
          <a:solidFill>
            <a:schemeClr val="tx1"/>
          </a:solidFill>
          <a:latin typeface="+mn-lt"/>
          <a:ea typeface="+mn-ea"/>
          <a:cs typeface="+mn-cs"/>
        </a:defRPr>
      </a:lvl8pPr>
      <a:lvl9pPr marL="3657143" algn="l" defTabSz="914286"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838">
          <p15:clr>
            <a:srgbClr val="F26B43"/>
          </p15:clr>
        </p15:guide>
        <p15:guide id="2" pos="7333">
          <p15:clr>
            <a:srgbClr val="F26B43"/>
          </p15:clr>
        </p15:guide>
        <p15:guide id="3" pos="347">
          <p15:clr>
            <a:srgbClr val="F26B43"/>
          </p15:clr>
        </p15:guide>
        <p15:guide id="4" orient="horz" pos="436">
          <p15:clr>
            <a:srgbClr val="F26B43"/>
          </p15:clr>
        </p15:guide>
        <p15:guide id="5" orient="horz" pos="3916">
          <p15:clr>
            <a:srgbClr val="F26B43"/>
          </p15:clr>
        </p15:guide>
        <p15:guide id="6" pos="6834">
          <p15:clr>
            <a:srgbClr val="F26B43"/>
          </p15:clr>
        </p15:guide>
        <p15:guide id="7" pos="6728">
          <p15:clr>
            <a:srgbClr val="F26B43"/>
          </p15:clr>
        </p15:guide>
        <p15:guide id="8" pos="1292">
          <p15:clr>
            <a:srgbClr val="F26B43"/>
          </p15:clr>
        </p15:guide>
        <p15:guide id="9" pos="1044">
          <p15:clr>
            <a:srgbClr val="F26B43"/>
          </p15:clr>
        </p15:guide>
        <p15:guide id="10" pos="1990">
          <p15:clr>
            <a:srgbClr val="F26B43"/>
          </p15:clr>
        </p15:guide>
        <p15:guide id="11" pos="2242">
          <p15:clr>
            <a:srgbClr val="F26B43"/>
          </p15:clr>
        </p15:guide>
        <p15:guide id="12" pos="2938">
          <p15:clr>
            <a:srgbClr val="F26B43"/>
          </p15:clr>
        </p15:guide>
        <p15:guide id="13" pos="3190">
          <p15:clr>
            <a:srgbClr val="F26B43"/>
          </p15:clr>
        </p15:guide>
        <p15:guide id="14" pos="4138">
          <p15:clr>
            <a:srgbClr val="F26B43"/>
          </p15:clr>
        </p15:guide>
        <p15:guide id="15" pos="3885">
          <p15:clr>
            <a:srgbClr val="F26B43"/>
          </p15:clr>
        </p15:guide>
        <p15:guide id="16" pos="4838">
          <p15:clr>
            <a:srgbClr val="F26B43"/>
          </p15:clr>
        </p15:guide>
        <p15:guide id="17" pos="5084">
          <p15:clr>
            <a:srgbClr val="F26B43"/>
          </p15:clr>
        </p15:guide>
        <p15:guide id="18" pos="5784">
          <p15:clr>
            <a:srgbClr val="F26B43"/>
          </p15:clr>
        </p15:guide>
        <p15:guide id="19" pos="6032">
          <p15:clr>
            <a:srgbClr val="F26B43"/>
          </p15:clr>
        </p15:guide>
        <p15:guide id="20" orient="horz" pos="30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4" name="Slide Number Placeholder 5">
            <a:extLst>
              <a:ext uri="{FF2B5EF4-FFF2-40B4-BE49-F238E27FC236}">
                <a16:creationId xmlns:a16="http://schemas.microsoft.com/office/drawing/2014/main" id="{D6A5EA0A-9DA9-564F-8F7D-CF263DB84C39}"/>
              </a:ext>
            </a:extLst>
          </p:cNvPr>
          <p:cNvSpPr txBox="1">
            <a:spLocks/>
          </p:cNvSpPr>
          <p:nvPr/>
        </p:nvSpPr>
        <p:spPr>
          <a:xfrm>
            <a:off x="11164442" y="6188198"/>
            <a:ext cx="536325" cy="365125"/>
          </a:xfrm>
          <a:prstGeom prst="rect">
            <a:avLst/>
          </a:prstGeom>
        </p:spPr>
        <p:txBody>
          <a:bodyPr vert="horz" lIns="91440" tIns="45720" rIns="91440" bIns="45720" rtlCol="0" anchor="ctr"/>
          <a:lstStyle>
            <a:defPPr>
              <a:defRPr lang="en-US"/>
            </a:defPPr>
            <a:lvl1pPr marL="0" algn="r" defTabSz="914377" rtl="0" eaLnBrk="1" latinLnBrk="0" hangingPunct="1">
              <a:defRPr sz="900" b="1" kern="1200">
                <a:solidFill>
                  <a:schemeClr val="tx1"/>
                </a:solidFill>
                <a:latin typeface="Lekton" panose="02000000000000000000"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31963AA3-9EF4-BA4C-A53C-84A8AE0CCD3D}" type="slidenum">
              <a:rPr lang="en-US" smtClean="0">
                <a:latin typeface="Source Sans Pro" charset="0"/>
                <a:ea typeface="Source Sans Pro" charset="0"/>
                <a:cs typeface="Source Sans Pro" charset="0"/>
              </a:rPr>
              <a:pPr/>
              <a:t>‹#›</a:t>
            </a:fld>
            <a:endParaRPr lang="en-US" dirty="0">
              <a:latin typeface="Source Sans Pro" charset="0"/>
              <a:ea typeface="Source Sans Pro" charset="0"/>
              <a:cs typeface="Source Sans Pro" charset="0"/>
            </a:endParaRPr>
          </a:p>
        </p:txBody>
      </p:sp>
      <p:pic>
        <p:nvPicPr>
          <p:cNvPr id="16" name="Picture 15"/>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10835395" y="476672"/>
            <a:ext cx="845230" cy="212365"/>
          </a:xfrm>
          <a:prstGeom prst="rect">
            <a:avLst/>
          </a:prstGeom>
        </p:spPr>
      </p:pic>
      <p:cxnSp>
        <p:nvCxnSpPr>
          <p:cNvPr id="21" name="Straight Connector 20">
            <a:extLst>
              <a:ext uri="{FF2B5EF4-FFF2-40B4-BE49-F238E27FC236}">
                <a16:creationId xmlns:a16="http://schemas.microsoft.com/office/drawing/2014/main" id="{F4443C96-B82D-F449-A71B-02134B6BB207}"/>
              </a:ext>
            </a:extLst>
          </p:cNvPr>
          <p:cNvCxnSpPr>
            <a:cxnSpLocks/>
          </p:cNvCxnSpPr>
          <p:nvPr/>
        </p:nvCxnSpPr>
        <p:spPr>
          <a:xfrm>
            <a:off x="10835395" y="6216650"/>
            <a:ext cx="789466"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Rectangle 21"/>
          <p:cNvSpPr/>
          <p:nvPr/>
        </p:nvSpPr>
        <p:spPr>
          <a:xfrm>
            <a:off x="0" y="0"/>
            <a:ext cx="4571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D6A5EA0A-9DA9-564F-8F7D-CF263DB84C39}"/>
              </a:ext>
            </a:extLst>
          </p:cNvPr>
          <p:cNvSpPr txBox="1">
            <a:spLocks/>
          </p:cNvSpPr>
          <p:nvPr userDrawn="1"/>
        </p:nvSpPr>
        <p:spPr>
          <a:xfrm>
            <a:off x="11164442" y="6188198"/>
            <a:ext cx="536325" cy="365125"/>
          </a:xfrm>
          <a:prstGeom prst="rect">
            <a:avLst/>
          </a:prstGeom>
        </p:spPr>
        <p:txBody>
          <a:bodyPr vert="horz" lIns="91440" tIns="45720" rIns="91440" bIns="45720" rtlCol="0" anchor="ctr"/>
          <a:lstStyle>
            <a:defPPr>
              <a:defRPr lang="en-US"/>
            </a:defPPr>
            <a:lvl1pPr marL="0" algn="r" defTabSz="914377" rtl="0" eaLnBrk="1" latinLnBrk="0" hangingPunct="1">
              <a:defRPr sz="900" b="1" kern="1200">
                <a:solidFill>
                  <a:schemeClr val="tx1"/>
                </a:solidFill>
                <a:latin typeface="Lekton" panose="02000000000000000000" pitchFamily="2" charset="77"/>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fld id="{31963AA3-9EF4-BA4C-A53C-84A8AE0CCD3D}" type="slidenum">
              <a:rPr lang="en-US" smtClean="0">
                <a:latin typeface="Source Sans Pro" charset="0"/>
                <a:ea typeface="Source Sans Pro" charset="0"/>
                <a:cs typeface="Source Sans Pro" charset="0"/>
              </a:rPr>
              <a:pPr/>
              <a:t>‹#›</a:t>
            </a:fld>
            <a:endParaRPr lang="en-US" dirty="0">
              <a:latin typeface="Source Sans Pro" charset="0"/>
              <a:ea typeface="Source Sans Pro" charset="0"/>
              <a:cs typeface="Source Sans Pro" charset="0"/>
            </a:endParaRPr>
          </a:p>
        </p:txBody>
      </p:sp>
      <p:pic>
        <p:nvPicPr>
          <p:cNvPr id="7" name="Picture 6"/>
          <p:cNvPicPr>
            <a:picLocks noChangeAspect="1"/>
          </p:cNvPicPr>
          <p:nvPr userDrawn="1"/>
        </p:nvPicPr>
        <p:blipFill>
          <a:blip r:embed="rId24" cstate="print">
            <a:extLst>
              <a:ext uri="{28A0092B-C50C-407E-A947-70E740481C1C}">
                <a14:useLocalDpi xmlns:a14="http://schemas.microsoft.com/office/drawing/2010/main" val="0"/>
              </a:ext>
            </a:extLst>
          </a:blip>
          <a:stretch>
            <a:fillRect/>
          </a:stretch>
        </p:blipFill>
        <p:spPr>
          <a:xfrm>
            <a:off x="10835395" y="476672"/>
            <a:ext cx="845230" cy="212365"/>
          </a:xfrm>
          <a:prstGeom prst="rect">
            <a:avLst/>
          </a:prstGeom>
        </p:spPr>
      </p:pic>
      <p:cxnSp>
        <p:nvCxnSpPr>
          <p:cNvPr id="8" name="Straight Connector 7">
            <a:extLst>
              <a:ext uri="{FF2B5EF4-FFF2-40B4-BE49-F238E27FC236}">
                <a16:creationId xmlns:a16="http://schemas.microsoft.com/office/drawing/2014/main" id="{F4443C96-B82D-F449-A71B-02134B6BB207}"/>
              </a:ext>
            </a:extLst>
          </p:cNvPr>
          <p:cNvCxnSpPr>
            <a:cxnSpLocks/>
          </p:cNvCxnSpPr>
          <p:nvPr userDrawn="1"/>
        </p:nvCxnSpPr>
        <p:spPr>
          <a:xfrm>
            <a:off x="10835395" y="6216650"/>
            <a:ext cx="789466"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Rectangle 8"/>
          <p:cNvSpPr/>
          <p:nvPr userDrawn="1"/>
        </p:nvSpPr>
        <p:spPr>
          <a:xfrm>
            <a:off x="0" y="0"/>
            <a:ext cx="4571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ate Placeholder 3"/>
          <p:cNvSpPr txBox="1">
            <a:spLocks/>
          </p:cNvSpPr>
          <p:nvPr userDrawn="1"/>
        </p:nvSpPr>
        <p:spPr>
          <a:xfrm>
            <a:off x="10200456" y="6315916"/>
            <a:ext cx="1079961" cy="137420"/>
          </a:xfrm>
          <a:prstGeom prst="rect">
            <a:avLst/>
          </a:prstGeom>
        </p:spPr>
        <p:txBody>
          <a:bodyPr vert="horz" lIns="0" tIns="0" rIns="0" bIns="0" rtlCol="0" anchor="t" anchorCtr="0"/>
          <a:lstStyle>
            <a:defPPr>
              <a:defRPr lang="en-US"/>
            </a:defPPr>
            <a:lvl1pPr marL="0" algn="r" defTabSz="914377" rtl="0" eaLnBrk="1" latinLnBrk="0" hangingPunct="1">
              <a:defRPr sz="800" b="1" i="0" kern="1200" cap="none" spc="38">
                <a:ln w="13500">
                  <a:noFill/>
                  <a:prstDash val="solid"/>
                </a:ln>
                <a:solidFill>
                  <a:schemeClr val="tx2">
                    <a:alpha val="95000"/>
                  </a:schemeClr>
                </a:solidFill>
                <a:effectLst/>
                <a:latin typeface="Source Sans Pro Black" charset="0"/>
                <a:ea typeface="Source Sans Pro Black" charset="0"/>
                <a:cs typeface="Source Sans Pro Black" charset="0"/>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r>
              <a:rPr lang="fr-FR" sz="600" dirty="0">
                <a:solidFill>
                  <a:schemeClr val="tx1">
                    <a:lumMod val="60000"/>
                    <a:lumOff val="40000"/>
                    <a:alpha val="95000"/>
                  </a:schemeClr>
                </a:solidFill>
              </a:rPr>
              <a:t>02/10/2019</a:t>
            </a:r>
            <a:endParaRPr lang="en-US" sz="600" dirty="0">
              <a:solidFill>
                <a:schemeClr val="tx1">
                  <a:lumMod val="60000"/>
                  <a:lumOff val="40000"/>
                  <a:alpha val="95000"/>
                </a:schemeClr>
              </a:solidFill>
            </a:endParaRPr>
          </a:p>
        </p:txBody>
      </p:sp>
      <p:sp>
        <p:nvSpPr>
          <p:cNvPr id="17" name="Footer Placeholder 11"/>
          <p:cNvSpPr txBox="1">
            <a:spLocks/>
          </p:cNvSpPr>
          <p:nvPr userDrawn="1"/>
        </p:nvSpPr>
        <p:spPr>
          <a:xfrm>
            <a:off x="550863" y="6315916"/>
            <a:ext cx="2390627" cy="137420"/>
          </a:xfrm>
          <a:prstGeom prst="rect">
            <a:avLst/>
          </a:prstGeom>
        </p:spPr>
        <p:txBody>
          <a:bodyPr vert="horz" lIns="0" tIns="0" rIns="0" bIns="0" numCol="1" rtlCol="0" anchor="t" anchorCtr="0"/>
          <a:lstStyle>
            <a:defPPr>
              <a:defRPr lang="en-US"/>
            </a:defPPr>
            <a:lvl1pPr marL="0" algn="l" defTabSz="914377" rtl="0" eaLnBrk="1" latinLnBrk="0" hangingPunct="1">
              <a:lnSpc>
                <a:spcPct val="100000"/>
              </a:lnSpc>
              <a:defRPr lang="en-US" sz="800" b="1" i="0" kern="1200" cap="none" spc="38" smtClean="0">
                <a:ln w="13500">
                  <a:noFill/>
                  <a:prstDash val="solid"/>
                </a:ln>
                <a:solidFill>
                  <a:schemeClr val="tx2">
                    <a:alpha val="95000"/>
                  </a:schemeClr>
                </a:solidFill>
                <a:effectLst/>
                <a:latin typeface="Source Sans Pro Black" charset="0"/>
                <a:ea typeface="Source Sans Pro Black" charset="0"/>
                <a:cs typeface="Source Sans Pro Black" charset="0"/>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r>
              <a:rPr lang="en-US" dirty="0">
                <a:solidFill>
                  <a:schemeClr val="tx1">
                    <a:lumMod val="60000"/>
                    <a:lumOff val="40000"/>
                    <a:alpha val="95000"/>
                  </a:schemeClr>
                </a:solidFill>
              </a:rPr>
              <a:t>© </a:t>
            </a:r>
            <a:r>
              <a:rPr lang="en-US" dirty="0">
                <a:solidFill>
                  <a:schemeClr val="tx1">
                    <a:lumMod val="60000"/>
                    <a:lumOff val="40000"/>
                    <a:alpha val="95000"/>
                  </a:schemeClr>
                </a:solidFill>
                <a:latin typeface="Brandon Grotesque Black" charset="0"/>
                <a:ea typeface="Brandon Grotesque Black" charset="0"/>
                <a:cs typeface="Brandon Grotesque Black" charset="0"/>
              </a:rPr>
              <a:t>MICROEJ</a:t>
            </a:r>
            <a:r>
              <a:rPr lang="en-US" dirty="0">
                <a:solidFill>
                  <a:schemeClr val="tx1">
                    <a:lumMod val="60000"/>
                    <a:lumOff val="40000"/>
                    <a:alpha val="95000"/>
                  </a:schemeClr>
                </a:solidFill>
              </a:rPr>
              <a:t> 2019 - C O N F I D E N T I A L</a:t>
            </a:r>
          </a:p>
        </p:txBody>
      </p:sp>
    </p:spTree>
    <p:extLst>
      <p:ext uri="{BB962C8B-B14F-4D97-AF65-F5344CB8AC3E}">
        <p14:creationId xmlns:p14="http://schemas.microsoft.com/office/powerpoint/2010/main" val="1621412379"/>
      </p:ext>
    </p:extLst>
  </p:cSld>
  <p:clrMap bg1="lt1" tx1="dk1" bg2="lt2" tx2="dk2" accent1="accent1" accent2="accent2" accent3="accent3" accent4="accent4" accent5="accent5" accent6="accent6" hlink="hlink" folHlink="folHlink"/>
  <p:sldLayoutIdLst>
    <p:sldLayoutId id="2147483812" r:id="rId1"/>
    <p:sldLayoutId id="2147483813" r:id="rId2"/>
    <p:sldLayoutId id="2147483814" r:id="rId3"/>
    <p:sldLayoutId id="2147483815" r:id="rId4"/>
    <p:sldLayoutId id="2147483816" r:id="rId5"/>
    <p:sldLayoutId id="2147483817" r:id="rId6"/>
    <p:sldLayoutId id="2147483818" r:id="rId7"/>
    <p:sldLayoutId id="2147483819" r:id="rId8"/>
    <p:sldLayoutId id="2147483820" r:id="rId9"/>
    <p:sldLayoutId id="2147483821" r:id="rId10"/>
    <p:sldLayoutId id="2147483822" r:id="rId11"/>
    <p:sldLayoutId id="2147483823" r:id="rId12"/>
    <p:sldLayoutId id="2147483824" r:id="rId13"/>
    <p:sldLayoutId id="2147483825" r:id="rId14"/>
    <p:sldLayoutId id="2147483826" r:id="rId15"/>
    <p:sldLayoutId id="2147483827" r:id="rId16"/>
    <p:sldLayoutId id="2147483828" r:id="rId17"/>
    <p:sldLayoutId id="2147483829" r:id="rId18"/>
    <p:sldLayoutId id="2147483830" r:id="rId19"/>
    <p:sldLayoutId id="2147483831" r:id="rId20"/>
    <p:sldLayoutId id="2147483832" r:id="rId21"/>
  </p:sldLayoutIdLst>
  <p:hf hdr="0" ftr="0"/>
  <p:txStyles>
    <p:titleStyle>
      <a:lvl1pPr algn="l" defTabSz="914286" rtl="0" eaLnBrk="1" latinLnBrk="0" hangingPunct="1">
        <a:spcBef>
          <a:spcPct val="0"/>
        </a:spcBef>
        <a:buNone/>
        <a:defRPr sz="3600" b="0" i="0" kern="1200" cap="small" baseline="0">
          <a:solidFill>
            <a:schemeClr val="tx1"/>
          </a:solidFill>
          <a:latin typeface="Source Sans Pro" charset="0"/>
          <a:ea typeface="Source Sans Pro" charset="0"/>
          <a:cs typeface="Source Sans Pro" charset="0"/>
        </a:defRPr>
      </a:lvl1pPr>
    </p:titleStyle>
    <p:bodyStyle>
      <a:lvl1pPr marL="0" indent="0" algn="l" defTabSz="914286" rtl="0" eaLnBrk="1" latinLnBrk="0" hangingPunct="1">
        <a:spcBef>
          <a:spcPct val="20000"/>
        </a:spcBef>
        <a:spcAft>
          <a:spcPts val="400"/>
        </a:spcAft>
        <a:buFontTx/>
        <a:buNone/>
        <a:defRPr sz="2400" b="0" i="0" kern="1200">
          <a:solidFill>
            <a:schemeClr val="tx2"/>
          </a:solidFill>
          <a:effectLst/>
          <a:latin typeface="Source Sans Pro Light" charset="0"/>
          <a:ea typeface="Source Sans Pro Light" charset="0"/>
          <a:cs typeface="Source Sans Pro Light" charset="0"/>
        </a:defRPr>
      </a:lvl1pPr>
      <a:lvl2pPr marL="742857" indent="-285717" algn="l" defTabSz="914286" rtl="0" eaLnBrk="1" latinLnBrk="0" hangingPunct="1">
        <a:spcBef>
          <a:spcPct val="20000"/>
        </a:spcBef>
        <a:spcAft>
          <a:spcPts val="400"/>
        </a:spcAft>
        <a:buFont typeface="Courier New" charset="0"/>
        <a:buChar char="o"/>
        <a:defRPr sz="2200" b="0" i="0" kern="1200">
          <a:solidFill>
            <a:schemeClr val="tx2"/>
          </a:solidFill>
          <a:latin typeface="Source Sans Pro Light" charset="0"/>
          <a:ea typeface="Source Sans Pro Light" charset="0"/>
          <a:cs typeface="Source Sans Pro Light" charset="0"/>
        </a:defRPr>
      </a:lvl2pPr>
      <a:lvl3pPr marL="1142858" indent="-228573" algn="l" defTabSz="914286" rtl="0" eaLnBrk="1" latinLnBrk="0" hangingPunct="1">
        <a:spcBef>
          <a:spcPct val="20000"/>
        </a:spcBef>
        <a:spcAft>
          <a:spcPts val="400"/>
        </a:spcAft>
        <a:buFont typeface="Arial" panose="020B0604020202020204" pitchFamily="34" charset="0"/>
        <a:buChar char="•"/>
        <a:defRPr sz="2000" b="0" i="0" kern="1200" baseline="0">
          <a:solidFill>
            <a:schemeClr val="tx2"/>
          </a:solidFill>
          <a:latin typeface="Source Sans Pro Light" charset="0"/>
          <a:ea typeface="Source Sans Pro Light" charset="0"/>
          <a:cs typeface="Source Sans Pro Light" charset="0"/>
        </a:defRPr>
      </a:lvl3pPr>
      <a:lvl4pPr marL="1371427" indent="0" algn="l" defTabSz="914286" rtl="0" eaLnBrk="1" latinLnBrk="0" hangingPunct="1">
        <a:spcBef>
          <a:spcPct val="20000"/>
        </a:spcBef>
        <a:spcAft>
          <a:spcPts val="400"/>
        </a:spcAft>
        <a:buFontTx/>
        <a:buNone/>
        <a:defRPr sz="1800" b="0" i="0" kern="1200" baseline="0">
          <a:solidFill>
            <a:schemeClr val="tx2"/>
          </a:solidFill>
          <a:latin typeface="Source Sans Pro Light" charset="0"/>
          <a:ea typeface="Source Sans Pro Light" charset="0"/>
          <a:cs typeface="Source Sans Pro Light" charset="0"/>
        </a:defRPr>
      </a:lvl4pPr>
      <a:lvl5pPr marL="1828570" marR="0" indent="0" algn="l" defTabSz="914286" rtl="0" eaLnBrk="1" fontAlgn="auto" latinLnBrk="0" hangingPunct="1">
        <a:lnSpc>
          <a:spcPct val="100000"/>
        </a:lnSpc>
        <a:spcBef>
          <a:spcPct val="20000"/>
        </a:spcBef>
        <a:spcAft>
          <a:spcPts val="400"/>
        </a:spcAft>
        <a:buClrTx/>
        <a:buSzTx/>
        <a:buFontTx/>
        <a:buNone/>
        <a:tabLst/>
        <a:defRPr sz="1600" b="0" i="0" kern="1200">
          <a:solidFill>
            <a:schemeClr val="tx2"/>
          </a:solidFill>
          <a:latin typeface="+mn-lt"/>
          <a:ea typeface="Calibri Regular" charset="0"/>
          <a:cs typeface="Calibri Regular" charset="0"/>
        </a:defRPr>
      </a:lvl5pPr>
      <a:lvl6pPr marL="2514286" indent="-228573" algn="l" defTabSz="91428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430" indent="-228573" algn="l" defTabSz="91428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573" indent="-228573" algn="l" defTabSz="91428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718" indent="-228573" algn="l" defTabSz="914286"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286" rtl="0" eaLnBrk="1" latinLnBrk="0" hangingPunct="1">
        <a:defRPr sz="1800" kern="1200">
          <a:solidFill>
            <a:schemeClr val="tx1"/>
          </a:solidFill>
          <a:latin typeface="+mn-lt"/>
          <a:ea typeface="+mn-ea"/>
          <a:cs typeface="+mn-cs"/>
        </a:defRPr>
      </a:lvl1pPr>
      <a:lvl2pPr marL="457143" algn="l" defTabSz="914286" rtl="0" eaLnBrk="1" latinLnBrk="0" hangingPunct="1">
        <a:defRPr sz="1800" kern="1200">
          <a:solidFill>
            <a:schemeClr val="tx1"/>
          </a:solidFill>
          <a:latin typeface="+mn-lt"/>
          <a:ea typeface="+mn-ea"/>
          <a:cs typeface="+mn-cs"/>
        </a:defRPr>
      </a:lvl2pPr>
      <a:lvl3pPr marL="914286" algn="l" defTabSz="914286" rtl="0" eaLnBrk="1" latinLnBrk="0" hangingPunct="1">
        <a:defRPr sz="1800" kern="1200">
          <a:solidFill>
            <a:schemeClr val="tx1"/>
          </a:solidFill>
          <a:latin typeface="+mn-lt"/>
          <a:ea typeface="+mn-ea"/>
          <a:cs typeface="+mn-cs"/>
        </a:defRPr>
      </a:lvl3pPr>
      <a:lvl4pPr marL="1371430" algn="l" defTabSz="914286" rtl="0" eaLnBrk="1" latinLnBrk="0" hangingPunct="1">
        <a:defRPr sz="1800" kern="1200">
          <a:solidFill>
            <a:schemeClr val="tx1"/>
          </a:solidFill>
          <a:latin typeface="+mn-lt"/>
          <a:ea typeface="+mn-ea"/>
          <a:cs typeface="+mn-cs"/>
        </a:defRPr>
      </a:lvl4pPr>
      <a:lvl5pPr marL="1828573" algn="l" defTabSz="914286" rtl="0" eaLnBrk="1" latinLnBrk="0" hangingPunct="1">
        <a:defRPr sz="1800" kern="1200">
          <a:solidFill>
            <a:schemeClr val="tx1"/>
          </a:solidFill>
          <a:latin typeface="+mn-lt"/>
          <a:ea typeface="+mn-ea"/>
          <a:cs typeface="+mn-cs"/>
        </a:defRPr>
      </a:lvl5pPr>
      <a:lvl6pPr marL="2285718" algn="l" defTabSz="914286" rtl="0" eaLnBrk="1" latinLnBrk="0" hangingPunct="1">
        <a:defRPr sz="1800" kern="1200">
          <a:solidFill>
            <a:schemeClr val="tx1"/>
          </a:solidFill>
          <a:latin typeface="+mn-lt"/>
          <a:ea typeface="+mn-ea"/>
          <a:cs typeface="+mn-cs"/>
        </a:defRPr>
      </a:lvl6pPr>
      <a:lvl7pPr marL="2742858" algn="l" defTabSz="914286" rtl="0" eaLnBrk="1" latinLnBrk="0" hangingPunct="1">
        <a:defRPr sz="1800" kern="1200">
          <a:solidFill>
            <a:schemeClr val="tx1"/>
          </a:solidFill>
          <a:latin typeface="+mn-lt"/>
          <a:ea typeface="+mn-ea"/>
          <a:cs typeface="+mn-cs"/>
        </a:defRPr>
      </a:lvl7pPr>
      <a:lvl8pPr marL="3200000" algn="l" defTabSz="914286" rtl="0" eaLnBrk="1" latinLnBrk="0" hangingPunct="1">
        <a:defRPr sz="1800" kern="1200">
          <a:solidFill>
            <a:schemeClr val="tx1"/>
          </a:solidFill>
          <a:latin typeface="+mn-lt"/>
          <a:ea typeface="+mn-ea"/>
          <a:cs typeface="+mn-cs"/>
        </a:defRPr>
      </a:lvl8pPr>
      <a:lvl9pPr marL="3657143" algn="l" defTabSz="914286"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838">
          <p15:clr>
            <a:srgbClr val="F26B43"/>
          </p15:clr>
        </p15:guide>
        <p15:guide id="2" pos="7333">
          <p15:clr>
            <a:srgbClr val="F26B43"/>
          </p15:clr>
        </p15:guide>
        <p15:guide id="3" pos="347">
          <p15:clr>
            <a:srgbClr val="F26B43"/>
          </p15:clr>
        </p15:guide>
        <p15:guide id="4" orient="horz" pos="436">
          <p15:clr>
            <a:srgbClr val="F26B43"/>
          </p15:clr>
        </p15:guide>
        <p15:guide id="5" orient="horz" pos="3916">
          <p15:clr>
            <a:srgbClr val="F26B43"/>
          </p15:clr>
        </p15:guide>
        <p15:guide id="6" pos="6834">
          <p15:clr>
            <a:srgbClr val="F26B43"/>
          </p15:clr>
        </p15:guide>
        <p15:guide id="7" pos="6728">
          <p15:clr>
            <a:srgbClr val="F26B43"/>
          </p15:clr>
        </p15:guide>
        <p15:guide id="8" pos="1292">
          <p15:clr>
            <a:srgbClr val="F26B43"/>
          </p15:clr>
        </p15:guide>
        <p15:guide id="9" pos="1044">
          <p15:clr>
            <a:srgbClr val="F26B43"/>
          </p15:clr>
        </p15:guide>
        <p15:guide id="10" pos="1990">
          <p15:clr>
            <a:srgbClr val="F26B43"/>
          </p15:clr>
        </p15:guide>
        <p15:guide id="11" pos="2242">
          <p15:clr>
            <a:srgbClr val="F26B43"/>
          </p15:clr>
        </p15:guide>
        <p15:guide id="12" pos="2938">
          <p15:clr>
            <a:srgbClr val="F26B43"/>
          </p15:clr>
        </p15:guide>
        <p15:guide id="13" pos="3190">
          <p15:clr>
            <a:srgbClr val="F26B43"/>
          </p15:clr>
        </p15:guide>
        <p15:guide id="14" pos="4138">
          <p15:clr>
            <a:srgbClr val="F26B43"/>
          </p15:clr>
        </p15:guide>
        <p15:guide id="15" pos="3885">
          <p15:clr>
            <a:srgbClr val="F26B43"/>
          </p15:clr>
        </p15:guide>
        <p15:guide id="16" pos="4838">
          <p15:clr>
            <a:srgbClr val="F26B43"/>
          </p15:clr>
        </p15:guide>
        <p15:guide id="17" pos="5084">
          <p15:clr>
            <a:srgbClr val="F26B43"/>
          </p15:clr>
        </p15:guide>
        <p15:guide id="18" pos="5784">
          <p15:clr>
            <a:srgbClr val="F26B43"/>
          </p15:clr>
        </p15:guide>
        <p15:guide id="19" pos="6032">
          <p15:clr>
            <a:srgbClr val="F26B43"/>
          </p15:clr>
        </p15:guide>
        <p15:guide id="20" orient="horz" pos="300">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emf"/><Relationship Id="rId3" Type="http://schemas.openxmlformats.org/officeDocument/2006/relationships/image" Target="../media/image13.png"/><Relationship Id="rId7" Type="http://schemas.openxmlformats.org/officeDocument/2006/relationships/image" Target="../media/image17.emf"/><Relationship Id="rId12" Type="http://schemas.openxmlformats.org/officeDocument/2006/relationships/image" Target="../media/image22.emf"/><Relationship Id="rId2" Type="http://schemas.openxmlformats.org/officeDocument/2006/relationships/image" Target="../media/image12.png"/><Relationship Id="rId1" Type="http://schemas.openxmlformats.org/officeDocument/2006/relationships/slideLayout" Target="../slideLayouts/slideLayout9.xml"/><Relationship Id="rId6" Type="http://schemas.openxmlformats.org/officeDocument/2006/relationships/image" Target="../media/image16.emf"/><Relationship Id="rId11" Type="http://schemas.openxmlformats.org/officeDocument/2006/relationships/image" Target="../media/image21.emf"/><Relationship Id="rId5" Type="http://schemas.openxmlformats.org/officeDocument/2006/relationships/image" Target="../media/image15.svg"/><Relationship Id="rId10" Type="http://schemas.openxmlformats.org/officeDocument/2006/relationships/image" Target="../media/image20.emf"/><Relationship Id="rId4" Type="http://schemas.openxmlformats.org/officeDocument/2006/relationships/image" Target="../media/image14.png"/><Relationship Id="rId9" Type="http://schemas.openxmlformats.org/officeDocument/2006/relationships/image" Target="../media/image19.png"/></Relationships>
</file>

<file path=ppt/slides/_rels/slide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4.png"/><Relationship Id="rId1" Type="http://schemas.openxmlformats.org/officeDocument/2006/relationships/slideLayout" Target="../slideLayouts/slideLayout80.xml"/><Relationship Id="rId4" Type="http://schemas.openxmlformats.org/officeDocument/2006/relationships/image" Target="../media/image25.png"/></Relationships>
</file>

<file path=ppt/slides/_rels/slide3.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24.png"/><Relationship Id="rId1" Type="http://schemas.openxmlformats.org/officeDocument/2006/relationships/slideLayout" Target="../slideLayouts/slideLayout5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9.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6" name="Arrow: Down 230">
            <a:extLst>
              <a:ext uri="{FF2B5EF4-FFF2-40B4-BE49-F238E27FC236}">
                <a16:creationId xmlns:a16="http://schemas.microsoft.com/office/drawing/2014/main" id="{427BB446-FE0F-5DD7-2658-C262AF142A51}"/>
              </a:ext>
            </a:extLst>
          </p:cNvPr>
          <p:cNvSpPr/>
          <p:nvPr/>
        </p:nvSpPr>
        <p:spPr>
          <a:xfrm>
            <a:off x="2796492" y="5301828"/>
            <a:ext cx="498476" cy="573520"/>
          </a:xfrm>
          <a:prstGeom prst="downArrow">
            <a:avLst>
              <a:gd name="adj1" fmla="val 100000"/>
              <a:gd name="adj2" fmla="val 32401"/>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1B84D"/>
              </a:solidFill>
            </a:endParaRPr>
          </a:p>
        </p:txBody>
      </p:sp>
      <p:sp>
        <p:nvSpPr>
          <p:cNvPr id="231" name="Arrow: Down 230">
            <a:extLst>
              <a:ext uri="{FF2B5EF4-FFF2-40B4-BE49-F238E27FC236}">
                <a16:creationId xmlns:a16="http://schemas.microsoft.com/office/drawing/2014/main" id="{DB507579-1962-449F-9F0D-04A94733A5A9}"/>
              </a:ext>
            </a:extLst>
          </p:cNvPr>
          <p:cNvSpPr/>
          <p:nvPr/>
        </p:nvSpPr>
        <p:spPr>
          <a:xfrm>
            <a:off x="4295805" y="5314898"/>
            <a:ext cx="498476" cy="573520"/>
          </a:xfrm>
          <a:prstGeom prst="downArrow">
            <a:avLst>
              <a:gd name="adj1" fmla="val 100000"/>
              <a:gd name="adj2" fmla="val 32401"/>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1B84D"/>
              </a:solidFill>
            </a:endParaRPr>
          </a:p>
        </p:txBody>
      </p:sp>
      <p:sp>
        <p:nvSpPr>
          <p:cNvPr id="11" name="Rounded Rectangle 174">
            <a:extLst>
              <a:ext uri="{FF2B5EF4-FFF2-40B4-BE49-F238E27FC236}">
                <a16:creationId xmlns:a16="http://schemas.microsoft.com/office/drawing/2014/main" id="{A4FC7A78-8ACF-40AB-8BEB-4556F31260DD}"/>
              </a:ext>
            </a:extLst>
          </p:cNvPr>
          <p:cNvSpPr/>
          <p:nvPr/>
        </p:nvSpPr>
        <p:spPr>
          <a:xfrm>
            <a:off x="7949813" y="790159"/>
            <a:ext cx="4183333" cy="4880920"/>
          </a:xfrm>
          <a:prstGeom prst="roundRect">
            <a:avLst>
              <a:gd name="adj" fmla="val 8739"/>
            </a:avLst>
          </a:prstGeom>
          <a:solidFill>
            <a:schemeClr val="bg1"/>
          </a:solidFill>
          <a:ln w="12700">
            <a:solidFill>
              <a:schemeClr val="bg2"/>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600" dirty="0">
              <a:ln w="0">
                <a:solidFill>
                  <a:sysClr val="windowText" lastClr="000000"/>
                </a:solidFill>
              </a:ln>
              <a:solidFill>
                <a:schemeClr val="tx1"/>
              </a:solidFill>
              <a:effectLst>
                <a:outerShdw blurRad="38100" dist="19050" dir="2700000" algn="tl" rotWithShape="0">
                  <a:schemeClr val="dk1">
                    <a:alpha val="40000"/>
                  </a:schemeClr>
                </a:outerShdw>
              </a:effectLst>
            </a:endParaRPr>
          </a:p>
        </p:txBody>
      </p:sp>
      <p:sp>
        <p:nvSpPr>
          <p:cNvPr id="81" name="Rounded Rectangle 174">
            <a:extLst>
              <a:ext uri="{FF2B5EF4-FFF2-40B4-BE49-F238E27FC236}">
                <a16:creationId xmlns:a16="http://schemas.microsoft.com/office/drawing/2014/main" id="{FD5674D9-1DE4-4787-B6DC-AEA63B6921B5}"/>
              </a:ext>
            </a:extLst>
          </p:cNvPr>
          <p:cNvSpPr/>
          <p:nvPr/>
        </p:nvSpPr>
        <p:spPr>
          <a:xfrm>
            <a:off x="2438262" y="793074"/>
            <a:ext cx="2706094" cy="4880920"/>
          </a:xfrm>
          <a:prstGeom prst="roundRect">
            <a:avLst>
              <a:gd name="adj" fmla="val 8585"/>
            </a:avLst>
          </a:prstGeom>
          <a:solidFill>
            <a:schemeClr val="bg1"/>
          </a:solidFill>
          <a:ln w="12700">
            <a:solidFill>
              <a:schemeClr val="bg2"/>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600" dirty="0">
              <a:ln w="0">
                <a:solidFill>
                  <a:sysClr val="windowText" lastClr="000000"/>
                </a:solidFill>
              </a:ln>
              <a:solidFill>
                <a:schemeClr val="tx1"/>
              </a:solidFill>
              <a:effectLst>
                <a:outerShdw blurRad="38100" dist="19050" dir="2700000" algn="tl" rotWithShape="0">
                  <a:schemeClr val="dk1">
                    <a:alpha val="40000"/>
                  </a:schemeClr>
                </a:outerShdw>
              </a:effectLst>
            </a:endParaRPr>
          </a:p>
        </p:txBody>
      </p:sp>
      <p:sp>
        <p:nvSpPr>
          <p:cNvPr id="15" name="TextBox 14">
            <a:extLst>
              <a:ext uri="{FF2B5EF4-FFF2-40B4-BE49-F238E27FC236}">
                <a16:creationId xmlns:a16="http://schemas.microsoft.com/office/drawing/2014/main" id="{AA020493-DFFC-4E55-A85B-129B71B8A63F}"/>
              </a:ext>
            </a:extLst>
          </p:cNvPr>
          <p:cNvSpPr txBox="1"/>
          <p:nvPr/>
        </p:nvSpPr>
        <p:spPr>
          <a:xfrm>
            <a:off x="8435199" y="620688"/>
            <a:ext cx="3133409" cy="303536"/>
          </a:xfrm>
          <a:prstGeom prst="rect">
            <a:avLst/>
          </a:prstGeom>
          <a:solidFill>
            <a:schemeClr val="bg1"/>
          </a:solidFill>
        </p:spPr>
        <p:txBody>
          <a:bodyPr wrap="square" tIns="36000" bIns="36000" rtlCol="0">
            <a:spAutoFit/>
          </a:bodyPr>
          <a:lstStyle/>
          <a:p>
            <a:pPr defTabSz="685783">
              <a:buClrTx/>
            </a:pPr>
            <a:r>
              <a:rPr lang="en-US" sz="1500" dirty="0">
                <a:solidFill>
                  <a:schemeClr val="tx1">
                    <a:lumMod val="75000"/>
                  </a:schemeClr>
                </a:solidFill>
                <a:latin typeface="Source Sans Pro" panose="020B0503030403020204" pitchFamily="34" charset="0"/>
                <a:ea typeface="Source Sans Pro" panose="020B0503030403020204" pitchFamily="34" charset="0"/>
                <a:cs typeface="Source Sans Pro Light" charset="0"/>
              </a:rPr>
              <a:t>         </a:t>
            </a:r>
            <a:r>
              <a:rPr lang="en-US" sz="1500" dirty="0" err="1">
                <a:solidFill>
                  <a:schemeClr val="tx1">
                    <a:lumMod val="75000"/>
                  </a:schemeClr>
                </a:solidFill>
                <a:latin typeface="Source Sans Pro" panose="020B0503030403020204" pitchFamily="34" charset="0"/>
                <a:ea typeface="Source Sans Pro" panose="020B0503030403020204" pitchFamily="34" charset="0"/>
                <a:cs typeface="Source Sans Pro Light" charset="0"/>
              </a:rPr>
              <a:t>MicroEJ</a:t>
            </a:r>
            <a:r>
              <a:rPr lang="en-US" sz="1500" dirty="0">
                <a:solidFill>
                  <a:schemeClr val="tx1">
                    <a:lumMod val="75000"/>
                  </a:schemeClr>
                </a:solidFill>
                <a:latin typeface="Source Sans Pro" panose="020B0503030403020204" pitchFamily="34" charset="0"/>
                <a:ea typeface="Source Sans Pro" panose="020B0503030403020204" pitchFamily="34" charset="0"/>
                <a:cs typeface="Source Sans Pro Light" charset="0"/>
              </a:rPr>
              <a:t> Resources and Origins</a:t>
            </a:r>
          </a:p>
        </p:txBody>
      </p:sp>
      <p:sp>
        <p:nvSpPr>
          <p:cNvPr id="19" name="Rounded Rectangle 114">
            <a:extLst>
              <a:ext uri="{FF2B5EF4-FFF2-40B4-BE49-F238E27FC236}">
                <a16:creationId xmlns:a16="http://schemas.microsoft.com/office/drawing/2014/main" id="{1D36DEA3-C198-40A7-930F-6A604581A596}"/>
              </a:ext>
            </a:extLst>
          </p:cNvPr>
          <p:cNvSpPr/>
          <p:nvPr/>
        </p:nvSpPr>
        <p:spPr>
          <a:xfrm>
            <a:off x="8509781" y="4653136"/>
            <a:ext cx="1867691" cy="255080"/>
          </a:xfrm>
          <a:prstGeom prst="roundRect">
            <a:avLst>
              <a:gd name="adj" fmla="val 19644"/>
            </a:avLst>
          </a:prstGeom>
          <a:solidFill>
            <a:schemeClr val="bg1">
              <a:lumMod val="50000"/>
            </a:schemeClr>
          </a:solidFill>
          <a:ln w="12700">
            <a:no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tIns="36000" bIns="36000" rtlCol="0" anchor="ctr" anchorCtr="1">
            <a:noAutofit/>
          </a:bodyPr>
          <a:lstStyle/>
          <a:p>
            <a:pPr algn="ctr"/>
            <a:r>
              <a:rPr lang="en-US" sz="1000" dirty="0">
                <a:solidFill>
                  <a:schemeClr val="bg1"/>
                </a:solidFill>
                <a:latin typeface="Source Sans Pro" panose="020B0503030403020204" pitchFamily="34" charset="0"/>
                <a:ea typeface="Source Sans Pro" panose="020B0503030403020204" pitchFamily="34" charset="0"/>
              </a:rPr>
              <a:t>Example Applications</a:t>
            </a:r>
          </a:p>
        </p:txBody>
      </p:sp>
      <p:sp>
        <p:nvSpPr>
          <p:cNvPr id="25" name="Rounded Rectangle 114">
            <a:extLst>
              <a:ext uri="{FF2B5EF4-FFF2-40B4-BE49-F238E27FC236}">
                <a16:creationId xmlns:a16="http://schemas.microsoft.com/office/drawing/2014/main" id="{B65E21A1-B2EE-4D1F-9D6D-37123904C747}"/>
              </a:ext>
            </a:extLst>
          </p:cNvPr>
          <p:cNvSpPr/>
          <p:nvPr/>
        </p:nvSpPr>
        <p:spPr>
          <a:xfrm>
            <a:off x="8509781" y="5128437"/>
            <a:ext cx="1867691" cy="255080"/>
          </a:xfrm>
          <a:prstGeom prst="roundRect">
            <a:avLst>
              <a:gd name="adj" fmla="val 19644"/>
            </a:avLst>
          </a:prstGeom>
          <a:solidFill>
            <a:schemeClr val="tx1"/>
          </a:solidFill>
          <a:ln>
            <a:noFill/>
          </a:ln>
          <a:effectLst>
            <a:outerShdw blurRad="50800" dist="38100" dir="2700000" algn="tl"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000">
                <a:solidFill>
                  <a:srgbClr val="FFFFFF"/>
                </a:solidFill>
                <a:latin typeface="Source Sans Pro" panose="020B0503030403020204" pitchFamily="34" charset="0"/>
                <a:ea typeface="Source Sans Pro" panose="020B0503030403020204" pitchFamily="34" charset="0"/>
              </a:rPr>
              <a:t>Offline Repository</a:t>
            </a:r>
            <a:endParaRPr lang="en-US" sz="1000" dirty="0">
              <a:solidFill>
                <a:srgbClr val="FFFFFF"/>
              </a:solidFill>
              <a:latin typeface="Source Sans Pro" panose="020B0503030403020204" pitchFamily="34" charset="0"/>
              <a:ea typeface="Source Sans Pro" panose="020B0503030403020204" pitchFamily="34" charset="0"/>
            </a:endParaRPr>
          </a:p>
        </p:txBody>
      </p:sp>
      <p:pic>
        <p:nvPicPr>
          <p:cNvPr id="29" name="Picture 28">
            <a:extLst>
              <a:ext uri="{FF2B5EF4-FFF2-40B4-BE49-F238E27FC236}">
                <a16:creationId xmlns:a16="http://schemas.microsoft.com/office/drawing/2014/main" id="{D4737AF5-9142-4604-AD93-F7EFE7B3D9E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449105" y="548680"/>
            <a:ext cx="402708" cy="402708"/>
          </a:xfrm>
          <a:prstGeom prst="rect">
            <a:avLst/>
          </a:prstGeom>
        </p:spPr>
      </p:pic>
      <p:sp>
        <p:nvSpPr>
          <p:cNvPr id="83" name="TextBox 82">
            <a:extLst>
              <a:ext uri="{FF2B5EF4-FFF2-40B4-BE49-F238E27FC236}">
                <a16:creationId xmlns:a16="http://schemas.microsoft.com/office/drawing/2014/main" id="{3AB9F36E-0481-460D-A03A-69AF2060179C}"/>
              </a:ext>
            </a:extLst>
          </p:cNvPr>
          <p:cNvSpPr txBox="1"/>
          <p:nvPr/>
        </p:nvSpPr>
        <p:spPr>
          <a:xfrm>
            <a:off x="2838019" y="619253"/>
            <a:ext cx="1909987" cy="303536"/>
          </a:xfrm>
          <a:prstGeom prst="rect">
            <a:avLst/>
          </a:prstGeom>
          <a:solidFill>
            <a:schemeClr val="bg1"/>
          </a:solidFill>
        </p:spPr>
        <p:txBody>
          <a:bodyPr wrap="square" tIns="36000" bIns="36000" rtlCol="0">
            <a:spAutoFit/>
          </a:bodyPr>
          <a:lstStyle/>
          <a:p>
            <a:pPr defTabSz="685783">
              <a:buClrTx/>
            </a:pPr>
            <a:r>
              <a:rPr lang="en-US" sz="1500" dirty="0">
                <a:solidFill>
                  <a:schemeClr val="tx1">
                    <a:lumMod val="75000"/>
                  </a:schemeClr>
                </a:solidFill>
                <a:latin typeface="Source Sans Pro" panose="020B0503030403020204" pitchFamily="34" charset="0"/>
                <a:ea typeface="Source Sans Pro" panose="020B0503030403020204" pitchFamily="34" charset="0"/>
                <a:cs typeface="Source Sans Pro Light" charset="0"/>
              </a:rPr>
              <a:t>       Developer Setup</a:t>
            </a:r>
          </a:p>
        </p:txBody>
      </p:sp>
      <p:pic>
        <p:nvPicPr>
          <p:cNvPr id="98" name="Picture 97">
            <a:extLst>
              <a:ext uri="{FF2B5EF4-FFF2-40B4-BE49-F238E27FC236}">
                <a16:creationId xmlns:a16="http://schemas.microsoft.com/office/drawing/2014/main" id="{E1A84BC3-43DA-4112-9E5E-E0F64EF8866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838019" y="591720"/>
            <a:ext cx="402708" cy="402708"/>
          </a:xfrm>
          <a:prstGeom prst="rect">
            <a:avLst/>
          </a:prstGeom>
        </p:spPr>
      </p:pic>
      <p:sp>
        <p:nvSpPr>
          <p:cNvPr id="169" name="TextBox 168">
            <a:extLst>
              <a:ext uri="{FF2B5EF4-FFF2-40B4-BE49-F238E27FC236}">
                <a16:creationId xmlns:a16="http://schemas.microsoft.com/office/drawing/2014/main" id="{F3CCDCD2-9CAF-4075-9D88-CB832DFEBFA5}"/>
              </a:ext>
            </a:extLst>
          </p:cNvPr>
          <p:cNvSpPr txBox="1"/>
          <p:nvPr/>
        </p:nvSpPr>
        <p:spPr>
          <a:xfrm>
            <a:off x="5836277" y="3574510"/>
            <a:ext cx="1969074" cy="169277"/>
          </a:xfrm>
          <a:prstGeom prst="rect">
            <a:avLst/>
          </a:prstGeom>
          <a:noFill/>
        </p:spPr>
        <p:txBody>
          <a:bodyPr vert="horz" wrap="square" lIns="0" tIns="0" rIns="0" bIns="0" numCol="1" spcCol="288000" rtlCol="0" anchor="t" anchorCtr="0">
            <a:spAutoFit/>
          </a:bodyPr>
          <a:lstStyle/>
          <a:p>
            <a:pPr algn="ctr">
              <a:spcBef>
                <a:spcPts val="0"/>
              </a:spcBef>
              <a:spcAft>
                <a:spcPts val="600"/>
              </a:spcAft>
            </a:pPr>
            <a:r>
              <a:rPr lang="en-US" sz="1100" spc="0" dirty="0">
                <a:ln>
                  <a:noFill/>
                </a:ln>
                <a:solidFill>
                  <a:schemeClr val="bg2">
                    <a:lumMod val="75000"/>
                  </a:schemeClr>
                </a:solidFill>
                <a:latin typeface="Source Sans Pro" panose="020B0503030403020204" pitchFamily="34" charset="0"/>
                <a:ea typeface="Source Sans Pro" panose="020B0503030403020204" pitchFamily="34" charset="0"/>
                <a:cs typeface="Source Sans Pro Light" charset="0"/>
              </a:rPr>
              <a:t>Import or Create VEE Ports</a:t>
            </a:r>
          </a:p>
        </p:txBody>
      </p:sp>
      <p:sp>
        <p:nvSpPr>
          <p:cNvPr id="173" name="TextBox 172">
            <a:extLst>
              <a:ext uri="{FF2B5EF4-FFF2-40B4-BE49-F238E27FC236}">
                <a16:creationId xmlns:a16="http://schemas.microsoft.com/office/drawing/2014/main" id="{265E5B4D-30CC-42C2-8AC0-3586FA23FFAC}"/>
              </a:ext>
            </a:extLst>
          </p:cNvPr>
          <p:cNvSpPr txBox="1"/>
          <p:nvPr/>
        </p:nvSpPr>
        <p:spPr>
          <a:xfrm>
            <a:off x="5587235" y="4480453"/>
            <a:ext cx="2600969" cy="126638"/>
          </a:xfrm>
          <a:prstGeom prst="rect">
            <a:avLst/>
          </a:prstGeom>
          <a:noFill/>
        </p:spPr>
        <p:txBody>
          <a:bodyPr vert="horz" wrap="square" lIns="0" tIns="0" rIns="0" bIns="0" numCol="1" spcCol="288000" rtlCol="0" anchor="t" anchorCtr="0">
            <a:spAutoFit/>
          </a:bodyPr>
          <a:lstStyle/>
          <a:p>
            <a:pPr algn="ctr">
              <a:lnSpc>
                <a:spcPts val="940"/>
              </a:lnSpc>
              <a:spcBef>
                <a:spcPts val="0"/>
              </a:spcBef>
              <a:spcAft>
                <a:spcPts val="600"/>
              </a:spcAft>
            </a:pPr>
            <a:r>
              <a:rPr lang="en-US" sz="1100" spc="0" dirty="0">
                <a:ln>
                  <a:noFill/>
                </a:ln>
                <a:solidFill>
                  <a:schemeClr val="bg2">
                    <a:lumMod val="75000"/>
                  </a:schemeClr>
                </a:solidFill>
                <a:latin typeface="Source Sans Pro" panose="020B0503030403020204" pitchFamily="34" charset="0"/>
                <a:ea typeface="Source Sans Pro" panose="020B0503030403020204" pitchFamily="34" charset="0"/>
                <a:cs typeface="Source Sans Pro Light" charset="0"/>
              </a:rPr>
              <a:t>Import or Create Applications</a:t>
            </a:r>
          </a:p>
        </p:txBody>
      </p:sp>
      <p:sp>
        <p:nvSpPr>
          <p:cNvPr id="175" name="TextBox 174">
            <a:extLst>
              <a:ext uri="{FF2B5EF4-FFF2-40B4-BE49-F238E27FC236}">
                <a16:creationId xmlns:a16="http://schemas.microsoft.com/office/drawing/2014/main" id="{DFCE4E0F-0EBE-4B23-B724-9867E1476585}"/>
              </a:ext>
            </a:extLst>
          </p:cNvPr>
          <p:cNvSpPr txBox="1"/>
          <p:nvPr/>
        </p:nvSpPr>
        <p:spPr>
          <a:xfrm>
            <a:off x="5512782" y="2307953"/>
            <a:ext cx="2575263" cy="338554"/>
          </a:xfrm>
          <a:prstGeom prst="rect">
            <a:avLst/>
          </a:prstGeom>
          <a:noFill/>
        </p:spPr>
        <p:txBody>
          <a:bodyPr vert="horz" wrap="square" lIns="0" tIns="0" rIns="0" bIns="0" numCol="1" spcCol="288000" rtlCol="0" anchor="t" anchorCtr="0">
            <a:spAutoFit/>
          </a:bodyPr>
          <a:lstStyle/>
          <a:p>
            <a:pPr algn="ctr">
              <a:spcBef>
                <a:spcPts val="0"/>
              </a:spcBef>
              <a:spcAft>
                <a:spcPts val="600"/>
              </a:spcAft>
            </a:pPr>
            <a:r>
              <a:rPr lang="en-US" sz="1100" spc="0" dirty="0">
                <a:ln>
                  <a:noFill/>
                </a:ln>
                <a:solidFill>
                  <a:schemeClr val="bg2">
                    <a:lumMod val="75000"/>
                  </a:schemeClr>
                </a:solidFill>
                <a:latin typeface="Source Sans Pro" panose="020B0503030403020204" pitchFamily="34" charset="0"/>
                <a:ea typeface="Source Sans Pro" panose="020B0503030403020204" pitchFamily="34" charset="0"/>
                <a:cs typeface="Source Sans Pro Light" charset="0"/>
              </a:rPr>
              <a:t>Resolve Dependencies through </a:t>
            </a:r>
            <a:r>
              <a:rPr lang="en-US" sz="1100" dirty="0">
                <a:solidFill>
                  <a:schemeClr val="bg2">
                    <a:lumMod val="75000"/>
                  </a:schemeClr>
                </a:solidFill>
                <a:latin typeface="Source Sans Pro" panose="020B0503030403020204" pitchFamily="34" charset="0"/>
                <a:ea typeface="Source Sans Pro" panose="020B0503030403020204" pitchFamily="34" charset="0"/>
                <a:cs typeface="Source Sans Pro Light" charset="0"/>
              </a:rPr>
              <a:t>G</a:t>
            </a:r>
            <a:r>
              <a:rPr lang="en-US" sz="1100" spc="0" dirty="0">
                <a:ln>
                  <a:noFill/>
                </a:ln>
                <a:solidFill>
                  <a:schemeClr val="bg2">
                    <a:lumMod val="75000"/>
                  </a:schemeClr>
                </a:solidFill>
                <a:latin typeface="Source Sans Pro" panose="020B0503030403020204" pitchFamily="34" charset="0"/>
                <a:ea typeface="Source Sans Pro" panose="020B0503030403020204" pitchFamily="34" charset="0"/>
                <a:cs typeface="Source Sans Pro Light" charset="0"/>
              </a:rPr>
              <a:t>radle </a:t>
            </a:r>
            <a:r>
              <a:rPr lang="en-US" sz="1100" spc="0" dirty="0" err="1">
                <a:ln>
                  <a:noFill/>
                </a:ln>
                <a:solidFill>
                  <a:schemeClr val="accent1"/>
                </a:solidFill>
                <a:latin typeface="Source Sans Pro" panose="020B0503030403020204" pitchFamily="34" charset="0"/>
                <a:ea typeface="Source Sans Pro" panose="020B0503030403020204" pitchFamily="34" charset="0"/>
                <a:cs typeface="Source Sans Pro Light" charset="0"/>
              </a:rPr>
              <a:t>MicroEJ</a:t>
            </a:r>
            <a:r>
              <a:rPr lang="en-US" sz="1100" spc="0" dirty="0">
                <a:ln>
                  <a:noFill/>
                </a:ln>
                <a:solidFill>
                  <a:schemeClr val="accent1"/>
                </a:solidFill>
                <a:latin typeface="Source Sans Pro" panose="020B0503030403020204" pitchFamily="34" charset="0"/>
                <a:ea typeface="Source Sans Pro" panose="020B0503030403020204" pitchFamily="34" charset="0"/>
                <a:cs typeface="Source Sans Pro Light" charset="0"/>
              </a:rPr>
              <a:t> Repositories</a:t>
            </a:r>
            <a:endParaRPr lang="en-US" sz="1100" spc="0" dirty="0">
              <a:ln>
                <a:noFill/>
              </a:ln>
              <a:solidFill>
                <a:schemeClr val="bg2">
                  <a:lumMod val="75000"/>
                </a:schemeClr>
              </a:solidFill>
              <a:latin typeface="Source Sans Pro" panose="020B0503030403020204" pitchFamily="34" charset="0"/>
              <a:ea typeface="Source Sans Pro" panose="020B0503030403020204" pitchFamily="34" charset="0"/>
              <a:cs typeface="Source Sans Pro Light" charset="0"/>
            </a:endParaRPr>
          </a:p>
        </p:txBody>
      </p:sp>
      <p:sp>
        <p:nvSpPr>
          <p:cNvPr id="179" name="TextBox 178">
            <a:extLst>
              <a:ext uri="{FF2B5EF4-FFF2-40B4-BE49-F238E27FC236}">
                <a16:creationId xmlns:a16="http://schemas.microsoft.com/office/drawing/2014/main" id="{09F1F4F5-C1B4-47B3-B18F-076B70A4E0F2}"/>
              </a:ext>
            </a:extLst>
          </p:cNvPr>
          <p:cNvSpPr txBox="1"/>
          <p:nvPr/>
        </p:nvSpPr>
        <p:spPr>
          <a:xfrm>
            <a:off x="5395790" y="1298141"/>
            <a:ext cx="2635574" cy="363882"/>
          </a:xfrm>
          <a:prstGeom prst="rect">
            <a:avLst/>
          </a:prstGeom>
          <a:noFill/>
        </p:spPr>
        <p:txBody>
          <a:bodyPr vert="horz" wrap="square" lIns="0" tIns="0" rIns="0" bIns="0" numCol="1" spcCol="288000" rtlCol="0" anchor="t" anchorCtr="0">
            <a:spAutoFit/>
          </a:bodyPr>
          <a:lstStyle/>
          <a:p>
            <a:pPr algn="ctr">
              <a:lnSpc>
                <a:spcPts val="1140"/>
              </a:lnSpc>
              <a:spcBef>
                <a:spcPts val="0"/>
              </a:spcBef>
              <a:spcAft>
                <a:spcPts val="600"/>
              </a:spcAft>
            </a:pPr>
            <a:r>
              <a:rPr lang="en-US" sz="1100" spc="0" dirty="0">
                <a:ln>
                  <a:noFill/>
                </a:ln>
                <a:solidFill>
                  <a:schemeClr val="bg2">
                    <a:lumMod val="75000"/>
                  </a:schemeClr>
                </a:solidFill>
                <a:latin typeface="Source Sans Pro" panose="020B0503030403020204" pitchFamily="34" charset="0"/>
                <a:ea typeface="Source Sans Pro" panose="020B0503030403020204" pitchFamily="34" charset="0"/>
                <a:cs typeface="Source Sans Pro Light" charset="0"/>
              </a:rPr>
              <a:t>Resolve Dependency for Evaluation</a:t>
            </a:r>
          </a:p>
          <a:p>
            <a:pPr algn="ctr">
              <a:lnSpc>
                <a:spcPts val="1140"/>
              </a:lnSpc>
              <a:spcBef>
                <a:spcPts val="0"/>
              </a:spcBef>
              <a:spcAft>
                <a:spcPts val="600"/>
              </a:spcAft>
            </a:pPr>
            <a:r>
              <a:rPr lang="en-US" sz="1100" spc="0" dirty="0">
                <a:ln>
                  <a:noFill/>
                </a:ln>
                <a:solidFill>
                  <a:schemeClr val="bg2">
                    <a:lumMod val="75000"/>
                  </a:schemeClr>
                </a:solidFill>
                <a:latin typeface="Source Sans Pro" panose="020B0503030403020204" pitchFamily="34" charset="0"/>
                <a:ea typeface="Source Sans Pro" panose="020B0503030403020204" pitchFamily="34" charset="0"/>
                <a:cs typeface="Source Sans Pro Light" charset="0"/>
              </a:rPr>
              <a:t>Provided by </a:t>
            </a:r>
            <a:r>
              <a:rPr lang="en-US" sz="1100" spc="0" dirty="0" err="1">
                <a:ln>
                  <a:noFill/>
                </a:ln>
                <a:solidFill>
                  <a:schemeClr val="bg2">
                    <a:lumMod val="75000"/>
                  </a:schemeClr>
                </a:solidFill>
                <a:latin typeface="Source Sans Pro" panose="020B0503030403020204" pitchFamily="34" charset="0"/>
                <a:ea typeface="Source Sans Pro" panose="020B0503030403020204" pitchFamily="34" charset="0"/>
                <a:cs typeface="Source Sans Pro Light" charset="0"/>
              </a:rPr>
              <a:t>MicroEJ</a:t>
            </a:r>
            <a:r>
              <a:rPr lang="en-US" sz="1100" spc="0" dirty="0">
                <a:ln>
                  <a:noFill/>
                </a:ln>
                <a:solidFill>
                  <a:schemeClr val="bg2">
                    <a:lumMod val="75000"/>
                  </a:schemeClr>
                </a:solidFill>
                <a:latin typeface="Source Sans Pro" panose="020B0503030403020204" pitchFamily="34" charset="0"/>
                <a:ea typeface="Source Sans Pro" panose="020B0503030403020204" pitchFamily="34" charset="0"/>
                <a:cs typeface="Source Sans Pro Light" charset="0"/>
              </a:rPr>
              <a:t> for Production</a:t>
            </a:r>
          </a:p>
        </p:txBody>
      </p:sp>
      <p:sp>
        <p:nvSpPr>
          <p:cNvPr id="234" name="Rectangle 233">
            <a:extLst>
              <a:ext uri="{FF2B5EF4-FFF2-40B4-BE49-F238E27FC236}">
                <a16:creationId xmlns:a16="http://schemas.microsoft.com/office/drawing/2014/main" id="{92C3D1E1-9D9A-4743-B664-EA5ABF4B57AC}"/>
              </a:ext>
            </a:extLst>
          </p:cNvPr>
          <p:cNvSpPr/>
          <p:nvPr/>
        </p:nvSpPr>
        <p:spPr>
          <a:xfrm>
            <a:off x="3316181" y="6032128"/>
            <a:ext cx="1945170" cy="205184"/>
          </a:xfrm>
          <a:prstGeom prst="rect">
            <a:avLst/>
          </a:prstGeom>
        </p:spPr>
        <p:txBody>
          <a:bodyPr wrap="square" lIns="0" tIns="0" rIns="0" bIns="0" anchor="ctr">
            <a:spAutoFit/>
          </a:bodyPr>
          <a:lstStyle/>
          <a:p>
            <a:pPr algn="ctr">
              <a:lnSpc>
                <a:spcPts val="1600"/>
              </a:lnSpc>
              <a:spcBef>
                <a:spcPts val="100"/>
              </a:spcBef>
              <a:spcAft>
                <a:spcPts val="100"/>
              </a:spcAft>
            </a:pPr>
            <a:endParaRPr lang="en-US" sz="1400" b="1" dirty="0">
              <a:solidFill>
                <a:schemeClr val="bg1"/>
              </a:solidFill>
              <a:latin typeface="Source Sans Pro" charset="0"/>
              <a:ea typeface="Source Sans Pro" charset="0"/>
              <a:cs typeface="Source Sans Pro" charset="0"/>
            </a:endParaRPr>
          </a:p>
        </p:txBody>
      </p:sp>
      <p:sp>
        <p:nvSpPr>
          <p:cNvPr id="104" name="Rounded Rectangle 114">
            <a:extLst>
              <a:ext uri="{FF2B5EF4-FFF2-40B4-BE49-F238E27FC236}">
                <a16:creationId xmlns:a16="http://schemas.microsoft.com/office/drawing/2014/main" id="{86C790C5-092C-46A0-BE5E-8BE15DE5A4F7}"/>
              </a:ext>
            </a:extLst>
          </p:cNvPr>
          <p:cNvSpPr/>
          <p:nvPr/>
        </p:nvSpPr>
        <p:spPr>
          <a:xfrm>
            <a:off x="3871814" y="5897680"/>
            <a:ext cx="1290406" cy="430296"/>
          </a:xfrm>
          <a:prstGeom prst="roundRect">
            <a:avLst>
              <a:gd name="adj" fmla="val 50000"/>
            </a:avLst>
          </a:prstGeom>
          <a:solidFill>
            <a:schemeClr val="tx1"/>
          </a:solidFill>
          <a:ln>
            <a:noFill/>
          </a:ln>
          <a:effectLst>
            <a:outerShdw blurRad="50800" dist="38100" dir="2700000" algn="tl"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000" dirty="0">
                <a:solidFill>
                  <a:srgbClr val="FFFFFF"/>
                </a:solidFill>
                <a:latin typeface="Source Sans Pro" panose="020B0503030403020204" pitchFamily="34" charset="0"/>
                <a:ea typeface="Source Sans Pro" panose="020B0503030403020204" pitchFamily="34" charset="0"/>
              </a:rPr>
              <a:t> Executable</a:t>
            </a:r>
          </a:p>
        </p:txBody>
      </p:sp>
      <p:sp>
        <p:nvSpPr>
          <p:cNvPr id="42" name="Rounded Rectangle 41">
            <a:extLst>
              <a:ext uri="{FF2B5EF4-FFF2-40B4-BE49-F238E27FC236}">
                <a16:creationId xmlns:a16="http://schemas.microsoft.com/office/drawing/2014/main" id="{BF6EBF97-3FB7-899A-0913-7D21C65650EE}"/>
              </a:ext>
            </a:extLst>
          </p:cNvPr>
          <p:cNvSpPr/>
          <p:nvPr/>
        </p:nvSpPr>
        <p:spPr>
          <a:xfrm>
            <a:off x="8220856" y="3236485"/>
            <a:ext cx="2494660" cy="1138920"/>
          </a:xfrm>
          <a:prstGeom prst="roundRect">
            <a:avLst>
              <a:gd name="adj" fmla="val 6304"/>
            </a:avLst>
          </a:prstGeom>
          <a:solidFill>
            <a:schemeClr val="bg1">
              <a:lumMod val="50000"/>
            </a:schemeClr>
          </a:solidFill>
          <a:ln>
            <a:noFill/>
          </a:ln>
          <a:effectLst>
            <a:outerShdw blurRad="50800" dist="38100" dir="2700000" algn="tl"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t" anchorCtr="0"/>
          <a:lstStyle/>
          <a:p>
            <a:pPr algn="ctr">
              <a:defRPr/>
            </a:pPr>
            <a:r>
              <a:rPr lang="en-US" sz="1000">
                <a:solidFill>
                  <a:srgbClr val="FFFFFF"/>
                </a:solidFill>
                <a:latin typeface="Source Sans Pro" panose="020B0503030403020204" pitchFamily="34" charset="0"/>
                <a:ea typeface="Source Sans Pro" panose="020B0503030403020204" pitchFamily="34" charset="0"/>
                <a:cs typeface="Source Sans Pro Light" charset="0"/>
              </a:rPr>
              <a:t>VEE Port Example Projects</a:t>
            </a:r>
            <a:endParaRPr lang="en-US" sz="1000" dirty="0">
              <a:solidFill>
                <a:srgbClr val="FFFFFF"/>
              </a:solidFill>
              <a:latin typeface="Source Sans Pro" panose="020B0503030403020204" pitchFamily="34" charset="0"/>
              <a:ea typeface="Source Sans Pro" panose="020B0503030403020204" pitchFamily="34" charset="0"/>
              <a:cs typeface="Source Sans Pro Light" charset="0"/>
            </a:endParaRPr>
          </a:p>
        </p:txBody>
      </p:sp>
      <p:sp>
        <p:nvSpPr>
          <p:cNvPr id="123" name="Rounded Rectangle 114">
            <a:extLst>
              <a:ext uri="{FF2B5EF4-FFF2-40B4-BE49-F238E27FC236}">
                <a16:creationId xmlns:a16="http://schemas.microsoft.com/office/drawing/2014/main" id="{3C22549C-E7EC-4E20-8401-ADC527F14B89}"/>
              </a:ext>
            </a:extLst>
          </p:cNvPr>
          <p:cNvSpPr/>
          <p:nvPr/>
        </p:nvSpPr>
        <p:spPr>
          <a:xfrm>
            <a:off x="8509781" y="3966973"/>
            <a:ext cx="1867691" cy="255080"/>
          </a:xfrm>
          <a:prstGeom prst="roundRect">
            <a:avLst>
              <a:gd name="adj" fmla="val 19644"/>
            </a:avLst>
          </a:prstGeom>
          <a:solidFill>
            <a:schemeClr val="bg1">
              <a:lumMod val="50000"/>
            </a:schemeClr>
          </a:solidFill>
          <a:ln w="12700">
            <a:no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tIns="36000" bIns="36000" rtlCol="0" anchor="ctr" anchorCtr="1">
            <a:noAutofit/>
          </a:bodyPr>
          <a:lstStyle/>
          <a:p>
            <a:pPr algn="ctr"/>
            <a:r>
              <a:rPr lang="en-US" sz="1000">
                <a:solidFill>
                  <a:schemeClr val="bg1"/>
                </a:solidFill>
                <a:latin typeface="Source Sans Pro" panose="020B0503030403020204" pitchFamily="34" charset="0"/>
                <a:ea typeface="Source Sans Pro" panose="020B0503030403020204" pitchFamily="34" charset="0"/>
              </a:rPr>
              <a:t>VEE Port Configuration</a:t>
            </a:r>
            <a:endParaRPr lang="en-US" sz="1000" dirty="0">
              <a:solidFill>
                <a:schemeClr val="bg1"/>
              </a:solidFill>
              <a:latin typeface="Source Sans Pro" panose="020B0503030403020204" pitchFamily="34" charset="0"/>
              <a:ea typeface="Source Sans Pro" panose="020B0503030403020204" pitchFamily="34" charset="0"/>
            </a:endParaRPr>
          </a:p>
        </p:txBody>
      </p:sp>
      <p:sp>
        <p:nvSpPr>
          <p:cNvPr id="125" name="Rounded Rectangle 114">
            <a:extLst>
              <a:ext uri="{FF2B5EF4-FFF2-40B4-BE49-F238E27FC236}">
                <a16:creationId xmlns:a16="http://schemas.microsoft.com/office/drawing/2014/main" id="{4C068209-3EA3-428A-94F5-8C979958A54D}"/>
              </a:ext>
            </a:extLst>
          </p:cNvPr>
          <p:cNvSpPr/>
          <p:nvPr/>
        </p:nvSpPr>
        <p:spPr>
          <a:xfrm>
            <a:off x="8509781" y="3616294"/>
            <a:ext cx="1867691" cy="255080"/>
          </a:xfrm>
          <a:prstGeom prst="roundRect">
            <a:avLst>
              <a:gd name="adj" fmla="val 19644"/>
            </a:avLst>
          </a:prstGeom>
          <a:solidFill>
            <a:schemeClr val="tx1"/>
          </a:solidFill>
          <a:ln>
            <a:noFill/>
          </a:ln>
          <a:effectLst>
            <a:outerShdw blurRad="50800" dist="38100" dir="2700000" algn="tl"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000">
                <a:solidFill>
                  <a:srgbClr val="FFFFFF"/>
                </a:solidFill>
                <a:latin typeface="Source Sans Pro" panose="020B0503030403020204" pitchFamily="34" charset="0"/>
                <a:ea typeface="Source Sans Pro" panose="020B0503030403020204" pitchFamily="34" charset="0"/>
              </a:rPr>
              <a:t>BSP C Drivers</a:t>
            </a:r>
          </a:p>
        </p:txBody>
      </p:sp>
      <p:sp>
        <p:nvSpPr>
          <p:cNvPr id="129" name="Rounded Rectangle 114">
            <a:extLst>
              <a:ext uri="{FF2B5EF4-FFF2-40B4-BE49-F238E27FC236}">
                <a16:creationId xmlns:a16="http://schemas.microsoft.com/office/drawing/2014/main" id="{86C790C5-092C-46A0-BE5E-8BE15DE5A4F7}"/>
              </a:ext>
            </a:extLst>
          </p:cNvPr>
          <p:cNvSpPr/>
          <p:nvPr/>
        </p:nvSpPr>
        <p:spPr>
          <a:xfrm>
            <a:off x="3719286" y="5128995"/>
            <a:ext cx="1296594" cy="300804"/>
          </a:xfrm>
          <a:prstGeom prst="roundRect">
            <a:avLst>
              <a:gd name="adj" fmla="val 19644"/>
            </a:avLst>
          </a:prstGeom>
          <a:solidFill>
            <a:schemeClr val="tx1"/>
          </a:solidFill>
          <a:ln>
            <a:noFill/>
          </a:ln>
          <a:effectLst>
            <a:outerShdw blurRad="50800" dist="38100" dir="2700000" algn="tl"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000" dirty="0">
                <a:solidFill>
                  <a:srgbClr val="FFFFFF"/>
                </a:solidFill>
                <a:latin typeface="Source Sans Pro" panose="020B0503030403020204" pitchFamily="34" charset="0"/>
                <a:ea typeface="Source Sans Pro" panose="020B0503030403020204" pitchFamily="34" charset="0"/>
              </a:rPr>
              <a:t>Native (C) Toolchain</a:t>
            </a:r>
          </a:p>
        </p:txBody>
      </p:sp>
      <p:grpSp>
        <p:nvGrpSpPr>
          <p:cNvPr id="138" name="Group 137">
            <a:extLst>
              <a:ext uri="{FF2B5EF4-FFF2-40B4-BE49-F238E27FC236}">
                <a16:creationId xmlns:a16="http://schemas.microsoft.com/office/drawing/2014/main" id="{C25CA13D-8845-E4C9-9B71-79830E0AF5E7}"/>
              </a:ext>
            </a:extLst>
          </p:cNvPr>
          <p:cNvGrpSpPr/>
          <p:nvPr/>
        </p:nvGrpSpPr>
        <p:grpSpPr>
          <a:xfrm>
            <a:off x="8436399" y="2512519"/>
            <a:ext cx="1867691" cy="556441"/>
            <a:chOff x="8433743" y="4811299"/>
            <a:chExt cx="1867691" cy="556441"/>
          </a:xfrm>
        </p:grpSpPr>
        <p:sp>
          <p:nvSpPr>
            <p:cNvPr id="58" name="Rounded Rectangle 114">
              <a:extLst>
                <a:ext uri="{FF2B5EF4-FFF2-40B4-BE49-F238E27FC236}">
                  <a16:creationId xmlns:a16="http://schemas.microsoft.com/office/drawing/2014/main" id="{61B23D28-46E0-4D50-CBB0-1CB2F60EE660}"/>
                </a:ext>
              </a:extLst>
            </p:cNvPr>
            <p:cNvSpPr/>
            <p:nvPr/>
          </p:nvSpPr>
          <p:spPr>
            <a:xfrm>
              <a:off x="8433743" y="4811299"/>
              <a:ext cx="1867691" cy="255080"/>
            </a:xfrm>
            <a:prstGeom prst="roundRect">
              <a:avLst>
                <a:gd name="adj" fmla="val 19644"/>
              </a:avLst>
            </a:prstGeom>
            <a:solidFill>
              <a:schemeClr val="accent1"/>
            </a:solidFill>
            <a:ln>
              <a:noFill/>
            </a:ln>
            <a:effectLst>
              <a:outerShdw blurRad="50800" dist="38100" dir="2700000" algn="tl"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000" dirty="0">
                  <a:solidFill>
                    <a:srgbClr val="FFFFFF"/>
                  </a:solidFill>
                  <a:latin typeface="Source Sans Pro" panose="020B0503030403020204" pitchFamily="34" charset="0"/>
                  <a:ea typeface="Source Sans Pro" panose="020B0503030403020204" pitchFamily="34" charset="0"/>
                </a:rPr>
                <a:t>Central Repository</a:t>
              </a:r>
            </a:p>
          </p:txBody>
        </p:sp>
        <p:sp>
          <p:nvSpPr>
            <p:cNvPr id="59" name="Rounded Rectangle 114">
              <a:extLst>
                <a:ext uri="{FF2B5EF4-FFF2-40B4-BE49-F238E27FC236}">
                  <a16:creationId xmlns:a16="http://schemas.microsoft.com/office/drawing/2014/main" id="{8297540B-AA08-C138-655A-5F1EBB3E8011}"/>
                </a:ext>
              </a:extLst>
            </p:cNvPr>
            <p:cNvSpPr/>
            <p:nvPr/>
          </p:nvSpPr>
          <p:spPr>
            <a:xfrm>
              <a:off x="8433743" y="5112660"/>
              <a:ext cx="1867691" cy="255080"/>
            </a:xfrm>
            <a:prstGeom prst="roundRect">
              <a:avLst>
                <a:gd name="adj" fmla="val 19644"/>
              </a:avLst>
            </a:prstGeom>
            <a:solidFill>
              <a:schemeClr val="accent1"/>
            </a:solidFill>
            <a:ln>
              <a:noFill/>
            </a:ln>
            <a:effectLst>
              <a:outerShdw blurRad="50800" dist="38100" dir="2700000" algn="tl"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000" dirty="0">
                  <a:solidFill>
                    <a:srgbClr val="FFFFFF"/>
                  </a:solidFill>
                  <a:latin typeface="Source Sans Pro" panose="020B0503030403020204" pitchFamily="34" charset="0"/>
                  <a:ea typeface="Source Sans Pro" panose="020B0503030403020204" pitchFamily="34" charset="0"/>
                </a:rPr>
                <a:t>Developer Repository</a:t>
              </a:r>
            </a:p>
          </p:txBody>
        </p:sp>
      </p:grpSp>
      <p:grpSp>
        <p:nvGrpSpPr>
          <p:cNvPr id="13" name="Group 12">
            <a:extLst>
              <a:ext uri="{FF2B5EF4-FFF2-40B4-BE49-F238E27FC236}">
                <a16:creationId xmlns:a16="http://schemas.microsoft.com/office/drawing/2014/main" id="{C4C8D880-AFD4-3EA4-4FDD-0F26C1DE2773}"/>
              </a:ext>
            </a:extLst>
          </p:cNvPr>
          <p:cNvGrpSpPr/>
          <p:nvPr/>
        </p:nvGrpSpPr>
        <p:grpSpPr>
          <a:xfrm>
            <a:off x="10872359" y="4419858"/>
            <a:ext cx="983554" cy="457337"/>
            <a:chOff x="10380024" y="3627343"/>
            <a:chExt cx="983554" cy="457337"/>
          </a:xfrm>
        </p:grpSpPr>
        <p:pic>
          <p:nvPicPr>
            <p:cNvPr id="67" name="Graphic 66">
              <a:extLst>
                <a:ext uri="{FF2B5EF4-FFF2-40B4-BE49-F238E27FC236}">
                  <a16:creationId xmlns:a16="http://schemas.microsoft.com/office/drawing/2014/main" id="{78F99B3B-ADE4-9796-74E3-C0911E7DF82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380024" y="3627343"/>
              <a:ext cx="463689" cy="457337"/>
            </a:xfrm>
            <a:prstGeom prst="rect">
              <a:avLst/>
            </a:prstGeom>
          </p:spPr>
        </p:pic>
        <p:sp>
          <p:nvSpPr>
            <p:cNvPr id="71" name="TextBox 70">
              <a:extLst>
                <a:ext uri="{FF2B5EF4-FFF2-40B4-BE49-F238E27FC236}">
                  <a16:creationId xmlns:a16="http://schemas.microsoft.com/office/drawing/2014/main" id="{D7C750F1-DC3B-CE4E-755B-5B4ABBCB0F99}"/>
                </a:ext>
              </a:extLst>
            </p:cNvPr>
            <p:cNvSpPr txBox="1"/>
            <p:nvPr/>
          </p:nvSpPr>
          <p:spPr>
            <a:xfrm>
              <a:off x="10946797" y="3763678"/>
              <a:ext cx="416781" cy="169277"/>
            </a:xfrm>
            <a:prstGeom prst="rect">
              <a:avLst/>
            </a:prstGeom>
            <a:noFill/>
          </p:spPr>
          <p:txBody>
            <a:bodyPr vert="horz" wrap="none" lIns="0" tIns="0" rIns="0" bIns="0" numCol="1" spcCol="288000" rtlCol="0" anchor="t" anchorCtr="0">
              <a:spAutoFit/>
            </a:bodyPr>
            <a:lstStyle/>
            <a:p>
              <a:pPr algn="l">
                <a:spcBef>
                  <a:spcPts val="0"/>
                </a:spcBef>
                <a:spcAft>
                  <a:spcPts val="600"/>
                </a:spcAft>
              </a:pPr>
              <a:r>
                <a:rPr lang="en-US" sz="1100" spc="0" dirty="0">
                  <a:ln>
                    <a:noFill/>
                  </a:ln>
                  <a:latin typeface="Source Sans Pro" panose="020B0503030403020204" pitchFamily="34" charset="0"/>
                  <a:ea typeface="Source Sans Pro" panose="020B0503030403020204" pitchFamily="34" charset="0"/>
                  <a:cs typeface="Source Sans Pro Light" charset="0"/>
                </a:rPr>
                <a:t>GitHub</a:t>
              </a:r>
            </a:p>
          </p:txBody>
        </p:sp>
      </p:grpSp>
      <p:grpSp>
        <p:nvGrpSpPr>
          <p:cNvPr id="21" name="Group 20">
            <a:extLst>
              <a:ext uri="{FF2B5EF4-FFF2-40B4-BE49-F238E27FC236}">
                <a16:creationId xmlns:a16="http://schemas.microsoft.com/office/drawing/2014/main" id="{FDB6052B-A8F0-6354-60D0-65037D251350}"/>
              </a:ext>
            </a:extLst>
          </p:cNvPr>
          <p:cNvGrpSpPr/>
          <p:nvPr/>
        </p:nvGrpSpPr>
        <p:grpSpPr>
          <a:xfrm>
            <a:off x="10737108" y="965465"/>
            <a:ext cx="1165384" cy="616081"/>
            <a:chOff x="10631447" y="894544"/>
            <a:chExt cx="1165384" cy="616081"/>
          </a:xfrm>
        </p:grpSpPr>
        <p:pic>
          <p:nvPicPr>
            <p:cNvPr id="69" name="Picture 68">
              <a:extLst>
                <a:ext uri="{FF2B5EF4-FFF2-40B4-BE49-F238E27FC236}">
                  <a16:creationId xmlns:a16="http://schemas.microsoft.com/office/drawing/2014/main" id="{820F1B6A-9F0A-199B-7713-8752AFDC86B2}"/>
                </a:ext>
              </a:extLst>
            </p:cNvPr>
            <p:cNvPicPr>
              <a:picLocks noChangeAspect="1"/>
            </p:cNvPicPr>
            <p:nvPr/>
          </p:nvPicPr>
          <p:blipFill>
            <a:blip r:embed="rId6">
              <a:grayscl/>
              <a:extLst>
                <a:ext uri="{28A0092B-C50C-407E-A947-70E740481C1C}">
                  <a14:useLocalDpi xmlns:a14="http://schemas.microsoft.com/office/drawing/2010/main" val="0"/>
                </a:ext>
              </a:extLst>
            </a:blip>
            <a:stretch>
              <a:fillRect/>
            </a:stretch>
          </p:blipFill>
          <p:spPr>
            <a:xfrm>
              <a:off x="10636178" y="894544"/>
              <a:ext cx="585416" cy="585416"/>
            </a:xfrm>
            <a:prstGeom prst="rect">
              <a:avLst/>
            </a:prstGeom>
          </p:spPr>
        </p:pic>
        <p:sp>
          <p:nvSpPr>
            <p:cNvPr id="74" name="TextBox 73">
              <a:extLst>
                <a:ext uri="{FF2B5EF4-FFF2-40B4-BE49-F238E27FC236}">
                  <a16:creationId xmlns:a16="http://schemas.microsoft.com/office/drawing/2014/main" id="{65F58C2C-050A-7C04-1B4D-874D59C2B2D8}"/>
                </a:ext>
              </a:extLst>
            </p:cNvPr>
            <p:cNvSpPr txBox="1"/>
            <p:nvPr/>
          </p:nvSpPr>
          <p:spPr>
            <a:xfrm>
              <a:off x="10631447" y="1341348"/>
              <a:ext cx="1165384" cy="169277"/>
            </a:xfrm>
            <a:prstGeom prst="rect">
              <a:avLst/>
            </a:prstGeom>
            <a:noFill/>
          </p:spPr>
          <p:txBody>
            <a:bodyPr vert="horz" wrap="none" lIns="0" tIns="0" rIns="0" bIns="0" numCol="1" spcCol="288000" rtlCol="0" anchor="t" anchorCtr="0">
              <a:spAutoFit/>
            </a:bodyPr>
            <a:lstStyle/>
            <a:p>
              <a:pPr algn="l">
                <a:spcBef>
                  <a:spcPts val="0"/>
                </a:spcBef>
                <a:spcAft>
                  <a:spcPts val="600"/>
                </a:spcAft>
              </a:pPr>
              <a:r>
                <a:rPr lang="en-US" sz="1100" spc="0" dirty="0">
                  <a:ln>
                    <a:noFill/>
                  </a:ln>
                  <a:latin typeface="Source Sans Pro" panose="020B0503030403020204" pitchFamily="34" charset="0"/>
                  <a:ea typeface="Source Sans Pro" panose="020B0503030403020204" pitchFamily="34" charset="0"/>
                  <a:cs typeface="Source Sans Pro Light" charset="0"/>
                </a:rPr>
                <a:t>Eval @ </a:t>
              </a:r>
              <a:r>
                <a:rPr lang="en-US" sz="1100" spc="0" dirty="0" err="1">
                  <a:ln>
                    <a:noFill/>
                  </a:ln>
                  <a:latin typeface="Source Sans Pro" panose="020B0503030403020204" pitchFamily="34" charset="0"/>
                  <a:ea typeface="Source Sans Pro" panose="020B0503030403020204" pitchFamily="34" charset="0"/>
                  <a:cs typeface="Source Sans Pro Light" charset="0"/>
                </a:rPr>
                <a:t>microej.com</a:t>
              </a:r>
              <a:endParaRPr lang="en-US" sz="1100" spc="0" dirty="0">
                <a:ln>
                  <a:noFill/>
                </a:ln>
                <a:latin typeface="Source Sans Pro" panose="020B0503030403020204" pitchFamily="34" charset="0"/>
                <a:ea typeface="Source Sans Pro" panose="020B0503030403020204" pitchFamily="34" charset="0"/>
                <a:cs typeface="Source Sans Pro Light" charset="0"/>
              </a:endParaRPr>
            </a:p>
          </p:txBody>
        </p:sp>
      </p:grpSp>
      <p:grpSp>
        <p:nvGrpSpPr>
          <p:cNvPr id="20" name="Group 19">
            <a:extLst>
              <a:ext uri="{FF2B5EF4-FFF2-40B4-BE49-F238E27FC236}">
                <a16:creationId xmlns:a16="http://schemas.microsoft.com/office/drawing/2014/main" id="{15F43E13-1B9A-6BF9-FADE-157D94E96E8D}"/>
              </a:ext>
            </a:extLst>
          </p:cNvPr>
          <p:cNvGrpSpPr/>
          <p:nvPr/>
        </p:nvGrpSpPr>
        <p:grpSpPr>
          <a:xfrm>
            <a:off x="10741839" y="1644964"/>
            <a:ext cx="945970" cy="654696"/>
            <a:chOff x="10691470" y="1576009"/>
            <a:chExt cx="945970" cy="654696"/>
          </a:xfrm>
        </p:grpSpPr>
        <p:pic>
          <p:nvPicPr>
            <p:cNvPr id="75" name="Picture 74">
              <a:extLst>
                <a:ext uri="{FF2B5EF4-FFF2-40B4-BE49-F238E27FC236}">
                  <a16:creationId xmlns:a16="http://schemas.microsoft.com/office/drawing/2014/main" id="{C224C16C-1548-D47C-955E-D75622DD240D}"/>
                </a:ext>
              </a:extLst>
            </p:cNvPr>
            <p:cNvPicPr>
              <a:picLocks noChangeAspect="1"/>
            </p:cNvPicPr>
            <p:nvPr/>
          </p:nvPicPr>
          <p:blipFill>
            <a:blip r:embed="rId7">
              <a:grayscl/>
              <a:extLst>
                <a:ext uri="{28A0092B-C50C-407E-A947-70E740481C1C}">
                  <a14:useLocalDpi xmlns:a14="http://schemas.microsoft.com/office/drawing/2010/main" val="0"/>
                </a:ext>
              </a:extLst>
            </a:blip>
            <a:stretch>
              <a:fillRect/>
            </a:stretch>
          </p:blipFill>
          <p:spPr>
            <a:xfrm>
              <a:off x="10691470" y="1576009"/>
              <a:ext cx="525368" cy="525368"/>
            </a:xfrm>
            <a:prstGeom prst="rect">
              <a:avLst/>
            </a:prstGeom>
          </p:spPr>
        </p:pic>
        <p:sp>
          <p:nvSpPr>
            <p:cNvPr id="76" name="TextBox 75">
              <a:extLst>
                <a:ext uri="{FF2B5EF4-FFF2-40B4-BE49-F238E27FC236}">
                  <a16:creationId xmlns:a16="http://schemas.microsoft.com/office/drawing/2014/main" id="{D9E8B243-CBAB-4C2D-65C8-31AB9AD17980}"/>
                </a:ext>
              </a:extLst>
            </p:cNvPr>
            <p:cNvSpPr txBox="1"/>
            <p:nvPr/>
          </p:nvSpPr>
          <p:spPr>
            <a:xfrm>
              <a:off x="10698080" y="2061428"/>
              <a:ext cx="939360" cy="169277"/>
            </a:xfrm>
            <a:prstGeom prst="rect">
              <a:avLst/>
            </a:prstGeom>
            <a:noFill/>
          </p:spPr>
          <p:txBody>
            <a:bodyPr vert="horz" wrap="none" lIns="0" tIns="0" rIns="0" bIns="0" numCol="1" spcCol="288000" rtlCol="0" anchor="t" anchorCtr="0">
              <a:spAutoFit/>
            </a:bodyPr>
            <a:lstStyle/>
            <a:p>
              <a:pPr algn="l">
                <a:spcBef>
                  <a:spcPts val="0"/>
                </a:spcBef>
                <a:spcAft>
                  <a:spcPts val="600"/>
                </a:spcAft>
              </a:pPr>
              <a:r>
                <a:rPr lang="en-US" sz="1100" spc="0" dirty="0">
                  <a:ln>
                    <a:noFill/>
                  </a:ln>
                  <a:latin typeface="Source Sans Pro" panose="020B0503030403020204" pitchFamily="34" charset="0"/>
                  <a:ea typeface="Source Sans Pro" panose="020B0503030403020204" pitchFamily="34" charset="0"/>
                  <a:cs typeface="Source Sans Pro Light" charset="0"/>
                </a:rPr>
                <a:t>Prod from Sales</a:t>
              </a:r>
            </a:p>
          </p:txBody>
        </p:sp>
      </p:grpSp>
      <p:grpSp>
        <p:nvGrpSpPr>
          <p:cNvPr id="22" name="Group 21">
            <a:extLst>
              <a:ext uri="{FF2B5EF4-FFF2-40B4-BE49-F238E27FC236}">
                <a16:creationId xmlns:a16="http://schemas.microsoft.com/office/drawing/2014/main" id="{0E6A07B6-074B-F3F8-E2C0-9536E01217C4}"/>
              </a:ext>
            </a:extLst>
          </p:cNvPr>
          <p:cNvGrpSpPr/>
          <p:nvPr/>
        </p:nvGrpSpPr>
        <p:grpSpPr>
          <a:xfrm>
            <a:off x="10930338" y="5028920"/>
            <a:ext cx="1189926" cy="409155"/>
            <a:chOff x="10380024" y="5261013"/>
            <a:chExt cx="1189926" cy="409155"/>
          </a:xfrm>
        </p:grpSpPr>
        <p:pic>
          <p:nvPicPr>
            <p:cNvPr id="64" name="Picture 63">
              <a:extLst>
                <a:ext uri="{FF2B5EF4-FFF2-40B4-BE49-F238E27FC236}">
                  <a16:creationId xmlns:a16="http://schemas.microsoft.com/office/drawing/2014/main" id="{FC5966E2-5A72-DAC7-8395-5DA6473E4D14}"/>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380024" y="5261013"/>
              <a:ext cx="409155" cy="409155"/>
            </a:xfrm>
            <a:prstGeom prst="rect">
              <a:avLst/>
            </a:prstGeom>
          </p:spPr>
        </p:pic>
        <p:sp>
          <p:nvSpPr>
            <p:cNvPr id="77" name="TextBox 76">
              <a:extLst>
                <a:ext uri="{FF2B5EF4-FFF2-40B4-BE49-F238E27FC236}">
                  <a16:creationId xmlns:a16="http://schemas.microsoft.com/office/drawing/2014/main" id="{0D29B856-B691-256A-B023-1F9D80D7DDCE}"/>
                </a:ext>
              </a:extLst>
            </p:cNvPr>
            <p:cNvSpPr txBox="1"/>
            <p:nvPr/>
          </p:nvSpPr>
          <p:spPr>
            <a:xfrm>
              <a:off x="10895085" y="5370577"/>
              <a:ext cx="674865" cy="169277"/>
            </a:xfrm>
            <a:prstGeom prst="rect">
              <a:avLst/>
            </a:prstGeom>
            <a:noFill/>
          </p:spPr>
          <p:txBody>
            <a:bodyPr vert="horz" wrap="none" lIns="0" tIns="0" rIns="0" bIns="0" numCol="1" spcCol="288000" rtlCol="0" anchor="t" anchorCtr="0">
              <a:spAutoFit/>
            </a:bodyPr>
            <a:lstStyle/>
            <a:p>
              <a:pPr algn="l">
                <a:spcBef>
                  <a:spcPts val="0"/>
                </a:spcBef>
                <a:spcAft>
                  <a:spcPts val="600"/>
                </a:spcAft>
              </a:pPr>
              <a:r>
                <a:rPr lang="en-US" sz="1100" spc="0" dirty="0">
                  <a:ln>
                    <a:noFill/>
                  </a:ln>
                  <a:latin typeface="Source Sans Pro" panose="020B0503030403020204" pitchFamily="34" charset="0"/>
                  <a:ea typeface="Source Sans Pro" panose="020B0503030403020204" pitchFamily="34" charset="0"/>
                  <a:cs typeface="Source Sans Pro Light" charset="0"/>
                </a:rPr>
                <a:t>File System</a:t>
              </a:r>
            </a:p>
          </p:txBody>
        </p:sp>
      </p:grpSp>
      <p:sp>
        <p:nvSpPr>
          <p:cNvPr id="27" name="Rounded Rectangle 26">
            <a:extLst>
              <a:ext uri="{FF2B5EF4-FFF2-40B4-BE49-F238E27FC236}">
                <a16:creationId xmlns:a16="http://schemas.microsoft.com/office/drawing/2014/main" id="{B4A47375-DCDE-14F6-9C94-F1989FD8E545}"/>
              </a:ext>
            </a:extLst>
          </p:cNvPr>
          <p:cNvSpPr/>
          <p:nvPr/>
        </p:nvSpPr>
        <p:spPr>
          <a:xfrm>
            <a:off x="8122914" y="1183707"/>
            <a:ext cx="2494660" cy="1138920"/>
          </a:xfrm>
          <a:prstGeom prst="roundRect">
            <a:avLst>
              <a:gd name="adj" fmla="val 6304"/>
            </a:avLst>
          </a:prstGeom>
          <a:solidFill>
            <a:schemeClr val="accent1"/>
          </a:solidFill>
          <a:ln>
            <a:noFill/>
          </a:ln>
          <a:effectLst>
            <a:outerShdw blurRad="50800" dist="38100" dir="2700000" algn="tl"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defRPr/>
            </a:pPr>
            <a:r>
              <a:rPr lang="en-US" sz="1000" dirty="0">
                <a:solidFill>
                  <a:srgbClr val="FFFFFF"/>
                </a:solidFill>
                <a:latin typeface="Source Sans Pro" panose="020B0503030403020204" pitchFamily="34" charset="0"/>
                <a:ea typeface="Source Sans Pro" panose="020B0503030403020204" pitchFamily="34" charset="0"/>
                <a:cs typeface="Arial" panose="020B0604020202020204" pitchFamily="34" charset="0"/>
              </a:rPr>
              <a:t>Architecture </a:t>
            </a:r>
          </a:p>
          <a:p>
            <a:pPr algn="ctr">
              <a:defRPr/>
            </a:pPr>
            <a:r>
              <a:rPr lang="en-US" sz="1000" dirty="0">
                <a:solidFill>
                  <a:srgbClr val="FFFFFF"/>
                </a:solidFill>
                <a:latin typeface="Source Sans Pro" panose="020B0503030403020204" pitchFamily="34" charset="0"/>
                <a:ea typeface="Source Sans Pro" panose="020B0503030403020204" pitchFamily="34" charset="0"/>
                <a:cs typeface="Arial" panose="020B0604020202020204" pitchFamily="34" charset="0"/>
              </a:rPr>
              <a:t>(MEJ32 Core + Built-in Foundation Libraries + Simulator + Mockups)</a:t>
            </a:r>
          </a:p>
          <a:p>
            <a:pPr algn="ctr">
              <a:defRPr/>
            </a:pPr>
            <a:endParaRPr lang="en-US" sz="1000" dirty="0">
              <a:solidFill>
                <a:srgbClr val="FFFFFF"/>
              </a:solidFill>
              <a:latin typeface="Source Sans Pro" panose="020B0503030403020204" pitchFamily="34" charset="0"/>
              <a:ea typeface="Source Sans Pro" panose="020B0503030403020204" pitchFamily="34" charset="0"/>
              <a:cs typeface="Source Sans Pro Light" charset="0"/>
            </a:endParaRPr>
          </a:p>
          <a:p>
            <a:pPr algn="ctr">
              <a:defRPr/>
            </a:pPr>
            <a:endParaRPr lang="en-US" sz="1000" dirty="0">
              <a:solidFill>
                <a:srgbClr val="FFFFFF"/>
              </a:solidFill>
              <a:latin typeface="Source Sans Pro" panose="020B0503030403020204" pitchFamily="34" charset="0"/>
              <a:ea typeface="Source Sans Pro" panose="020B0503030403020204" pitchFamily="34" charset="0"/>
              <a:cs typeface="Source Sans Pro Light" charset="0"/>
            </a:endParaRPr>
          </a:p>
          <a:p>
            <a:pPr algn="ctr">
              <a:defRPr/>
            </a:pPr>
            <a:endParaRPr lang="en-US" sz="1000" dirty="0">
              <a:solidFill>
                <a:srgbClr val="FFFFFF"/>
              </a:solidFill>
              <a:latin typeface="Source Sans Pro" panose="020B0503030403020204" pitchFamily="34" charset="0"/>
              <a:ea typeface="Source Sans Pro" panose="020B0503030403020204" pitchFamily="34" charset="0"/>
              <a:cs typeface="Source Sans Pro Light" charset="0"/>
            </a:endParaRPr>
          </a:p>
          <a:p>
            <a:pPr algn="ctr">
              <a:defRPr/>
            </a:pPr>
            <a:endParaRPr lang="en-US" sz="1000" dirty="0">
              <a:solidFill>
                <a:srgbClr val="FFFFFF"/>
              </a:solidFill>
              <a:latin typeface="Source Sans Pro" panose="020B0503030403020204" pitchFamily="34" charset="0"/>
              <a:ea typeface="Source Sans Pro" panose="020B0503030403020204" pitchFamily="34" charset="0"/>
              <a:cs typeface="Source Sans Pro Light" charset="0"/>
            </a:endParaRPr>
          </a:p>
        </p:txBody>
      </p:sp>
      <p:sp>
        <p:nvSpPr>
          <p:cNvPr id="36" name="Rounded Rectangle 35">
            <a:extLst>
              <a:ext uri="{FF2B5EF4-FFF2-40B4-BE49-F238E27FC236}">
                <a16:creationId xmlns:a16="http://schemas.microsoft.com/office/drawing/2014/main" id="{1F959762-16C4-185E-956F-19D7A07C1B08}"/>
              </a:ext>
            </a:extLst>
          </p:cNvPr>
          <p:cNvSpPr/>
          <p:nvPr/>
        </p:nvSpPr>
        <p:spPr>
          <a:xfrm>
            <a:off x="8857580" y="1785339"/>
            <a:ext cx="402556" cy="397707"/>
          </a:xfrm>
          <a:prstGeom prst="roundRect">
            <a:avLst>
              <a:gd name="adj" fmla="val 7525"/>
            </a:avLst>
          </a:prstGeom>
          <a:solidFill>
            <a:schemeClr val="accent4"/>
          </a:solidFill>
          <a:ln w="9525">
            <a:noFill/>
          </a:ln>
          <a:effectLst>
            <a:outerShdw blurRad="50800" dist="38100" dir="2700000" algn="tl"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000" dirty="0">
                <a:solidFill>
                  <a:srgbClr val="FFFFFF"/>
                </a:solidFill>
                <a:latin typeface="Source Sans Pro" panose="020B0503030403020204" pitchFamily="34" charset="0"/>
                <a:ea typeface="Source Sans Pro" panose="020B0503030403020204" pitchFamily="34" charset="0"/>
              </a:rPr>
              <a:t>M</a:t>
            </a:r>
          </a:p>
        </p:txBody>
      </p:sp>
      <p:sp>
        <p:nvSpPr>
          <p:cNvPr id="37" name="Rounded Rectangle 36">
            <a:extLst>
              <a:ext uri="{FF2B5EF4-FFF2-40B4-BE49-F238E27FC236}">
                <a16:creationId xmlns:a16="http://schemas.microsoft.com/office/drawing/2014/main" id="{D8195318-1DF2-24D4-08DC-6BA8152C0A8D}"/>
              </a:ext>
            </a:extLst>
          </p:cNvPr>
          <p:cNvSpPr/>
          <p:nvPr/>
        </p:nvSpPr>
        <p:spPr>
          <a:xfrm>
            <a:off x="9437698" y="1785339"/>
            <a:ext cx="444460" cy="404394"/>
          </a:xfrm>
          <a:prstGeom prst="roundRect">
            <a:avLst>
              <a:gd name="adj" fmla="val 7525"/>
            </a:avLst>
          </a:prstGeom>
          <a:solidFill>
            <a:schemeClr val="accent6"/>
          </a:solidFill>
          <a:ln w="9525">
            <a:noFill/>
          </a:ln>
          <a:effectLst>
            <a:outerShdw blurRad="50800" dist="38100" dir="2700000" algn="tl"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000" dirty="0">
                <a:solidFill>
                  <a:srgbClr val="FFFFFF"/>
                </a:solidFill>
                <a:latin typeface="Source Sans Pro" panose="020B0503030403020204" pitchFamily="34" charset="0"/>
                <a:ea typeface="Source Sans Pro" panose="020B0503030403020204" pitchFamily="34" charset="0"/>
                <a:cs typeface="Arial" panose="020B0604020202020204" pitchFamily="34" charset="0"/>
              </a:rPr>
              <a:t>N</a:t>
            </a:r>
          </a:p>
        </p:txBody>
      </p:sp>
      <p:grpSp>
        <p:nvGrpSpPr>
          <p:cNvPr id="38" name="Group 37">
            <a:extLst>
              <a:ext uri="{FF2B5EF4-FFF2-40B4-BE49-F238E27FC236}">
                <a16:creationId xmlns:a16="http://schemas.microsoft.com/office/drawing/2014/main" id="{9067F4FF-C162-50E0-CD82-6B304F19742D}"/>
              </a:ext>
            </a:extLst>
          </p:cNvPr>
          <p:cNvGrpSpPr/>
          <p:nvPr/>
        </p:nvGrpSpPr>
        <p:grpSpPr>
          <a:xfrm>
            <a:off x="10059721" y="1785339"/>
            <a:ext cx="402556" cy="397707"/>
            <a:chOff x="3684571" y="1736084"/>
            <a:chExt cx="402556" cy="397707"/>
          </a:xfrm>
        </p:grpSpPr>
        <p:sp>
          <p:nvSpPr>
            <p:cNvPr id="39" name="Rounded Rectangle 38">
              <a:extLst>
                <a:ext uri="{FF2B5EF4-FFF2-40B4-BE49-F238E27FC236}">
                  <a16:creationId xmlns:a16="http://schemas.microsoft.com/office/drawing/2014/main" id="{35938F13-5BE8-956B-2B6E-62E0DE3DC2B0}"/>
                </a:ext>
              </a:extLst>
            </p:cNvPr>
            <p:cNvSpPr/>
            <p:nvPr/>
          </p:nvSpPr>
          <p:spPr>
            <a:xfrm>
              <a:off x="3684571" y="1736084"/>
              <a:ext cx="402556" cy="397707"/>
            </a:xfrm>
            <a:prstGeom prst="roundRect">
              <a:avLst>
                <a:gd name="adj" fmla="val 7525"/>
              </a:avLst>
            </a:prstGeom>
            <a:solidFill>
              <a:schemeClr val="accent2"/>
            </a:solidFill>
            <a:ln w="9525">
              <a:noFill/>
            </a:ln>
            <a:effectLst>
              <a:outerShdw blurRad="50800" dist="38100" dir="2700000" algn="tl"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000" dirty="0">
                <a:solidFill>
                  <a:srgbClr val="FFFFFF"/>
                </a:solidFill>
                <a:latin typeface="Source Sans Pro" panose="020B0503030403020204" pitchFamily="34" charset="0"/>
                <a:ea typeface="Source Sans Pro" panose="020B0503030403020204" pitchFamily="34" charset="0"/>
                <a:cs typeface="Arial" panose="020B0604020202020204" pitchFamily="34" charset="0"/>
              </a:endParaRPr>
            </a:p>
          </p:txBody>
        </p:sp>
        <p:pic>
          <p:nvPicPr>
            <p:cNvPr id="40" name="Picture 39">
              <a:extLst>
                <a:ext uri="{FF2B5EF4-FFF2-40B4-BE49-F238E27FC236}">
                  <a16:creationId xmlns:a16="http://schemas.microsoft.com/office/drawing/2014/main" id="{6A3EE33D-0EFF-DD21-AF22-05E2BD3E8EEC}"/>
                </a:ext>
              </a:extLst>
            </p:cNvPr>
            <p:cNvPicPr>
              <a:picLocks noChangeAspect="1"/>
            </p:cNvPicPr>
            <p:nvPr/>
          </p:nvPicPr>
          <p:blipFill>
            <a:blip r:embed="rId9"/>
            <a:stretch>
              <a:fillRect/>
            </a:stretch>
          </p:blipFill>
          <p:spPr>
            <a:xfrm>
              <a:off x="3727874" y="1796516"/>
              <a:ext cx="332460" cy="276842"/>
            </a:xfrm>
            <a:prstGeom prst="rect">
              <a:avLst/>
            </a:prstGeom>
          </p:spPr>
        </p:pic>
      </p:grpSp>
      <p:grpSp>
        <p:nvGrpSpPr>
          <p:cNvPr id="35" name="Group 34">
            <a:extLst>
              <a:ext uri="{FF2B5EF4-FFF2-40B4-BE49-F238E27FC236}">
                <a16:creationId xmlns:a16="http://schemas.microsoft.com/office/drawing/2014/main" id="{D21453AB-403C-B0F1-4968-C5F9FB55EA86}"/>
              </a:ext>
            </a:extLst>
          </p:cNvPr>
          <p:cNvGrpSpPr/>
          <p:nvPr/>
        </p:nvGrpSpPr>
        <p:grpSpPr>
          <a:xfrm>
            <a:off x="8277462" y="1785339"/>
            <a:ext cx="402556" cy="397707"/>
            <a:chOff x="8209128" y="1796911"/>
            <a:chExt cx="402556" cy="397707"/>
          </a:xfrm>
        </p:grpSpPr>
        <p:sp>
          <p:nvSpPr>
            <p:cNvPr id="34" name="Rounded Rectangle 33">
              <a:extLst>
                <a:ext uri="{FF2B5EF4-FFF2-40B4-BE49-F238E27FC236}">
                  <a16:creationId xmlns:a16="http://schemas.microsoft.com/office/drawing/2014/main" id="{86A361AB-0AF4-11C4-9DE9-913AE924566F}"/>
                </a:ext>
              </a:extLst>
            </p:cNvPr>
            <p:cNvSpPr/>
            <p:nvPr/>
          </p:nvSpPr>
          <p:spPr>
            <a:xfrm>
              <a:off x="8209128" y="1796911"/>
              <a:ext cx="402556" cy="397707"/>
            </a:xfrm>
            <a:prstGeom prst="roundRect">
              <a:avLst>
                <a:gd name="adj" fmla="val 7525"/>
              </a:avLst>
            </a:prstGeom>
            <a:solidFill>
              <a:schemeClr val="bg1"/>
            </a:solidFill>
            <a:ln>
              <a:noFill/>
            </a:ln>
            <a:effectLst>
              <a:outerShdw blurRad="50800" dist="38100" dir="2700000" algn="tl"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defRPr/>
              </a:pPr>
              <a:endParaRPr lang="en-US" sz="1000" dirty="0">
                <a:solidFill>
                  <a:srgbClr val="FFFFFF"/>
                </a:solidFill>
                <a:latin typeface="Source Sans Pro Light" charset="0"/>
                <a:ea typeface="Source Sans Pro Light" charset="0"/>
                <a:cs typeface="Source Sans Pro Light" charset="0"/>
              </a:endParaRPr>
            </a:p>
          </p:txBody>
        </p:sp>
        <p:pic>
          <p:nvPicPr>
            <p:cNvPr id="94" name="Picture 93">
              <a:extLst>
                <a:ext uri="{FF2B5EF4-FFF2-40B4-BE49-F238E27FC236}">
                  <a16:creationId xmlns:a16="http://schemas.microsoft.com/office/drawing/2014/main" id="{38B4B7AC-D94A-0CE8-8760-3C367A475B74}"/>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256240" y="1840725"/>
              <a:ext cx="293677" cy="296036"/>
            </a:xfrm>
            <a:prstGeom prst="rect">
              <a:avLst/>
            </a:prstGeom>
          </p:spPr>
        </p:pic>
      </p:grpSp>
      <p:cxnSp>
        <p:nvCxnSpPr>
          <p:cNvPr id="114" name="Elbow Connector 113">
            <a:extLst>
              <a:ext uri="{FF2B5EF4-FFF2-40B4-BE49-F238E27FC236}">
                <a16:creationId xmlns:a16="http://schemas.microsoft.com/office/drawing/2014/main" id="{05A671D5-452B-2D9D-BC8B-E655FB9CC82B}"/>
              </a:ext>
            </a:extLst>
          </p:cNvPr>
          <p:cNvCxnSpPr>
            <a:cxnSpLocks/>
            <a:stCxn id="19" idx="1"/>
            <a:endCxn id="85" idx="3"/>
          </p:cNvCxnSpPr>
          <p:nvPr/>
        </p:nvCxnSpPr>
        <p:spPr>
          <a:xfrm rot="10800000">
            <a:off x="4716275" y="3013428"/>
            <a:ext cx="3793506" cy="1767248"/>
          </a:xfrm>
          <a:prstGeom prst="bentConnector3">
            <a:avLst>
              <a:gd name="adj1" fmla="val 83511"/>
            </a:avLst>
          </a:prstGeom>
          <a:ln w="25400">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3C18239-F0FB-1CFC-4AF4-4EDC1C5001C3}"/>
              </a:ext>
            </a:extLst>
          </p:cNvPr>
          <p:cNvGrpSpPr/>
          <p:nvPr/>
        </p:nvGrpSpPr>
        <p:grpSpPr>
          <a:xfrm>
            <a:off x="10851114" y="3556705"/>
            <a:ext cx="983554" cy="457337"/>
            <a:chOff x="10380024" y="3627343"/>
            <a:chExt cx="983554" cy="457337"/>
          </a:xfrm>
        </p:grpSpPr>
        <p:pic>
          <p:nvPicPr>
            <p:cNvPr id="16" name="Graphic 15">
              <a:extLst>
                <a:ext uri="{FF2B5EF4-FFF2-40B4-BE49-F238E27FC236}">
                  <a16:creationId xmlns:a16="http://schemas.microsoft.com/office/drawing/2014/main" id="{18F9B078-9154-34C7-F340-034704819A0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380024" y="3627343"/>
              <a:ext cx="463689" cy="457337"/>
            </a:xfrm>
            <a:prstGeom prst="rect">
              <a:avLst/>
            </a:prstGeom>
          </p:spPr>
        </p:pic>
        <p:sp>
          <p:nvSpPr>
            <p:cNvPr id="17" name="TextBox 16">
              <a:extLst>
                <a:ext uri="{FF2B5EF4-FFF2-40B4-BE49-F238E27FC236}">
                  <a16:creationId xmlns:a16="http://schemas.microsoft.com/office/drawing/2014/main" id="{7DBEA46C-0B6C-D6CD-AB4D-677F376F1518}"/>
                </a:ext>
              </a:extLst>
            </p:cNvPr>
            <p:cNvSpPr txBox="1"/>
            <p:nvPr/>
          </p:nvSpPr>
          <p:spPr>
            <a:xfrm>
              <a:off x="10946797" y="3763678"/>
              <a:ext cx="416781" cy="169277"/>
            </a:xfrm>
            <a:prstGeom prst="rect">
              <a:avLst/>
            </a:prstGeom>
            <a:noFill/>
          </p:spPr>
          <p:txBody>
            <a:bodyPr vert="horz" wrap="none" lIns="0" tIns="0" rIns="0" bIns="0" numCol="1" spcCol="288000" rtlCol="0" anchor="t" anchorCtr="0">
              <a:spAutoFit/>
            </a:bodyPr>
            <a:lstStyle/>
            <a:p>
              <a:pPr algn="l">
                <a:spcBef>
                  <a:spcPts val="0"/>
                </a:spcBef>
                <a:spcAft>
                  <a:spcPts val="600"/>
                </a:spcAft>
              </a:pPr>
              <a:r>
                <a:rPr lang="en-US" sz="1100" spc="0" dirty="0">
                  <a:ln>
                    <a:noFill/>
                  </a:ln>
                  <a:latin typeface="Source Sans Pro" panose="020B0503030403020204" pitchFamily="34" charset="0"/>
                  <a:ea typeface="Source Sans Pro" panose="020B0503030403020204" pitchFamily="34" charset="0"/>
                  <a:cs typeface="Source Sans Pro Light" charset="0"/>
                </a:rPr>
                <a:t>GitHub</a:t>
              </a:r>
            </a:p>
          </p:txBody>
        </p:sp>
      </p:grpSp>
      <p:grpSp>
        <p:nvGrpSpPr>
          <p:cNvPr id="141" name="Group 140">
            <a:extLst>
              <a:ext uri="{FF2B5EF4-FFF2-40B4-BE49-F238E27FC236}">
                <a16:creationId xmlns:a16="http://schemas.microsoft.com/office/drawing/2014/main" id="{40AC81FD-3F2D-99D3-BB0C-BEC11C6D3531}"/>
              </a:ext>
            </a:extLst>
          </p:cNvPr>
          <p:cNvGrpSpPr/>
          <p:nvPr/>
        </p:nvGrpSpPr>
        <p:grpSpPr>
          <a:xfrm>
            <a:off x="10737108" y="2474637"/>
            <a:ext cx="1396038" cy="585416"/>
            <a:chOff x="10578961" y="4819952"/>
            <a:chExt cx="1396038" cy="585416"/>
          </a:xfrm>
        </p:grpSpPr>
        <p:pic>
          <p:nvPicPr>
            <p:cNvPr id="63" name="Picture 62">
              <a:extLst>
                <a:ext uri="{FF2B5EF4-FFF2-40B4-BE49-F238E27FC236}">
                  <a16:creationId xmlns:a16="http://schemas.microsoft.com/office/drawing/2014/main" id="{7586B9B9-199C-2C06-8151-F727B7FD1027}"/>
                </a:ext>
              </a:extLst>
            </p:cNvPr>
            <p:cNvPicPr>
              <a:picLocks noChangeAspect="1"/>
            </p:cNvPicPr>
            <p:nvPr/>
          </p:nvPicPr>
          <p:blipFill>
            <a:blip r:embed="rId6">
              <a:grayscl/>
              <a:alphaModFix amt="20000"/>
              <a:extLst>
                <a:ext uri="{28A0092B-C50C-407E-A947-70E740481C1C}">
                  <a14:useLocalDpi xmlns:a14="http://schemas.microsoft.com/office/drawing/2010/main" val="0"/>
                </a:ext>
              </a:extLst>
            </a:blip>
            <a:stretch>
              <a:fillRect/>
            </a:stretch>
          </p:blipFill>
          <p:spPr>
            <a:xfrm>
              <a:off x="10707593" y="4819952"/>
              <a:ext cx="585416" cy="585416"/>
            </a:xfrm>
            <a:prstGeom prst="rect">
              <a:avLst/>
            </a:prstGeom>
          </p:spPr>
        </p:pic>
        <p:sp>
          <p:nvSpPr>
            <p:cNvPr id="72" name="TextBox 71">
              <a:extLst>
                <a:ext uri="{FF2B5EF4-FFF2-40B4-BE49-F238E27FC236}">
                  <a16:creationId xmlns:a16="http://schemas.microsoft.com/office/drawing/2014/main" id="{F5690783-B49E-64FC-8BD8-36771B4BA202}"/>
                </a:ext>
              </a:extLst>
            </p:cNvPr>
            <p:cNvSpPr txBox="1"/>
            <p:nvPr/>
          </p:nvSpPr>
          <p:spPr>
            <a:xfrm>
              <a:off x="10586798" y="4854200"/>
              <a:ext cx="1388201" cy="169277"/>
            </a:xfrm>
            <a:prstGeom prst="rect">
              <a:avLst/>
            </a:prstGeom>
            <a:noFill/>
          </p:spPr>
          <p:txBody>
            <a:bodyPr vert="horz" wrap="none" lIns="0" tIns="0" rIns="0" bIns="0" numCol="1" spcCol="288000" rtlCol="0" anchor="t" anchorCtr="0">
              <a:spAutoFit/>
            </a:bodyPr>
            <a:lstStyle/>
            <a:p>
              <a:pPr algn="ctr">
                <a:spcBef>
                  <a:spcPts val="0"/>
                </a:spcBef>
                <a:spcAft>
                  <a:spcPts val="600"/>
                </a:spcAft>
              </a:pPr>
              <a:r>
                <a:rPr lang="en-US" sz="1100" dirty="0" err="1">
                  <a:latin typeface="Source Sans Pro" panose="020B0503030403020204" pitchFamily="34" charset="0"/>
                  <a:ea typeface="Source Sans Pro" panose="020B0503030403020204" pitchFamily="34" charset="0"/>
                  <a:cs typeface="Source Sans Pro Light" charset="0"/>
                </a:rPr>
                <a:t>r</a:t>
              </a:r>
              <a:r>
                <a:rPr lang="en-US" sz="1100" spc="0" dirty="0" err="1">
                  <a:ln>
                    <a:noFill/>
                  </a:ln>
                  <a:latin typeface="Source Sans Pro" panose="020B0503030403020204" pitchFamily="34" charset="0"/>
                  <a:ea typeface="Source Sans Pro" panose="020B0503030403020204" pitchFamily="34" charset="0"/>
                  <a:cs typeface="Source Sans Pro Light" charset="0"/>
                </a:rPr>
                <a:t>epository.microej.com</a:t>
              </a:r>
              <a:endParaRPr lang="en-US" sz="1100" spc="0" dirty="0">
                <a:ln>
                  <a:noFill/>
                </a:ln>
                <a:latin typeface="Source Sans Pro" panose="020B0503030403020204" pitchFamily="34" charset="0"/>
                <a:ea typeface="Source Sans Pro" panose="020B0503030403020204" pitchFamily="34" charset="0"/>
                <a:cs typeface="Source Sans Pro Light" charset="0"/>
              </a:endParaRPr>
            </a:p>
          </p:txBody>
        </p:sp>
        <p:sp>
          <p:nvSpPr>
            <p:cNvPr id="2" name="TextBox 1">
              <a:extLst>
                <a:ext uri="{FF2B5EF4-FFF2-40B4-BE49-F238E27FC236}">
                  <a16:creationId xmlns:a16="http://schemas.microsoft.com/office/drawing/2014/main" id="{F65EDAEF-F0E9-FD7F-2392-CCC1C62A95AE}"/>
                </a:ext>
              </a:extLst>
            </p:cNvPr>
            <p:cNvSpPr txBox="1"/>
            <p:nvPr/>
          </p:nvSpPr>
          <p:spPr>
            <a:xfrm>
              <a:off x="10578961" y="5145423"/>
              <a:ext cx="1086836" cy="169277"/>
            </a:xfrm>
            <a:prstGeom prst="rect">
              <a:avLst/>
            </a:prstGeom>
            <a:noFill/>
          </p:spPr>
          <p:txBody>
            <a:bodyPr vert="horz" wrap="none" lIns="0" tIns="0" rIns="0" bIns="0" numCol="1" spcCol="288000" rtlCol="0" anchor="t" anchorCtr="0">
              <a:spAutoFit/>
            </a:bodyPr>
            <a:lstStyle/>
            <a:p>
              <a:pPr algn="ctr">
                <a:spcBef>
                  <a:spcPts val="0"/>
                </a:spcBef>
                <a:spcAft>
                  <a:spcPts val="600"/>
                </a:spcAft>
              </a:pPr>
              <a:r>
                <a:rPr lang="en-US" sz="1100" dirty="0" err="1">
                  <a:latin typeface="Source Sans Pro" panose="020B0503030403020204" pitchFamily="34" charset="0"/>
                  <a:ea typeface="Source Sans Pro" panose="020B0503030403020204" pitchFamily="34" charset="0"/>
                  <a:cs typeface="Source Sans Pro Light" charset="0"/>
                </a:rPr>
                <a:t>forge.microej.com</a:t>
              </a:r>
              <a:endParaRPr lang="en-US" sz="1100" spc="0" dirty="0">
                <a:ln>
                  <a:noFill/>
                </a:ln>
                <a:latin typeface="Source Sans Pro" panose="020B0503030403020204" pitchFamily="34" charset="0"/>
                <a:ea typeface="Source Sans Pro" panose="020B0503030403020204" pitchFamily="34" charset="0"/>
                <a:cs typeface="Source Sans Pro Light" charset="0"/>
              </a:endParaRPr>
            </a:p>
          </p:txBody>
        </p:sp>
      </p:grpSp>
      <p:grpSp>
        <p:nvGrpSpPr>
          <p:cNvPr id="4" name="Group 3">
            <a:extLst>
              <a:ext uri="{FF2B5EF4-FFF2-40B4-BE49-F238E27FC236}">
                <a16:creationId xmlns:a16="http://schemas.microsoft.com/office/drawing/2014/main" id="{F91B6BA5-4751-2439-E6DA-1DB043BF04BC}"/>
              </a:ext>
            </a:extLst>
          </p:cNvPr>
          <p:cNvGrpSpPr/>
          <p:nvPr/>
        </p:nvGrpSpPr>
        <p:grpSpPr>
          <a:xfrm>
            <a:off x="368497" y="2048961"/>
            <a:ext cx="1963733" cy="2203454"/>
            <a:chOff x="132846" y="1228233"/>
            <a:chExt cx="1963733" cy="4002682"/>
          </a:xfrm>
        </p:grpSpPr>
        <p:sp>
          <p:nvSpPr>
            <p:cNvPr id="26" name="Rounded Rectangle 174">
              <a:extLst>
                <a:ext uri="{FF2B5EF4-FFF2-40B4-BE49-F238E27FC236}">
                  <a16:creationId xmlns:a16="http://schemas.microsoft.com/office/drawing/2014/main" id="{969EF9E8-9AA2-4D05-D0D6-F1A35C52CA45}"/>
                </a:ext>
              </a:extLst>
            </p:cNvPr>
            <p:cNvSpPr/>
            <p:nvPr/>
          </p:nvSpPr>
          <p:spPr>
            <a:xfrm>
              <a:off x="132846" y="1377419"/>
              <a:ext cx="1963733" cy="3853496"/>
            </a:xfrm>
            <a:prstGeom prst="roundRect">
              <a:avLst>
                <a:gd name="adj" fmla="val 8585"/>
              </a:avLst>
            </a:prstGeom>
            <a:solidFill>
              <a:schemeClr val="bg1"/>
            </a:solidFill>
            <a:ln w="12700">
              <a:solidFill>
                <a:schemeClr val="bg2"/>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600" dirty="0">
                <a:ln w="0">
                  <a:solidFill>
                    <a:sysClr val="windowText" lastClr="000000"/>
                  </a:solidFill>
                </a:ln>
                <a:solidFill>
                  <a:schemeClr val="tx1"/>
                </a:solidFill>
                <a:effectLst>
                  <a:outerShdw blurRad="38100" dist="19050" dir="2700000" algn="tl" rotWithShape="0">
                    <a:schemeClr val="dk1">
                      <a:alpha val="40000"/>
                    </a:schemeClr>
                  </a:outerShdw>
                </a:effectLst>
              </a:endParaRPr>
            </a:p>
          </p:txBody>
        </p:sp>
        <p:sp>
          <p:nvSpPr>
            <p:cNvPr id="28" name="TextBox 27">
              <a:extLst>
                <a:ext uri="{FF2B5EF4-FFF2-40B4-BE49-F238E27FC236}">
                  <a16:creationId xmlns:a16="http://schemas.microsoft.com/office/drawing/2014/main" id="{E8BA9231-8F80-03D2-0E15-A9428F29292E}"/>
                </a:ext>
              </a:extLst>
            </p:cNvPr>
            <p:cNvSpPr txBox="1"/>
            <p:nvPr/>
          </p:nvSpPr>
          <p:spPr>
            <a:xfrm>
              <a:off x="738212" y="1228233"/>
              <a:ext cx="848012" cy="303536"/>
            </a:xfrm>
            <a:prstGeom prst="rect">
              <a:avLst/>
            </a:prstGeom>
            <a:solidFill>
              <a:schemeClr val="bg1"/>
            </a:solidFill>
          </p:spPr>
          <p:txBody>
            <a:bodyPr wrap="square" tIns="36000" bIns="36000" rtlCol="0">
              <a:spAutoFit/>
            </a:bodyPr>
            <a:lstStyle/>
            <a:p>
              <a:pPr defTabSz="685783">
                <a:buClrTx/>
              </a:pPr>
              <a:r>
                <a:rPr lang="en-US" sz="1500" dirty="0">
                  <a:solidFill>
                    <a:schemeClr val="tx1">
                      <a:lumMod val="75000"/>
                    </a:schemeClr>
                  </a:solidFill>
                  <a:latin typeface="Source Sans Pro" panose="020B0503030403020204" pitchFamily="34" charset="0"/>
                  <a:ea typeface="Source Sans Pro" panose="020B0503030403020204" pitchFamily="34" charset="0"/>
                  <a:cs typeface="Source Sans Pro Light" charset="0"/>
                </a:rPr>
                <a:t>Legend</a:t>
              </a:r>
            </a:p>
          </p:txBody>
        </p:sp>
      </p:grpSp>
      <p:sp>
        <p:nvSpPr>
          <p:cNvPr id="5" name="Rounded Rectangle 4">
            <a:extLst>
              <a:ext uri="{FF2B5EF4-FFF2-40B4-BE49-F238E27FC236}">
                <a16:creationId xmlns:a16="http://schemas.microsoft.com/office/drawing/2014/main" id="{BE75EF25-534A-C3FA-3145-1D875321C5BE}"/>
              </a:ext>
            </a:extLst>
          </p:cNvPr>
          <p:cNvSpPr/>
          <p:nvPr/>
        </p:nvSpPr>
        <p:spPr>
          <a:xfrm>
            <a:off x="540364" y="2509872"/>
            <a:ext cx="1620000" cy="385200"/>
          </a:xfrm>
          <a:prstGeom prst="roundRect">
            <a:avLst>
              <a:gd name="adj" fmla="val 6304"/>
            </a:avLst>
          </a:prstGeom>
          <a:solidFill>
            <a:schemeClr val="accent1"/>
          </a:solidFill>
          <a:ln>
            <a:no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defRPr/>
            </a:pPr>
            <a:r>
              <a:rPr lang="en-US" sz="1000" dirty="0" err="1">
                <a:solidFill>
                  <a:srgbClr val="FFFFFF"/>
                </a:solidFill>
                <a:latin typeface="Source Sans Pro" panose="020B0503030403020204" pitchFamily="34" charset="0"/>
                <a:ea typeface="Source Sans Pro" panose="020B0503030403020204" pitchFamily="34" charset="0"/>
                <a:cs typeface="Source Sans Pro Light" charset="0"/>
              </a:rPr>
              <a:t>MicroEJ</a:t>
            </a:r>
            <a:r>
              <a:rPr lang="en-US" sz="1000" dirty="0">
                <a:solidFill>
                  <a:srgbClr val="FFFFFF"/>
                </a:solidFill>
                <a:latin typeface="Source Sans Pro" panose="020B0503030403020204" pitchFamily="34" charset="0"/>
                <a:ea typeface="Source Sans Pro" panose="020B0503030403020204" pitchFamily="34" charset="0"/>
                <a:cs typeface="Source Sans Pro Light" charset="0"/>
              </a:rPr>
              <a:t> Products</a:t>
            </a:r>
          </a:p>
        </p:txBody>
      </p:sp>
      <p:grpSp>
        <p:nvGrpSpPr>
          <p:cNvPr id="7" name="Group 6">
            <a:extLst>
              <a:ext uri="{FF2B5EF4-FFF2-40B4-BE49-F238E27FC236}">
                <a16:creationId xmlns:a16="http://schemas.microsoft.com/office/drawing/2014/main" id="{3BF9E808-1D92-DB2C-EE4C-B0D17DEB3490}"/>
              </a:ext>
            </a:extLst>
          </p:cNvPr>
          <p:cNvGrpSpPr/>
          <p:nvPr/>
        </p:nvGrpSpPr>
        <p:grpSpPr>
          <a:xfrm>
            <a:off x="540364" y="3068960"/>
            <a:ext cx="1620000" cy="936104"/>
            <a:chOff x="174460" y="2907336"/>
            <a:chExt cx="1620000" cy="936104"/>
          </a:xfrm>
        </p:grpSpPr>
        <p:sp>
          <p:nvSpPr>
            <p:cNvPr id="8" name="Rounded Rectangle 7">
              <a:extLst>
                <a:ext uri="{FF2B5EF4-FFF2-40B4-BE49-F238E27FC236}">
                  <a16:creationId xmlns:a16="http://schemas.microsoft.com/office/drawing/2014/main" id="{5CF80D7F-100D-6895-CFCD-725FAEA7D917}"/>
                </a:ext>
              </a:extLst>
            </p:cNvPr>
            <p:cNvSpPr/>
            <p:nvPr/>
          </p:nvSpPr>
          <p:spPr>
            <a:xfrm>
              <a:off x="175443" y="2907336"/>
              <a:ext cx="1619017" cy="385200"/>
            </a:xfrm>
            <a:prstGeom prst="roundRect">
              <a:avLst>
                <a:gd name="adj" fmla="val 7525"/>
              </a:avLst>
            </a:prstGeom>
            <a:solidFill>
              <a:schemeClr val="bg1">
                <a:lumMod val="50000"/>
              </a:schemeClr>
            </a:solidFill>
            <a:ln w="12700">
              <a:noFill/>
            </a:ln>
            <a:effectLst/>
          </p:spPr>
          <p:style>
            <a:lnRef idx="2">
              <a:schemeClr val="dk1"/>
            </a:lnRef>
            <a:fillRef idx="1">
              <a:schemeClr val="lt1"/>
            </a:fillRef>
            <a:effectRef idx="0">
              <a:schemeClr val="dk1"/>
            </a:effectRef>
            <a:fontRef idx="minor">
              <a:schemeClr val="dk1"/>
            </a:fontRef>
          </p:style>
          <p:txBody>
            <a:bodyPr wrap="square" tIns="36000" bIns="36000" rtlCol="0" anchor="ctr" anchorCtr="1">
              <a:noAutofit/>
            </a:bodyPr>
            <a:lstStyle/>
            <a:p>
              <a:pPr algn="ctr"/>
              <a:r>
                <a:rPr lang="en-US" sz="1000" dirty="0">
                  <a:solidFill>
                    <a:schemeClr val="bg1"/>
                  </a:solidFill>
                  <a:latin typeface="Source Sans Pro" panose="020B0503030403020204" pitchFamily="34" charset="0"/>
                  <a:ea typeface="Source Sans Pro" panose="020B0503030403020204" pitchFamily="34" charset="0"/>
                  <a:cs typeface="Source Sans Pro Light" charset="0"/>
                </a:rPr>
                <a:t>Examples</a:t>
              </a:r>
              <a:endParaRPr lang="en-GB" sz="1000" dirty="0">
                <a:solidFill>
                  <a:schemeClr val="bg1"/>
                </a:solidFill>
                <a:latin typeface="Source Sans Pro" panose="020B0503030403020204" pitchFamily="34" charset="0"/>
                <a:ea typeface="Source Sans Pro" panose="020B0503030403020204" pitchFamily="34" charset="0"/>
                <a:cs typeface="Source Sans Pro Light" charset="0"/>
              </a:endParaRPr>
            </a:p>
          </p:txBody>
        </p:sp>
        <p:sp>
          <p:nvSpPr>
            <p:cNvPr id="9" name="Rounded Rectangle 7">
              <a:extLst>
                <a:ext uri="{FF2B5EF4-FFF2-40B4-BE49-F238E27FC236}">
                  <a16:creationId xmlns:a16="http://schemas.microsoft.com/office/drawing/2014/main" id="{24FE47DC-EDC1-6C9C-87A4-080C2AEFF6C9}"/>
                </a:ext>
              </a:extLst>
            </p:cNvPr>
            <p:cNvSpPr/>
            <p:nvPr/>
          </p:nvSpPr>
          <p:spPr>
            <a:xfrm>
              <a:off x="174460" y="3457551"/>
              <a:ext cx="1620000" cy="385889"/>
            </a:xfrm>
            <a:prstGeom prst="roundRect">
              <a:avLst/>
            </a:prstGeom>
            <a:solidFill>
              <a:schemeClr val="tx1"/>
            </a:solidFill>
            <a:ln>
              <a:no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000" dirty="0">
                  <a:solidFill>
                    <a:srgbClr val="FFFFFF"/>
                  </a:solidFill>
                  <a:latin typeface="Source Sans Pro" panose="020B0503030403020204" pitchFamily="34" charset="0"/>
                  <a:ea typeface="Source Sans Pro" panose="020B0503030403020204" pitchFamily="34" charset="0"/>
                  <a:cs typeface="Source Sans Pro Light" charset="0"/>
                </a:rPr>
                <a:t>Third Party</a:t>
              </a:r>
            </a:p>
          </p:txBody>
        </p:sp>
      </p:grpSp>
      <p:grpSp>
        <p:nvGrpSpPr>
          <p:cNvPr id="122" name="Group 121">
            <a:extLst>
              <a:ext uri="{FF2B5EF4-FFF2-40B4-BE49-F238E27FC236}">
                <a16:creationId xmlns:a16="http://schemas.microsoft.com/office/drawing/2014/main" id="{DA72066B-B4EB-2603-EC76-396C7C13F478}"/>
              </a:ext>
            </a:extLst>
          </p:cNvPr>
          <p:cNvGrpSpPr/>
          <p:nvPr/>
        </p:nvGrpSpPr>
        <p:grpSpPr>
          <a:xfrm>
            <a:off x="2751602" y="1133726"/>
            <a:ext cx="2095698" cy="2224586"/>
            <a:chOff x="2750818" y="2276872"/>
            <a:chExt cx="2095698" cy="2224586"/>
          </a:xfrm>
        </p:grpSpPr>
        <p:sp>
          <p:nvSpPr>
            <p:cNvPr id="112" name="Rounded Rectangle 62">
              <a:extLst>
                <a:ext uri="{FF2B5EF4-FFF2-40B4-BE49-F238E27FC236}">
                  <a16:creationId xmlns:a16="http://schemas.microsoft.com/office/drawing/2014/main" id="{532D9E35-28E9-4BFA-8137-0AE48A627B0F}"/>
                </a:ext>
              </a:extLst>
            </p:cNvPr>
            <p:cNvSpPr/>
            <p:nvPr/>
          </p:nvSpPr>
          <p:spPr>
            <a:xfrm>
              <a:off x="2750818" y="2276872"/>
              <a:ext cx="2095698" cy="2224586"/>
            </a:xfrm>
            <a:prstGeom prst="roundRect">
              <a:avLst>
                <a:gd name="adj" fmla="val 5059"/>
              </a:avLst>
            </a:prstGeom>
            <a:solidFill>
              <a:schemeClr val="bg1">
                <a:lumMod val="95000"/>
              </a:schemeClr>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endParaRPr lang="en-US" sz="1400" dirty="0">
                <a:solidFill>
                  <a:schemeClr val="bg1">
                    <a:lumMod val="95000"/>
                  </a:schemeClr>
                </a:solidFill>
              </a:endParaRPr>
            </a:p>
          </p:txBody>
        </p:sp>
        <p:sp>
          <p:nvSpPr>
            <p:cNvPr id="85" name="Rounded Rectangle 114">
              <a:extLst>
                <a:ext uri="{FF2B5EF4-FFF2-40B4-BE49-F238E27FC236}">
                  <a16:creationId xmlns:a16="http://schemas.microsoft.com/office/drawing/2014/main" id="{23B6A628-FCCC-4E65-8963-19973CA2E7D7}"/>
                </a:ext>
              </a:extLst>
            </p:cNvPr>
            <p:cNvSpPr/>
            <p:nvPr/>
          </p:nvSpPr>
          <p:spPr>
            <a:xfrm>
              <a:off x="2843283" y="4029034"/>
              <a:ext cx="1872208" cy="255080"/>
            </a:xfrm>
            <a:prstGeom prst="roundRect">
              <a:avLst>
                <a:gd name="adj" fmla="val 19644"/>
              </a:avLst>
            </a:prstGeom>
            <a:solidFill>
              <a:schemeClr val="tx1"/>
            </a:solidFill>
            <a:ln>
              <a:noFill/>
            </a:ln>
            <a:effectLst>
              <a:outerShdw blurRad="50800" dist="38100" dir="2700000" algn="tl"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000" dirty="0">
                  <a:solidFill>
                    <a:srgbClr val="FFFFFF"/>
                  </a:solidFill>
                  <a:latin typeface="Source Sans Pro" panose="020B0503030403020204" pitchFamily="34" charset="0"/>
                  <a:ea typeface="Source Sans Pro" panose="020B0503030403020204" pitchFamily="34" charset="0"/>
                  <a:cs typeface="Arial" panose="020B0604020202020204" pitchFamily="34" charset="0"/>
                </a:rPr>
                <a:t>Managed Code Applications</a:t>
              </a:r>
            </a:p>
          </p:txBody>
        </p:sp>
        <p:sp>
          <p:nvSpPr>
            <p:cNvPr id="117" name="TextBox 116">
              <a:extLst>
                <a:ext uri="{FF2B5EF4-FFF2-40B4-BE49-F238E27FC236}">
                  <a16:creationId xmlns:a16="http://schemas.microsoft.com/office/drawing/2014/main" id="{7919CBE3-81C7-4DD0-94ED-87CCA9F5D8E8}"/>
                </a:ext>
              </a:extLst>
            </p:cNvPr>
            <p:cNvSpPr txBox="1"/>
            <p:nvPr/>
          </p:nvSpPr>
          <p:spPr>
            <a:xfrm>
              <a:off x="2795708" y="2311872"/>
              <a:ext cx="1850359" cy="276999"/>
            </a:xfrm>
            <a:prstGeom prst="rect">
              <a:avLst/>
            </a:prstGeom>
            <a:noFill/>
          </p:spPr>
          <p:txBody>
            <a:bodyPr wrap="square" rtlCol="0">
              <a:spAutoFit/>
            </a:bodyPr>
            <a:lstStyle>
              <a:defPPr>
                <a:defRPr lang="en-US"/>
              </a:defPPr>
              <a:lvl1pPr>
                <a:defRPr sz="1200" b="1">
                  <a:latin typeface="Source Sans Pro SemiBold" charset="0"/>
                  <a:ea typeface="Source Sans Pro SemiBold" charset="0"/>
                  <a:cs typeface="Source Sans Pro SemiBold" charset="0"/>
                </a:defRPr>
              </a:lvl1pPr>
            </a:lstStyle>
            <a:p>
              <a:r>
                <a:rPr lang="en-US" dirty="0"/>
                <a:t>MICROEJ SDK Workspace</a:t>
              </a:r>
            </a:p>
          </p:txBody>
        </p:sp>
        <p:sp>
          <p:nvSpPr>
            <p:cNvPr id="121" name="Rounded Rectangle 114">
              <a:extLst>
                <a:ext uri="{FF2B5EF4-FFF2-40B4-BE49-F238E27FC236}">
                  <a16:creationId xmlns:a16="http://schemas.microsoft.com/office/drawing/2014/main" id="{C3BC971D-01A8-4300-B6EE-560EA7C7D394}"/>
                </a:ext>
              </a:extLst>
            </p:cNvPr>
            <p:cNvSpPr/>
            <p:nvPr/>
          </p:nvSpPr>
          <p:spPr>
            <a:xfrm>
              <a:off x="2843283" y="3603159"/>
              <a:ext cx="1872208" cy="255080"/>
            </a:xfrm>
            <a:prstGeom prst="roundRect">
              <a:avLst>
                <a:gd name="adj" fmla="val 19644"/>
              </a:avLst>
            </a:prstGeom>
            <a:solidFill>
              <a:schemeClr val="tx1"/>
            </a:solidFill>
            <a:ln>
              <a:noFill/>
            </a:ln>
            <a:effectLst>
              <a:outerShdw blurRad="50800" dist="38100" dir="2700000" algn="tl"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000" dirty="0">
                  <a:solidFill>
                    <a:srgbClr val="FFFFFF"/>
                  </a:solidFill>
                  <a:latin typeface="Source Sans Pro" panose="020B0503030403020204" pitchFamily="34" charset="0"/>
                  <a:ea typeface="Source Sans Pro" panose="020B0503030403020204" pitchFamily="34" charset="0"/>
                </a:rPr>
                <a:t>VEE Ports</a:t>
              </a:r>
            </a:p>
          </p:txBody>
        </p:sp>
        <p:sp>
          <p:nvSpPr>
            <p:cNvPr id="127" name="Rounded Rectangle 114">
              <a:extLst>
                <a:ext uri="{FF2B5EF4-FFF2-40B4-BE49-F238E27FC236}">
                  <a16:creationId xmlns:a16="http://schemas.microsoft.com/office/drawing/2014/main" id="{B2F17F48-047C-4B94-8A7C-566FCDAB4FFC}"/>
                </a:ext>
              </a:extLst>
            </p:cNvPr>
            <p:cNvSpPr/>
            <p:nvPr/>
          </p:nvSpPr>
          <p:spPr>
            <a:xfrm>
              <a:off x="2843283" y="2751407"/>
              <a:ext cx="1872208" cy="255080"/>
            </a:xfrm>
            <a:prstGeom prst="roundRect">
              <a:avLst>
                <a:gd name="adj" fmla="val 19644"/>
              </a:avLst>
            </a:prstGeom>
            <a:solidFill>
              <a:schemeClr val="accent1"/>
            </a:solidFill>
            <a:ln>
              <a:noFill/>
            </a:ln>
            <a:effectLst>
              <a:outerShdw blurRad="50800" dist="38100" dir="2700000" algn="tl"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000" dirty="0">
                  <a:solidFill>
                    <a:srgbClr val="FFFFFF"/>
                  </a:solidFill>
                  <a:latin typeface="Source Sans Pro" panose="020B0503030403020204" pitchFamily="34" charset="0"/>
                  <a:ea typeface="Source Sans Pro" panose="020B0503030403020204" pitchFamily="34" charset="0"/>
                </a:rPr>
                <a:t>Architecture</a:t>
              </a:r>
            </a:p>
          </p:txBody>
        </p:sp>
        <p:sp>
          <p:nvSpPr>
            <p:cNvPr id="48" name="Rounded Rectangle 114">
              <a:extLst>
                <a:ext uri="{FF2B5EF4-FFF2-40B4-BE49-F238E27FC236}">
                  <a16:creationId xmlns:a16="http://schemas.microsoft.com/office/drawing/2014/main" id="{E0836930-B007-BC53-863B-0B2A36BAFC6A}"/>
                </a:ext>
              </a:extLst>
            </p:cNvPr>
            <p:cNvSpPr/>
            <p:nvPr/>
          </p:nvSpPr>
          <p:spPr>
            <a:xfrm>
              <a:off x="2843283" y="3177283"/>
              <a:ext cx="1872208" cy="255080"/>
            </a:xfrm>
            <a:prstGeom prst="roundRect">
              <a:avLst>
                <a:gd name="adj" fmla="val 19644"/>
              </a:avLst>
            </a:prstGeom>
            <a:solidFill>
              <a:schemeClr val="accent1"/>
            </a:solidFill>
            <a:ln>
              <a:noFill/>
            </a:ln>
            <a:effectLst>
              <a:outerShdw blurRad="50800" dist="38100" dir="2700000" algn="tl"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000" dirty="0">
                  <a:solidFill>
                    <a:srgbClr val="FFFFFF"/>
                  </a:solidFill>
                  <a:latin typeface="Source Sans Pro" panose="020B0503030403020204" pitchFamily="34" charset="0"/>
                  <a:ea typeface="Source Sans Pro" panose="020B0503030403020204" pitchFamily="34" charset="0"/>
                </a:rPr>
                <a:t>Libraries</a:t>
              </a:r>
            </a:p>
          </p:txBody>
        </p:sp>
      </p:grpSp>
      <p:cxnSp>
        <p:nvCxnSpPr>
          <p:cNvPr id="55" name="Straight Arrow Connector 54">
            <a:extLst>
              <a:ext uri="{FF2B5EF4-FFF2-40B4-BE49-F238E27FC236}">
                <a16:creationId xmlns:a16="http://schemas.microsoft.com/office/drawing/2014/main" id="{887968BA-8178-E44B-C493-45509761E072}"/>
              </a:ext>
            </a:extLst>
          </p:cNvPr>
          <p:cNvCxnSpPr>
            <a:cxnSpLocks/>
            <a:stCxn id="112" idx="2"/>
            <a:endCxn id="129" idx="0"/>
          </p:cNvCxnSpPr>
          <p:nvPr/>
        </p:nvCxnSpPr>
        <p:spPr>
          <a:xfrm>
            <a:off x="3799451" y="3358312"/>
            <a:ext cx="568132" cy="1770683"/>
          </a:xfrm>
          <a:prstGeom prst="straightConnector1">
            <a:avLst/>
          </a:prstGeom>
          <a:ln w="25400">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Elbow Connector 102">
            <a:extLst>
              <a:ext uri="{FF2B5EF4-FFF2-40B4-BE49-F238E27FC236}">
                <a16:creationId xmlns:a16="http://schemas.microsoft.com/office/drawing/2014/main" id="{2ED75F96-42C2-370D-3599-26D7FC179D86}"/>
              </a:ext>
            </a:extLst>
          </p:cNvPr>
          <p:cNvCxnSpPr>
            <a:cxnSpLocks/>
            <a:stCxn id="27" idx="1"/>
            <a:endCxn id="127" idx="3"/>
          </p:cNvCxnSpPr>
          <p:nvPr/>
        </p:nvCxnSpPr>
        <p:spPr>
          <a:xfrm flipH="1" flipV="1">
            <a:off x="4716275" y="1735801"/>
            <a:ext cx="3406639" cy="17366"/>
          </a:xfrm>
          <a:prstGeom prst="straightConnector1">
            <a:avLst/>
          </a:prstGeom>
          <a:ln w="254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20" name="Elbow Connector 119">
            <a:extLst>
              <a:ext uri="{FF2B5EF4-FFF2-40B4-BE49-F238E27FC236}">
                <a16:creationId xmlns:a16="http://schemas.microsoft.com/office/drawing/2014/main" id="{AFF7CD7D-37EA-527B-1E94-C59B3DDE17DA}"/>
              </a:ext>
            </a:extLst>
          </p:cNvPr>
          <p:cNvCxnSpPr>
            <a:cxnSpLocks/>
            <a:endCxn id="48" idx="3"/>
          </p:cNvCxnSpPr>
          <p:nvPr/>
        </p:nvCxnSpPr>
        <p:spPr>
          <a:xfrm rot="10800000">
            <a:off x="4716276" y="2161678"/>
            <a:ext cx="3674129" cy="623685"/>
          </a:xfrm>
          <a:prstGeom prst="bentConnector3">
            <a:avLst>
              <a:gd name="adj1" fmla="val 78227"/>
            </a:avLst>
          </a:prstGeom>
          <a:ln w="254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09" name="Elbow Connector 108">
            <a:extLst>
              <a:ext uri="{FF2B5EF4-FFF2-40B4-BE49-F238E27FC236}">
                <a16:creationId xmlns:a16="http://schemas.microsoft.com/office/drawing/2014/main" id="{2A0BB27E-32AC-23E3-4C67-80DEE3D372FC}"/>
              </a:ext>
            </a:extLst>
          </p:cNvPr>
          <p:cNvCxnSpPr>
            <a:cxnSpLocks/>
            <a:stCxn id="42" idx="1"/>
            <a:endCxn id="121" idx="3"/>
          </p:cNvCxnSpPr>
          <p:nvPr/>
        </p:nvCxnSpPr>
        <p:spPr>
          <a:xfrm rot="10800000">
            <a:off x="4716276" y="2587553"/>
            <a:ext cx="3504581" cy="1218392"/>
          </a:xfrm>
          <a:prstGeom prst="bentConnector3">
            <a:avLst>
              <a:gd name="adj1" fmla="val 79592"/>
            </a:avLst>
          </a:prstGeom>
          <a:ln w="25400">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2" name="Elbow Connector 131">
            <a:extLst>
              <a:ext uri="{FF2B5EF4-FFF2-40B4-BE49-F238E27FC236}">
                <a16:creationId xmlns:a16="http://schemas.microsoft.com/office/drawing/2014/main" id="{919D78A0-A582-630C-05F1-A6B20FB007DB}"/>
              </a:ext>
            </a:extLst>
          </p:cNvPr>
          <p:cNvCxnSpPr>
            <a:cxnSpLocks/>
            <a:stCxn id="25" idx="1"/>
            <a:endCxn id="85" idx="3"/>
          </p:cNvCxnSpPr>
          <p:nvPr/>
        </p:nvCxnSpPr>
        <p:spPr>
          <a:xfrm rot="10800000">
            <a:off x="4716275" y="3013429"/>
            <a:ext cx="3793506" cy="2242549"/>
          </a:xfrm>
          <a:prstGeom prst="bentConnector3">
            <a:avLst>
              <a:gd name="adj1" fmla="val 85863"/>
            </a:avLst>
          </a:prstGeom>
          <a:ln w="25400">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144" name="Picture 143">
            <a:extLst>
              <a:ext uri="{FF2B5EF4-FFF2-40B4-BE49-F238E27FC236}">
                <a16:creationId xmlns:a16="http://schemas.microsoft.com/office/drawing/2014/main" id="{93C96E4E-051D-3351-DD1A-A28CD750CA4E}"/>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487336" y="6045658"/>
            <a:ext cx="1176616" cy="640824"/>
          </a:xfrm>
          <a:prstGeom prst="rect">
            <a:avLst/>
          </a:prstGeom>
        </p:spPr>
      </p:pic>
      <p:sp>
        <p:nvSpPr>
          <p:cNvPr id="155" name="Rounded Rectangle 114">
            <a:extLst>
              <a:ext uri="{FF2B5EF4-FFF2-40B4-BE49-F238E27FC236}">
                <a16:creationId xmlns:a16="http://schemas.microsoft.com/office/drawing/2014/main" id="{8CCA8FDD-DEA2-8C5B-4356-4072810EEC85}"/>
              </a:ext>
            </a:extLst>
          </p:cNvPr>
          <p:cNvSpPr/>
          <p:nvPr/>
        </p:nvSpPr>
        <p:spPr>
          <a:xfrm>
            <a:off x="2356198" y="5882230"/>
            <a:ext cx="1290406" cy="430296"/>
          </a:xfrm>
          <a:prstGeom prst="roundRect">
            <a:avLst>
              <a:gd name="adj" fmla="val 50000"/>
            </a:avLst>
          </a:prstGeom>
          <a:solidFill>
            <a:schemeClr val="tx1"/>
          </a:solidFill>
          <a:ln>
            <a:noFill/>
          </a:ln>
          <a:effectLst>
            <a:outerShdw blurRad="50800" dist="38100" dir="2700000" algn="tl"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000" dirty="0">
                <a:solidFill>
                  <a:srgbClr val="FFFFFF"/>
                </a:solidFill>
                <a:latin typeface="Source Sans Pro" panose="020B0503030403020204" pitchFamily="34" charset="0"/>
                <a:ea typeface="Source Sans Pro" panose="020B0503030403020204" pitchFamily="34" charset="0"/>
              </a:rPr>
              <a:t> Simulated</a:t>
            </a:r>
          </a:p>
          <a:p>
            <a:pPr algn="ctr"/>
            <a:r>
              <a:rPr lang="en-US" sz="1000" dirty="0">
                <a:solidFill>
                  <a:srgbClr val="FFFFFF"/>
                </a:solidFill>
                <a:latin typeface="Source Sans Pro" panose="020B0503030403020204" pitchFamily="34" charset="0"/>
                <a:ea typeface="Source Sans Pro" panose="020B0503030403020204" pitchFamily="34" charset="0"/>
              </a:rPr>
              <a:t>Execution</a:t>
            </a:r>
          </a:p>
        </p:txBody>
      </p:sp>
      <p:grpSp>
        <p:nvGrpSpPr>
          <p:cNvPr id="150" name="Group 149">
            <a:extLst>
              <a:ext uri="{FF2B5EF4-FFF2-40B4-BE49-F238E27FC236}">
                <a16:creationId xmlns:a16="http://schemas.microsoft.com/office/drawing/2014/main" id="{0DFF95D2-0E76-EC19-D474-3B649A6F4F1D}"/>
              </a:ext>
            </a:extLst>
          </p:cNvPr>
          <p:cNvGrpSpPr/>
          <p:nvPr/>
        </p:nvGrpSpPr>
        <p:grpSpPr>
          <a:xfrm>
            <a:off x="1922537" y="5854257"/>
            <a:ext cx="997918" cy="851754"/>
            <a:chOff x="5002529" y="4506426"/>
            <a:chExt cx="1523309" cy="1425888"/>
          </a:xfrm>
        </p:grpSpPr>
        <p:pic>
          <p:nvPicPr>
            <p:cNvPr id="151" name="Picture 150">
              <a:extLst>
                <a:ext uri="{FF2B5EF4-FFF2-40B4-BE49-F238E27FC236}">
                  <a16:creationId xmlns:a16="http://schemas.microsoft.com/office/drawing/2014/main" id="{0231E831-7B02-AF7C-3F29-EF82BCE7DA5F}"/>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5002529" y="4506426"/>
              <a:ext cx="1523309" cy="1425888"/>
            </a:xfrm>
            <a:prstGeom prst="rect">
              <a:avLst/>
            </a:prstGeom>
          </p:spPr>
        </p:pic>
        <p:pic>
          <p:nvPicPr>
            <p:cNvPr id="152" name="Picture 151">
              <a:extLst>
                <a:ext uri="{FF2B5EF4-FFF2-40B4-BE49-F238E27FC236}">
                  <a16:creationId xmlns:a16="http://schemas.microsoft.com/office/drawing/2014/main" id="{6A522F23-13AD-2456-A12B-0ADD95C3B260}"/>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5430858" y="4714109"/>
              <a:ext cx="505261" cy="505261"/>
            </a:xfrm>
            <a:prstGeom prst="rect">
              <a:avLst/>
            </a:prstGeom>
            <a:scene3d>
              <a:camera prst="isometricRightUp">
                <a:rot lat="2100000" lon="19200000" rev="300000"/>
              </a:camera>
              <a:lightRig rig="threePt" dir="t"/>
            </a:scene3d>
          </p:spPr>
        </p:pic>
      </p:grpSp>
      <p:cxnSp>
        <p:nvCxnSpPr>
          <p:cNvPr id="157" name="Straight Arrow Connector 156">
            <a:extLst>
              <a:ext uri="{FF2B5EF4-FFF2-40B4-BE49-F238E27FC236}">
                <a16:creationId xmlns:a16="http://schemas.microsoft.com/office/drawing/2014/main" id="{F5C838E3-BEC4-07D1-EBBC-729DBC62C1A2}"/>
              </a:ext>
            </a:extLst>
          </p:cNvPr>
          <p:cNvCxnSpPr>
            <a:cxnSpLocks/>
            <a:stCxn id="112" idx="2"/>
          </p:cNvCxnSpPr>
          <p:nvPr/>
        </p:nvCxnSpPr>
        <p:spPr>
          <a:xfrm flipH="1">
            <a:off x="3033092" y="3358312"/>
            <a:ext cx="766359" cy="2121352"/>
          </a:xfrm>
          <a:prstGeom prst="straightConnector1">
            <a:avLst/>
          </a:prstGeom>
          <a:ln w="25400">
            <a:solidFill>
              <a:schemeClr val="bg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8" name="Rounded Rectangle 62">
            <a:extLst>
              <a:ext uri="{FF2B5EF4-FFF2-40B4-BE49-F238E27FC236}">
                <a16:creationId xmlns:a16="http://schemas.microsoft.com/office/drawing/2014/main" id="{594485E9-9FDD-42D9-A895-515379347D47}"/>
              </a:ext>
            </a:extLst>
          </p:cNvPr>
          <p:cNvSpPr/>
          <p:nvPr/>
        </p:nvSpPr>
        <p:spPr>
          <a:xfrm>
            <a:off x="2755999" y="3823147"/>
            <a:ext cx="2091301" cy="829989"/>
          </a:xfrm>
          <a:prstGeom prst="roundRect">
            <a:avLst>
              <a:gd name="adj" fmla="val 5059"/>
            </a:avLst>
          </a:prstGeom>
          <a:solidFill>
            <a:schemeClr val="accent1"/>
          </a:solidFill>
          <a:ln>
            <a:noFill/>
          </a:ln>
          <a:effectLst>
            <a:outerShdw blurRad="50800" dist="38100" dir="2700000" algn="tl"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200" dirty="0" err="1">
                <a:solidFill>
                  <a:srgbClr val="FFFFFF"/>
                </a:solidFill>
                <a:latin typeface="Source Sans Pro" panose="020B0503030403020204" pitchFamily="34" charset="0"/>
                <a:ea typeface="Source Sans Pro" panose="020B0503030403020204" pitchFamily="34" charset="0"/>
                <a:cs typeface="Arial" panose="020B0604020202020204" pitchFamily="34" charset="0"/>
              </a:rPr>
              <a:t>MicroEJ</a:t>
            </a:r>
            <a:r>
              <a:rPr lang="en-US" sz="1200" dirty="0">
                <a:solidFill>
                  <a:srgbClr val="FFFFFF"/>
                </a:solidFill>
                <a:latin typeface="Source Sans Pro" panose="020B0503030403020204" pitchFamily="34" charset="0"/>
                <a:ea typeface="Source Sans Pro" panose="020B0503030403020204" pitchFamily="34" charset="0"/>
                <a:cs typeface="Arial" panose="020B0604020202020204" pitchFamily="34" charset="0"/>
              </a:rPr>
              <a:t> SDK</a:t>
            </a:r>
          </a:p>
        </p:txBody>
      </p:sp>
      <p:sp>
        <p:nvSpPr>
          <p:cNvPr id="161" name="TextBox 160">
            <a:extLst>
              <a:ext uri="{FF2B5EF4-FFF2-40B4-BE49-F238E27FC236}">
                <a16:creationId xmlns:a16="http://schemas.microsoft.com/office/drawing/2014/main" id="{CE21FD37-5C89-CE54-E56F-21CA3D1CAC4E}"/>
              </a:ext>
            </a:extLst>
          </p:cNvPr>
          <p:cNvSpPr txBox="1"/>
          <p:nvPr/>
        </p:nvSpPr>
        <p:spPr>
          <a:xfrm>
            <a:off x="5512782" y="4848867"/>
            <a:ext cx="2575263" cy="338554"/>
          </a:xfrm>
          <a:prstGeom prst="rect">
            <a:avLst/>
          </a:prstGeom>
          <a:noFill/>
        </p:spPr>
        <p:txBody>
          <a:bodyPr vert="horz" wrap="square" lIns="0" tIns="0" rIns="0" bIns="0" numCol="1" spcCol="288000" rtlCol="0" anchor="t" anchorCtr="0">
            <a:spAutoFit/>
          </a:bodyPr>
          <a:lstStyle/>
          <a:p>
            <a:pPr algn="ctr">
              <a:spcBef>
                <a:spcPts val="0"/>
              </a:spcBef>
              <a:spcAft>
                <a:spcPts val="600"/>
              </a:spcAft>
            </a:pPr>
            <a:r>
              <a:rPr lang="en-US" sz="1100" spc="0" dirty="0">
                <a:ln>
                  <a:noFill/>
                </a:ln>
                <a:solidFill>
                  <a:schemeClr val="bg2">
                    <a:lumMod val="75000"/>
                  </a:schemeClr>
                </a:solidFill>
                <a:latin typeface="Source Sans Pro" panose="020B0503030403020204" pitchFamily="34" charset="0"/>
                <a:ea typeface="Source Sans Pro" panose="020B0503030403020204" pitchFamily="34" charset="0"/>
                <a:cs typeface="Source Sans Pro Light" charset="0"/>
              </a:rPr>
              <a:t>Resolve Dependencies through </a:t>
            </a:r>
            <a:r>
              <a:rPr lang="en-US" sz="1100" dirty="0">
                <a:solidFill>
                  <a:schemeClr val="bg2">
                    <a:lumMod val="75000"/>
                  </a:schemeClr>
                </a:solidFill>
                <a:latin typeface="Source Sans Pro" panose="020B0503030403020204" pitchFamily="34" charset="0"/>
                <a:ea typeface="Source Sans Pro" panose="020B0503030403020204" pitchFamily="34" charset="0"/>
                <a:cs typeface="Source Sans Pro Light" charset="0"/>
              </a:rPr>
              <a:t>G</a:t>
            </a:r>
            <a:r>
              <a:rPr lang="en-US" sz="1100" spc="0" dirty="0">
                <a:ln>
                  <a:noFill/>
                </a:ln>
                <a:solidFill>
                  <a:schemeClr val="bg2">
                    <a:lumMod val="75000"/>
                  </a:schemeClr>
                </a:solidFill>
                <a:latin typeface="Source Sans Pro" panose="020B0503030403020204" pitchFamily="34" charset="0"/>
                <a:ea typeface="Source Sans Pro" panose="020B0503030403020204" pitchFamily="34" charset="0"/>
                <a:cs typeface="Source Sans Pro Light" charset="0"/>
              </a:rPr>
              <a:t>radle </a:t>
            </a:r>
            <a:r>
              <a:rPr lang="en-US" sz="1100" spc="0" dirty="0">
                <a:ln>
                  <a:noFill/>
                </a:ln>
                <a:latin typeface="Source Sans Pro" panose="020B0503030403020204" pitchFamily="34" charset="0"/>
                <a:ea typeface="Source Sans Pro" panose="020B0503030403020204" pitchFamily="34" charset="0"/>
                <a:cs typeface="Source Sans Pro Light" charset="0"/>
              </a:rPr>
              <a:t>Offline </a:t>
            </a:r>
            <a:r>
              <a:rPr lang="en-US" sz="1100" dirty="0">
                <a:latin typeface="Source Sans Pro" panose="020B0503030403020204" pitchFamily="34" charset="0"/>
                <a:ea typeface="Source Sans Pro" panose="020B0503030403020204" pitchFamily="34" charset="0"/>
                <a:cs typeface="Source Sans Pro Light" charset="0"/>
              </a:rPr>
              <a:t>R</a:t>
            </a:r>
            <a:r>
              <a:rPr lang="en-US" sz="1100" spc="0" dirty="0">
                <a:ln>
                  <a:noFill/>
                </a:ln>
                <a:latin typeface="Source Sans Pro" panose="020B0503030403020204" pitchFamily="34" charset="0"/>
                <a:ea typeface="Source Sans Pro" panose="020B0503030403020204" pitchFamily="34" charset="0"/>
                <a:cs typeface="Source Sans Pro Light" charset="0"/>
              </a:rPr>
              <a:t>epository</a:t>
            </a:r>
            <a:endParaRPr lang="en-US" sz="1100" spc="0" dirty="0">
              <a:ln>
                <a:noFill/>
              </a:ln>
              <a:solidFill>
                <a:schemeClr val="bg2">
                  <a:lumMod val="75000"/>
                </a:schemeClr>
              </a:solidFill>
              <a:latin typeface="Source Sans Pro" panose="020B0503030403020204" pitchFamily="34" charset="0"/>
              <a:ea typeface="Source Sans Pro" panose="020B0503030403020204" pitchFamily="34" charset="0"/>
              <a:cs typeface="Source Sans Pro Light" charset="0"/>
            </a:endParaRPr>
          </a:p>
        </p:txBody>
      </p:sp>
    </p:spTree>
    <p:extLst>
      <p:ext uri="{BB962C8B-B14F-4D97-AF65-F5344CB8AC3E}">
        <p14:creationId xmlns:p14="http://schemas.microsoft.com/office/powerpoint/2010/main" val="29914877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6" name="Connecteur droit avec flèche 149">
            <a:extLst>
              <a:ext uri="{FF2B5EF4-FFF2-40B4-BE49-F238E27FC236}">
                <a16:creationId xmlns:a16="http://schemas.microsoft.com/office/drawing/2014/main" id="{3EA63650-28E2-3785-7315-4335E68C107F}"/>
              </a:ext>
            </a:extLst>
          </p:cNvPr>
          <p:cNvCxnSpPr>
            <a:cxnSpLocks/>
            <a:stCxn id="85" idx="2"/>
            <a:endCxn id="88" idx="0"/>
          </p:cNvCxnSpPr>
          <p:nvPr/>
        </p:nvCxnSpPr>
        <p:spPr>
          <a:xfrm>
            <a:off x="6919339" y="3621944"/>
            <a:ext cx="2342" cy="530538"/>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onnecteur droit avec flèche 148">
            <a:extLst>
              <a:ext uri="{FF2B5EF4-FFF2-40B4-BE49-F238E27FC236}">
                <a16:creationId xmlns:a16="http://schemas.microsoft.com/office/drawing/2014/main" id="{E4D22C04-46AA-BFAE-C50F-EE419B2C57E7}"/>
              </a:ext>
            </a:extLst>
          </p:cNvPr>
          <p:cNvCxnSpPr>
            <a:cxnSpLocks/>
          </p:cNvCxnSpPr>
          <p:nvPr/>
        </p:nvCxnSpPr>
        <p:spPr>
          <a:xfrm>
            <a:off x="3628389" y="2453325"/>
            <a:ext cx="0" cy="775016"/>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1" name="Connecteur droit avec flèche 149">
            <a:extLst>
              <a:ext uri="{FF2B5EF4-FFF2-40B4-BE49-F238E27FC236}">
                <a16:creationId xmlns:a16="http://schemas.microsoft.com/office/drawing/2014/main" id="{315E0561-CEC4-6094-19C7-D607089E2E58}"/>
              </a:ext>
            </a:extLst>
          </p:cNvPr>
          <p:cNvCxnSpPr>
            <a:cxnSpLocks/>
          </p:cNvCxnSpPr>
          <p:nvPr/>
        </p:nvCxnSpPr>
        <p:spPr>
          <a:xfrm>
            <a:off x="5064420" y="1892425"/>
            <a:ext cx="0" cy="1342065"/>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3" name="Connecteur droit avec flèche 151">
            <a:extLst>
              <a:ext uri="{FF2B5EF4-FFF2-40B4-BE49-F238E27FC236}">
                <a16:creationId xmlns:a16="http://schemas.microsoft.com/office/drawing/2014/main" id="{A693F041-6DAC-8CA1-F6C1-3B0766CDFFC0}"/>
              </a:ext>
            </a:extLst>
          </p:cNvPr>
          <p:cNvCxnSpPr>
            <a:cxnSpLocks/>
            <a:stCxn id="74" idx="2"/>
            <a:endCxn id="83" idx="0"/>
          </p:cNvCxnSpPr>
          <p:nvPr/>
        </p:nvCxnSpPr>
        <p:spPr>
          <a:xfrm>
            <a:off x="6443180" y="1231222"/>
            <a:ext cx="46" cy="999069"/>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4" name="ZoneTexte 152">
            <a:extLst>
              <a:ext uri="{FF2B5EF4-FFF2-40B4-BE49-F238E27FC236}">
                <a16:creationId xmlns:a16="http://schemas.microsoft.com/office/drawing/2014/main" id="{323F8006-A229-9ADB-2B09-3119452434CD}"/>
              </a:ext>
            </a:extLst>
          </p:cNvPr>
          <p:cNvSpPr txBox="1"/>
          <p:nvPr/>
        </p:nvSpPr>
        <p:spPr>
          <a:xfrm>
            <a:off x="6413727" y="2888181"/>
            <a:ext cx="684803" cy="246221"/>
          </a:xfrm>
          <a:prstGeom prst="rect">
            <a:avLst/>
          </a:prstGeom>
          <a:noFill/>
        </p:spPr>
        <p:txBody>
          <a:bodyPr wrap="none" rtlCol="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defRPr/>
            </a:pPr>
            <a:r>
              <a:rPr lang="en-US" sz="1000" dirty="0">
                <a:solidFill>
                  <a:srgbClr val="97A7AF"/>
                </a:solidFill>
                <a:latin typeface="Source Sans Pro" panose="020B0503030403020204" pitchFamily="34" charset="0"/>
                <a:ea typeface="Source Sans Pro" panose="020B0503030403020204" pitchFamily="34" charset="0"/>
              </a:rPr>
              <a:t>(e.g., .jar)</a:t>
            </a:r>
          </a:p>
        </p:txBody>
      </p:sp>
      <p:sp>
        <p:nvSpPr>
          <p:cNvPr id="16" name="ZoneTexte 173">
            <a:extLst>
              <a:ext uri="{FF2B5EF4-FFF2-40B4-BE49-F238E27FC236}">
                <a16:creationId xmlns:a16="http://schemas.microsoft.com/office/drawing/2014/main" id="{D5EFDDF3-4EF7-BCDA-51A7-603508A78B5D}"/>
              </a:ext>
            </a:extLst>
          </p:cNvPr>
          <p:cNvSpPr txBox="1"/>
          <p:nvPr/>
        </p:nvSpPr>
        <p:spPr>
          <a:xfrm>
            <a:off x="6478346" y="1517147"/>
            <a:ext cx="1034257" cy="400110"/>
          </a:xfrm>
          <a:prstGeom prst="rect">
            <a:avLst/>
          </a:prstGeom>
          <a:noFill/>
        </p:spPr>
        <p:txBody>
          <a:bodyPr wrap="none" rtlCol="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defRPr/>
            </a:pPr>
            <a:r>
              <a:rPr lang="en-US" sz="1000" dirty="0">
                <a:solidFill>
                  <a:srgbClr val="97A7AF"/>
                </a:solidFill>
                <a:latin typeface="Source Sans Pro" panose="020B0503030403020204" pitchFamily="34" charset="0"/>
                <a:ea typeface="Source Sans Pro" panose="020B0503030403020204" pitchFamily="34" charset="0"/>
              </a:rPr>
              <a:t>(e.g., .java, .list, </a:t>
            </a:r>
          </a:p>
          <a:p>
            <a:pPr>
              <a:defRPr/>
            </a:pPr>
            <a:r>
              <a:rPr lang="en-US" sz="1000" dirty="0">
                <a:solidFill>
                  <a:srgbClr val="97A7AF"/>
                </a:solidFill>
                <a:latin typeface="Source Sans Pro" panose="020B0503030403020204" pitchFamily="34" charset="0"/>
                <a:ea typeface="Source Sans Pro" panose="020B0503030403020204" pitchFamily="34" charset="0"/>
              </a:rPr>
              <a:t>resources)</a:t>
            </a:r>
          </a:p>
        </p:txBody>
      </p:sp>
      <p:sp>
        <p:nvSpPr>
          <p:cNvPr id="17" name="ZoneTexte 175">
            <a:extLst>
              <a:ext uri="{FF2B5EF4-FFF2-40B4-BE49-F238E27FC236}">
                <a16:creationId xmlns:a16="http://schemas.microsoft.com/office/drawing/2014/main" id="{76186F82-CFF9-1174-0A86-F1A79C2B6F27}"/>
              </a:ext>
            </a:extLst>
          </p:cNvPr>
          <p:cNvSpPr txBox="1"/>
          <p:nvPr/>
        </p:nvSpPr>
        <p:spPr>
          <a:xfrm>
            <a:off x="5044462" y="2811236"/>
            <a:ext cx="1188146" cy="400110"/>
          </a:xfrm>
          <a:prstGeom prst="rect">
            <a:avLst/>
          </a:prstGeom>
          <a:noFill/>
        </p:spPr>
        <p:txBody>
          <a:bodyPr wrap="none" rtlCol="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defRPr/>
            </a:pPr>
            <a:r>
              <a:rPr lang="en-US" sz="1000" dirty="0">
                <a:solidFill>
                  <a:srgbClr val="97A7AF"/>
                </a:solidFill>
                <a:latin typeface="Source Sans Pro" panose="020B0503030403020204" pitchFamily="34" charset="0"/>
                <a:ea typeface="Source Sans Pro" panose="020B0503030403020204" pitchFamily="34" charset="0"/>
              </a:rPr>
              <a:t>(</a:t>
            </a:r>
            <a:r>
              <a:rPr lang="en-US" sz="1000" dirty="0" err="1">
                <a:solidFill>
                  <a:srgbClr val="97A7AF"/>
                </a:solidFill>
                <a:latin typeface="Source Sans Pro" panose="020B0503030403020204" pitchFamily="34" charset="0"/>
                <a:ea typeface="Source Sans Pro" panose="020B0503030403020204" pitchFamily="34" charset="0"/>
              </a:rPr>
              <a:t>microejruntime.a</a:t>
            </a:r>
            <a:r>
              <a:rPr lang="en-US" sz="1000" dirty="0">
                <a:solidFill>
                  <a:srgbClr val="97A7AF"/>
                </a:solidFill>
                <a:latin typeface="Source Sans Pro" panose="020B0503030403020204" pitchFamily="34" charset="0"/>
                <a:ea typeface="Source Sans Pro" panose="020B0503030403020204" pitchFamily="34" charset="0"/>
              </a:rPr>
              <a:t>,</a:t>
            </a:r>
          </a:p>
          <a:p>
            <a:pPr>
              <a:defRPr/>
            </a:pPr>
            <a:r>
              <a:rPr lang="en-US" sz="1000" dirty="0">
                <a:solidFill>
                  <a:srgbClr val="97A7AF"/>
                </a:solidFill>
                <a:latin typeface="Source Sans Pro" panose="020B0503030403020204" pitchFamily="34" charset="0"/>
                <a:ea typeface="Source Sans Pro" panose="020B0503030403020204" pitchFamily="34" charset="0"/>
              </a:rPr>
              <a:t>.jar, .h)</a:t>
            </a:r>
          </a:p>
        </p:txBody>
      </p:sp>
      <p:sp>
        <p:nvSpPr>
          <p:cNvPr id="18" name="ZoneTexte 176">
            <a:extLst>
              <a:ext uri="{FF2B5EF4-FFF2-40B4-BE49-F238E27FC236}">
                <a16:creationId xmlns:a16="http://schemas.microsoft.com/office/drawing/2014/main" id="{2D4C71F9-CA4E-8CCD-E5D5-D3D6BB7974C2}"/>
              </a:ext>
            </a:extLst>
          </p:cNvPr>
          <p:cNvSpPr txBox="1"/>
          <p:nvPr/>
        </p:nvSpPr>
        <p:spPr>
          <a:xfrm>
            <a:off x="3587297" y="2889559"/>
            <a:ext cx="944489" cy="246221"/>
          </a:xfrm>
          <a:prstGeom prst="rect">
            <a:avLst/>
          </a:prstGeom>
          <a:noFill/>
        </p:spPr>
        <p:txBody>
          <a:bodyPr wrap="none" rtlCol="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defRPr/>
            </a:pPr>
            <a:r>
              <a:rPr lang="en-US" sz="1000" dirty="0">
                <a:solidFill>
                  <a:srgbClr val="97A7AF"/>
                </a:solidFill>
                <a:latin typeface="Source Sans Pro" panose="020B0503030403020204" pitchFamily="34" charset="0"/>
                <a:ea typeface="Source Sans Pro" panose="020B0503030403020204" pitchFamily="34" charset="0"/>
              </a:rPr>
              <a:t>(.xml, .launch)</a:t>
            </a:r>
          </a:p>
        </p:txBody>
      </p:sp>
      <p:cxnSp>
        <p:nvCxnSpPr>
          <p:cNvPr id="25" name="Connecteur droit avec flèche 149">
            <a:extLst>
              <a:ext uri="{FF2B5EF4-FFF2-40B4-BE49-F238E27FC236}">
                <a16:creationId xmlns:a16="http://schemas.microsoft.com/office/drawing/2014/main" id="{C50FA28F-3D46-73E6-03B9-51290459B256}"/>
              </a:ext>
            </a:extLst>
          </p:cNvPr>
          <p:cNvCxnSpPr>
            <a:cxnSpLocks/>
            <a:stCxn id="83" idx="2"/>
          </p:cNvCxnSpPr>
          <p:nvPr/>
        </p:nvCxnSpPr>
        <p:spPr>
          <a:xfrm>
            <a:off x="6443226" y="2616180"/>
            <a:ext cx="0" cy="621355"/>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7" name="Connecteur droit avec flèche 9">
            <a:extLst>
              <a:ext uri="{FF2B5EF4-FFF2-40B4-BE49-F238E27FC236}">
                <a16:creationId xmlns:a16="http://schemas.microsoft.com/office/drawing/2014/main" id="{64981C57-D9E9-9047-209F-456D80537F2C}"/>
              </a:ext>
            </a:extLst>
          </p:cNvPr>
          <p:cNvCxnSpPr>
            <a:cxnSpLocks/>
            <a:stCxn id="79" idx="2"/>
            <a:endCxn id="84" idx="0"/>
          </p:cNvCxnSpPr>
          <p:nvPr/>
        </p:nvCxnSpPr>
        <p:spPr>
          <a:xfrm>
            <a:off x="8270987" y="1231222"/>
            <a:ext cx="2767" cy="1002389"/>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9" name="ZoneTexte 167">
            <a:extLst>
              <a:ext uri="{FF2B5EF4-FFF2-40B4-BE49-F238E27FC236}">
                <a16:creationId xmlns:a16="http://schemas.microsoft.com/office/drawing/2014/main" id="{A0481383-37CF-BE83-DBE8-467B16E9AF91}"/>
              </a:ext>
            </a:extLst>
          </p:cNvPr>
          <p:cNvSpPr txBox="1"/>
          <p:nvPr/>
        </p:nvSpPr>
        <p:spPr>
          <a:xfrm>
            <a:off x="8248342" y="1567450"/>
            <a:ext cx="761747" cy="246221"/>
          </a:xfrm>
          <a:prstGeom prst="rect">
            <a:avLst/>
          </a:prstGeom>
          <a:noFill/>
        </p:spPr>
        <p:txBody>
          <a:bodyPr wrap="none" rtlCol="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defRPr/>
            </a:pPr>
            <a:r>
              <a:rPr lang="en-US" sz="1000" dirty="0">
                <a:solidFill>
                  <a:srgbClr val="97A7AF"/>
                </a:solidFill>
                <a:latin typeface="Source Sans Pro" panose="020B0503030403020204" pitchFamily="34" charset="0"/>
                <a:ea typeface="Source Sans Pro" panose="020B0503030403020204" pitchFamily="34" charset="0"/>
              </a:rPr>
              <a:t>(e.g., .c, .h)</a:t>
            </a:r>
          </a:p>
        </p:txBody>
      </p:sp>
      <p:sp>
        <p:nvSpPr>
          <p:cNvPr id="32" name="ZoneTexte 152">
            <a:extLst>
              <a:ext uri="{FF2B5EF4-FFF2-40B4-BE49-F238E27FC236}">
                <a16:creationId xmlns:a16="http://schemas.microsoft.com/office/drawing/2014/main" id="{C1AFF102-3499-758C-D895-750DFD3C95D5}"/>
              </a:ext>
            </a:extLst>
          </p:cNvPr>
          <p:cNvSpPr txBox="1"/>
          <p:nvPr/>
        </p:nvSpPr>
        <p:spPr>
          <a:xfrm>
            <a:off x="8248427" y="2888181"/>
            <a:ext cx="843501" cy="246221"/>
          </a:xfrm>
          <a:prstGeom prst="rect">
            <a:avLst/>
          </a:prstGeom>
          <a:noFill/>
        </p:spPr>
        <p:txBody>
          <a:bodyPr wrap="none" rtlCol="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defRPr/>
            </a:pPr>
            <a:r>
              <a:rPr lang="en-US" sz="1000" dirty="0">
                <a:solidFill>
                  <a:srgbClr val="97A7AF"/>
                </a:solidFill>
                <a:latin typeface="Source Sans Pro" panose="020B0503030403020204" pitchFamily="34" charset="0"/>
                <a:ea typeface="Source Sans Pro" panose="020B0503030403020204" pitchFamily="34" charset="0"/>
              </a:rPr>
              <a:t>(e.g., .o, .jar)</a:t>
            </a:r>
          </a:p>
        </p:txBody>
      </p:sp>
      <p:cxnSp>
        <p:nvCxnSpPr>
          <p:cNvPr id="33" name="Connecteur droit avec flèche 149">
            <a:extLst>
              <a:ext uri="{FF2B5EF4-FFF2-40B4-BE49-F238E27FC236}">
                <a16:creationId xmlns:a16="http://schemas.microsoft.com/office/drawing/2014/main" id="{D2E6BB69-CEBF-5C55-8FD8-A3BE80B13EF4}"/>
              </a:ext>
            </a:extLst>
          </p:cNvPr>
          <p:cNvCxnSpPr>
            <a:cxnSpLocks/>
            <a:stCxn id="84" idx="2"/>
          </p:cNvCxnSpPr>
          <p:nvPr/>
        </p:nvCxnSpPr>
        <p:spPr>
          <a:xfrm>
            <a:off x="8273754" y="2619500"/>
            <a:ext cx="0" cy="621355"/>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grpSp>
        <p:nvGrpSpPr>
          <p:cNvPr id="73" name="Group 72">
            <a:extLst>
              <a:ext uri="{FF2B5EF4-FFF2-40B4-BE49-F238E27FC236}">
                <a16:creationId xmlns:a16="http://schemas.microsoft.com/office/drawing/2014/main" id="{288BE106-6895-3FC9-1F44-F76DA18860A3}"/>
              </a:ext>
            </a:extLst>
          </p:cNvPr>
          <p:cNvGrpSpPr/>
          <p:nvPr/>
        </p:nvGrpSpPr>
        <p:grpSpPr>
          <a:xfrm>
            <a:off x="2545426" y="2083929"/>
            <a:ext cx="1735679" cy="392036"/>
            <a:chOff x="1145160" y="3213418"/>
            <a:chExt cx="1735679" cy="392036"/>
          </a:xfrm>
        </p:grpSpPr>
        <p:sp>
          <p:nvSpPr>
            <p:cNvPr id="71" name="Rounded Rectangle 70">
              <a:extLst>
                <a:ext uri="{FF2B5EF4-FFF2-40B4-BE49-F238E27FC236}">
                  <a16:creationId xmlns:a16="http://schemas.microsoft.com/office/drawing/2014/main" id="{2403F580-DC08-5644-73DE-30EFBFDBBBBD}"/>
                </a:ext>
              </a:extLst>
            </p:cNvPr>
            <p:cNvSpPr/>
            <p:nvPr/>
          </p:nvSpPr>
          <p:spPr>
            <a:xfrm>
              <a:off x="1261822" y="3220254"/>
              <a:ext cx="1619017" cy="385200"/>
            </a:xfrm>
            <a:prstGeom prst="roundRect">
              <a:avLst>
                <a:gd name="adj" fmla="val 7525"/>
              </a:avLst>
            </a:prstGeom>
            <a:solidFill>
              <a:schemeClr val="bg1">
                <a:lumMod val="50000"/>
              </a:schemeClr>
            </a:solidFill>
            <a:ln w="12700">
              <a:noFill/>
            </a:ln>
            <a:effectLst/>
          </p:spPr>
          <p:style>
            <a:lnRef idx="2">
              <a:schemeClr val="dk1"/>
            </a:lnRef>
            <a:fillRef idx="1">
              <a:schemeClr val="lt1"/>
            </a:fillRef>
            <a:effectRef idx="0">
              <a:schemeClr val="dk1"/>
            </a:effectRef>
            <a:fontRef idx="minor">
              <a:schemeClr val="dk1"/>
            </a:fontRef>
          </p:style>
          <p:txBody>
            <a:bodyPr wrap="square" tIns="36000" bIns="36000" rtlCol="0" anchor="ctr" anchorCtr="1">
              <a:noAutofit/>
            </a:bodyPr>
            <a:lstStyle/>
            <a:p>
              <a:pPr algn="ctr"/>
              <a:r>
                <a:rPr lang="en-US" sz="1000" dirty="0">
                  <a:solidFill>
                    <a:schemeClr val="bg1"/>
                  </a:solidFill>
                  <a:latin typeface="Source Sans Pro" panose="020B0503030403020204" pitchFamily="34" charset="0"/>
                  <a:ea typeface="Source Sans Pro" panose="020B0503030403020204" pitchFamily="34" charset="0"/>
                  <a:cs typeface="Source Sans Pro Light" charset="0"/>
                </a:rPr>
                <a:t>VEE Port Configuration</a:t>
              </a:r>
              <a:endParaRPr lang="en-GB" sz="1000" dirty="0">
                <a:solidFill>
                  <a:schemeClr val="bg1"/>
                </a:solidFill>
                <a:latin typeface="Source Sans Pro" panose="020B0503030403020204" pitchFamily="34" charset="0"/>
                <a:ea typeface="Source Sans Pro" panose="020B0503030403020204" pitchFamily="34" charset="0"/>
                <a:cs typeface="Source Sans Pro Light" charset="0"/>
              </a:endParaRPr>
            </a:p>
          </p:txBody>
        </p:sp>
        <p:grpSp>
          <p:nvGrpSpPr>
            <p:cNvPr id="72" name="Group 71">
              <a:extLst>
                <a:ext uri="{FF2B5EF4-FFF2-40B4-BE49-F238E27FC236}">
                  <a16:creationId xmlns:a16="http://schemas.microsoft.com/office/drawing/2014/main" id="{D4DB5D69-D4D4-FB88-ADD7-70CE26280151}"/>
                </a:ext>
              </a:extLst>
            </p:cNvPr>
            <p:cNvGrpSpPr/>
            <p:nvPr/>
          </p:nvGrpSpPr>
          <p:grpSpPr>
            <a:xfrm>
              <a:off x="1145160" y="3213418"/>
              <a:ext cx="396490" cy="286664"/>
              <a:chOff x="1640425" y="2681829"/>
              <a:chExt cx="396490" cy="286664"/>
            </a:xfrm>
          </p:grpSpPr>
          <p:sp>
            <p:nvSpPr>
              <p:cNvPr id="23" name="Bande diagonale 193">
                <a:extLst>
                  <a:ext uri="{FF2B5EF4-FFF2-40B4-BE49-F238E27FC236}">
                    <a16:creationId xmlns:a16="http://schemas.microsoft.com/office/drawing/2014/main" id="{3666DFDA-1A6A-63DC-E778-272008CACC5C}"/>
                  </a:ext>
                </a:extLst>
              </p:cNvPr>
              <p:cNvSpPr/>
              <p:nvPr/>
            </p:nvSpPr>
            <p:spPr>
              <a:xfrm>
                <a:off x="1757087" y="2688665"/>
                <a:ext cx="279828" cy="279828"/>
              </a:xfrm>
              <a:prstGeom prst="diagStripe">
                <a:avLst>
                  <a:gd name="adj" fmla="val 41991"/>
                </a:avLst>
              </a:prstGeom>
              <a:solidFill>
                <a:schemeClr val="tx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defRPr/>
                </a:pPr>
                <a:endParaRPr lang="en-US" dirty="0">
                  <a:solidFill>
                    <a:srgbClr val="FFFFFF"/>
                  </a:solidFill>
                </a:endParaRPr>
              </a:p>
            </p:txBody>
          </p:sp>
          <p:sp>
            <p:nvSpPr>
              <p:cNvPr id="24" name="ZoneTexte 194">
                <a:extLst>
                  <a:ext uri="{FF2B5EF4-FFF2-40B4-BE49-F238E27FC236}">
                    <a16:creationId xmlns:a16="http://schemas.microsoft.com/office/drawing/2014/main" id="{31A85F41-EAE3-6EFA-DCE2-CEB909814EB2}"/>
                  </a:ext>
                </a:extLst>
              </p:cNvPr>
              <p:cNvSpPr txBox="1"/>
              <p:nvPr/>
            </p:nvSpPr>
            <p:spPr>
              <a:xfrm rot="18945775">
                <a:off x="1640425" y="2681829"/>
                <a:ext cx="396262" cy="230832"/>
              </a:xfrm>
              <a:prstGeom prst="rect">
                <a:avLst/>
              </a:prstGeom>
              <a:noFill/>
            </p:spPr>
            <p:txBody>
              <a:bodyPr wrap="none" rtlCol="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defRPr/>
                </a:pPr>
                <a:r>
                  <a:rPr lang="en-US" sz="900" dirty="0">
                    <a:solidFill>
                      <a:srgbClr val="FFFFFF"/>
                    </a:solidFill>
                    <a:latin typeface="Source Sans Pro Light" panose="020B0403030403020204" pitchFamily="34" charset="0"/>
                    <a:ea typeface="Source Sans Pro Light" panose="020B0403030403020204" pitchFamily="34" charset="0"/>
                  </a:rPr>
                  <a:t>conf</a:t>
                </a:r>
              </a:p>
            </p:txBody>
          </p:sp>
        </p:grpSp>
      </p:grpSp>
      <p:grpSp>
        <p:nvGrpSpPr>
          <p:cNvPr id="75" name="Group 74">
            <a:extLst>
              <a:ext uri="{FF2B5EF4-FFF2-40B4-BE49-F238E27FC236}">
                <a16:creationId xmlns:a16="http://schemas.microsoft.com/office/drawing/2014/main" id="{B612D48F-176E-F0C7-412F-47BF5BF5849C}"/>
              </a:ext>
            </a:extLst>
          </p:cNvPr>
          <p:cNvGrpSpPr/>
          <p:nvPr/>
        </p:nvGrpSpPr>
        <p:grpSpPr>
          <a:xfrm>
            <a:off x="5554992" y="725192"/>
            <a:ext cx="1692155" cy="506030"/>
            <a:chOff x="4245624" y="1046650"/>
            <a:chExt cx="1692155" cy="506030"/>
          </a:xfrm>
        </p:grpSpPr>
        <p:sp>
          <p:nvSpPr>
            <p:cNvPr id="74" name="Rounded Rectangle 73">
              <a:extLst>
                <a:ext uri="{FF2B5EF4-FFF2-40B4-BE49-F238E27FC236}">
                  <a16:creationId xmlns:a16="http://schemas.microsoft.com/office/drawing/2014/main" id="{462C7A74-5D6C-C159-F07A-AAD97E7847FE}"/>
                </a:ext>
              </a:extLst>
            </p:cNvPr>
            <p:cNvSpPr/>
            <p:nvPr/>
          </p:nvSpPr>
          <p:spPr>
            <a:xfrm>
              <a:off x="4329844" y="1066481"/>
              <a:ext cx="1607935" cy="486199"/>
            </a:xfrm>
            <a:prstGeom prst="roundRect">
              <a:avLst>
                <a:gd name="adj" fmla="val 11196"/>
              </a:avLst>
            </a:prstGeom>
            <a:solidFill>
              <a:schemeClr val="accent4"/>
            </a:solidFill>
            <a:ln>
              <a:no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defRPr/>
              </a:pPr>
              <a:r>
                <a:rPr lang="en-US" sz="1000" dirty="0">
                  <a:solidFill>
                    <a:srgbClr val="FFFFFF"/>
                  </a:solidFill>
                  <a:latin typeface="Source Sans Pro" panose="020B0503030403020204" pitchFamily="34" charset="0"/>
                  <a:ea typeface="Source Sans Pro" panose="020B0503030403020204" pitchFamily="34" charset="0"/>
                  <a:cs typeface="Arial" panose="020B0604020202020204" pitchFamily="34" charset="0"/>
                </a:rPr>
                <a:t>Managed Code</a:t>
              </a:r>
            </a:p>
          </p:txBody>
        </p:sp>
        <p:sp>
          <p:nvSpPr>
            <p:cNvPr id="21" name="Bande diagonale 192">
              <a:extLst>
                <a:ext uri="{FF2B5EF4-FFF2-40B4-BE49-F238E27FC236}">
                  <a16:creationId xmlns:a16="http://schemas.microsoft.com/office/drawing/2014/main" id="{931F1CBE-EA00-9490-0504-0B225DD68DD6}"/>
                </a:ext>
              </a:extLst>
            </p:cNvPr>
            <p:cNvSpPr/>
            <p:nvPr/>
          </p:nvSpPr>
          <p:spPr>
            <a:xfrm>
              <a:off x="4329844" y="1066482"/>
              <a:ext cx="279828" cy="279828"/>
            </a:xfrm>
            <a:prstGeom prst="diagStripe">
              <a:avLst>
                <a:gd name="adj" fmla="val 41991"/>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defRPr/>
              </a:pPr>
              <a:endParaRPr lang="en-US" dirty="0">
                <a:solidFill>
                  <a:srgbClr val="FFFFFF"/>
                </a:solidFill>
              </a:endParaRPr>
            </a:p>
          </p:txBody>
        </p:sp>
        <p:sp>
          <p:nvSpPr>
            <p:cNvPr id="22" name="ZoneTexte 182">
              <a:extLst>
                <a:ext uri="{FF2B5EF4-FFF2-40B4-BE49-F238E27FC236}">
                  <a16:creationId xmlns:a16="http://schemas.microsoft.com/office/drawing/2014/main" id="{CE97B555-9E05-260A-2327-9BA14AB07261}"/>
                </a:ext>
              </a:extLst>
            </p:cNvPr>
            <p:cNvSpPr txBox="1"/>
            <p:nvPr/>
          </p:nvSpPr>
          <p:spPr>
            <a:xfrm rot="18945775">
              <a:off x="4245624" y="1046650"/>
              <a:ext cx="317716" cy="230832"/>
            </a:xfrm>
            <a:prstGeom prst="rect">
              <a:avLst/>
            </a:prstGeom>
            <a:noFill/>
          </p:spPr>
          <p:txBody>
            <a:bodyPr wrap="none" rtlCol="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defRPr/>
              </a:pPr>
              <a:r>
                <a:rPr lang="en-US" sz="900" dirty="0" err="1">
                  <a:solidFill>
                    <a:srgbClr val="FFFFFF"/>
                  </a:solidFill>
                  <a:latin typeface="Source Sans Pro Light" panose="020B0403030403020204" pitchFamily="34" charset="0"/>
                  <a:ea typeface="Source Sans Pro Light" panose="020B0403030403020204" pitchFamily="34" charset="0"/>
                </a:rPr>
                <a:t>src</a:t>
              </a:r>
              <a:endParaRPr lang="en-US" sz="900" dirty="0">
                <a:solidFill>
                  <a:srgbClr val="FFFFFF"/>
                </a:solidFill>
                <a:latin typeface="Source Sans Pro Light" panose="020B0403030403020204" pitchFamily="34" charset="0"/>
                <a:ea typeface="Source Sans Pro Light" panose="020B0403030403020204" pitchFamily="34" charset="0"/>
              </a:endParaRPr>
            </a:p>
          </p:txBody>
        </p:sp>
      </p:grpSp>
      <p:grpSp>
        <p:nvGrpSpPr>
          <p:cNvPr id="78" name="Group 77">
            <a:extLst>
              <a:ext uri="{FF2B5EF4-FFF2-40B4-BE49-F238E27FC236}">
                <a16:creationId xmlns:a16="http://schemas.microsoft.com/office/drawing/2014/main" id="{FD1D3532-B47C-2D22-7A1E-CEF6F8ABCB2C}"/>
              </a:ext>
            </a:extLst>
          </p:cNvPr>
          <p:cNvGrpSpPr/>
          <p:nvPr/>
        </p:nvGrpSpPr>
        <p:grpSpPr>
          <a:xfrm>
            <a:off x="7382799" y="725192"/>
            <a:ext cx="1692155" cy="506030"/>
            <a:chOff x="4245624" y="1046650"/>
            <a:chExt cx="1692155" cy="506030"/>
          </a:xfrm>
        </p:grpSpPr>
        <p:sp>
          <p:nvSpPr>
            <p:cNvPr id="79" name="Rounded Rectangle 78">
              <a:extLst>
                <a:ext uri="{FF2B5EF4-FFF2-40B4-BE49-F238E27FC236}">
                  <a16:creationId xmlns:a16="http://schemas.microsoft.com/office/drawing/2014/main" id="{FD8314C0-1536-0ACD-CEAB-E87179E4778A}"/>
                </a:ext>
              </a:extLst>
            </p:cNvPr>
            <p:cNvSpPr/>
            <p:nvPr/>
          </p:nvSpPr>
          <p:spPr>
            <a:xfrm>
              <a:off x="4329844" y="1066481"/>
              <a:ext cx="1607935" cy="486199"/>
            </a:xfrm>
            <a:prstGeom prst="roundRect">
              <a:avLst>
                <a:gd name="adj" fmla="val 11196"/>
              </a:avLst>
            </a:prstGeom>
            <a:solidFill>
              <a:schemeClr val="accent6"/>
            </a:solidFill>
            <a:ln>
              <a:no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defRPr/>
              </a:pPr>
              <a:r>
                <a:rPr lang="en-US" sz="1000" dirty="0">
                  <a:solidFill>
                    <a:srgbClr val="FFFFFF"/>
                  </a:solidFill>
                  <a:latin typeface="Source Sans Pro" panose="020B0503030403020204" pitchFamily="34" charset="0"/>
                  <a:ea typeface="Source Sans Pro" panose="020B0503030403020204" pitchFamily="34" charset="0"/>
                  <a:cs typeface="Arial" panose="020B0604020202020204" pitchFamily="34" charset="0"/>
                </a:rPr>
                <a:t>Native Code</a:t>
              </a:r>
            </a:p>
          </p:txBody>
        </p:sp>
        <p:sp>
          <p:nvSpPr>
            <p:cNvPr id="80" name="Bande diagonale 192">
              <a:extLst>
                <a:ext uri="{FF2B5EF4-FFF2-40B4-BE49-F238E27FC236}">
                  <a16:creationId xmlns:a16="http://schemas.microsoft.com/office/drawing/2014/main" id="{22238136-1685-9013-B5F4-7826AB3B3CD3}"/>
                </a:ext>
              </a:extLst>
            </p:cNvPr>
            <p:cNvSpPr/>
            <p:nvPr/>
          </p:nvSpPr>
          <p:spPr>
            <a:xfrm>
              <a:off x="4329844" y="1066482"/>
              <a:ext cx="279828" cy="279828"/>
            </a:xfrm>
            <a:prstGeom prst="diagStripe">
              <a:avLst>
                <a:gd name="adj" fmla="val 41991"/>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defRPr/>
              </a:pPr>
              <a:endParaRPr lang="en-US" dirty="0">
                <a:solidFill>
                  <a:srgbClr val="FFFFFF"/>
                </a:solidFill>
              </a:endParaRPr>
            </a:p>
          </p:txBody>
        </p:sp>
        <p:sp>
          <p:nvSpPr>
            <p:cNvPr id="81" name="ZoneTexte 182">
              <a:extLst>
                <a:ext uri="{FF2B5EF4-FFF2-40B4-BE49-F238E27FC236}">
                  <a16:creationId xmlns:a16="http://schemas.microsoft.com/office/drawing/2014/main" id="{E4D4E26A-0227-B837-37D3-F0137A275D34}"/>
                </a:ext>
              </a:extLst>
            </p:cNvPr>
            <p:cNvSpPr txBox="1"/>
            <p:nvPr/>
          </p:nvSpPr>
          <p:spPr>
            <a:xfrm rot="18945775">
              <a:off x="4245624" y="1046650"/>
              <a:ext cx="317716" cy="230832"/>
            </a:xfrm>
            <a:prstGeom prst="rect">
              <a:avLst/>
            </a:prstGeom>
            <a:noFill/>
          </p:spPr>
          <p:txBody>
            <a:bodyPr wrap="none" rtlCol="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defRPr/>
              </a:pPr>
              <a:r>
                <a:rPr lang="en-US" sz="900" dirty="0" err="1">
                  <a:solidFill>
                    <a:srgbClr val="FFFFFF"/>
                  </a:solidFill>
                  <a:latin typeface="Source Sans Pro Light" panose="020B0403030403020204" pitchFamily="34" charset="0"/>
                  <a:ea typeface="Source Sans Pro Light" panose="020B0403030403020204" pitchFamily="34" charset="0"/>
                </a:rPr>
                <a:t>src</a:t>
              </a:r>
              <a:endParaRPr lang="en-US" sz="900" dirty="0">
                <a:solidFill>
                  <a:srgbClr val="FFFFFF"/>
                </a:solidFill>
                <a:latin typeface="Source Sans Pro Light" panose="020B0403030403020204" pitchFamily="34" charset="0"/>
                <a:ea typeface="Source Sans Pro Light" panose="020B0403030403020204" pitchFamily="34" charset="0"/>
              </a:endParaRPr>
            </a:p>
          </p:txBody>
        </p:sp>
      </p:grpSp>
      <p:sp>
        <p:nvSpPr>
          <p:cNvPr id="83" name="Rounded Rectangle 7">
            <a:extLst>
              <a:ext uri="{FF2B5EF4-FFF2-40B4-BE49-F238E27FC236}">
                <a16:creationId xmlns:a16="http://schemas.microsoft.com/office/drawing/2014/main" id="{841F0A30-7D30-E095-EFA4-E5B55CCC6DC8}"/>
              </a:ext>
            </a:extLst>
          </p:cNvPr>
          <p:cNvSpPr/>
          <p:nvPr/>
        </p:nvSpPr>
        <p:spPr>
          <a:xfrm>
            <a:off x="5639212" y="2230291"/>
            <a:ext cx="1608028" cy="385889"/>
          </a:xfrm>
          <a:prstGeom prst="roundRect">
            <a:avLst/>
          </a:prstGeom>
          <a:solidFill>
            <a:schemeClr val="tx1"/>
          </a:solidFill>
          <a:ln>
            <a:no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000" dirty="0">
                <a:solidFill>
                  <a:srgbClr val="FFFFFF"/>
                </a:solidFill>
                <a:latin typeface="Source Sans Pro" panose="020B0503030403020204" pitchFamily="34" charset="0"/>
                <a:ea typeface="Source Sans Pro" panose="020B0503030403020204" pitchFamily="34" charset="0"/>
                <a:cs typeface="Source Sans Pro Light" charset="0"/>
              </a:rPr>
              <a:t>Managed Code Compiler</a:t>
            </a:r>
          </a:p>
          <a:p>
            <a:pPr algn="ctr"/>
            <a:r>
              <a:rPr lang="en-US" sz="1000" dirty="0">
                <a:solidFill>
                  <a:srgbClr val="FFFFFF"/>
                </a:solidFill>
                <a:latin typeface="Source Sans Pro" panose="020B0503030403020204" pitchFamily="34" charset="0"/>
                <a:ea typeface="Source Sans Pro" panose="020B0503030403020204" pitchFamily="34" charset="0"/>
                <a:cs typeface="Source Sans Pro Light" charset="0"/>
              </a:rPr>
              <a:t>(e.g., JDT)</a:t>
            </a:r>
          </a:p>
        </p:txBody>
      </p:sp>
      <p:sp>
        <p:nvSpPr>
          <p:cNvPr id="84" name="Rounded Rectangle 7">
            <a:extLst>
              <a:ext uri="{FF2B5EF4-FFF2-40B4-BE49-F238E27FC236}">
                <a16:creationId xmlns:a16="http://schemas.microsoft.com/office/drawing/2014/main" id="{91378852-EBE3-0453-303A-7EF6171D4349}"/>
              </a:ext>
            </a:extLst>
          </p:cNvPr>
          <p:cNvSpPr/>
          <p:nvPr/>
        </p:nvSpPr>
        <p:spPr>
          <a:xfrm>
            <a:off x="7469740" y="2233611"/>
            <a:ext cx="1608028" cy="385889"/>
          </a:xfrm>
          <a:prstGeom prst="roundRect">
            <a:avLst/>
          </a:prstGeom>
          <a:solidFill>
            <a:schemeClr val="tx1"/>
          </a:solidFill>
          <a:ln>
            <a:no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000" dirty="0">
                <a:solidFill>
                  <a:srgbClr val="FFFFFF"/>
                </a:solidFill>
                <a:latin typeface="Source Sans Pro" panose="020B0503030403020204" pitchFamily="34" charset="0"/>
                <a:ea typeface="Source Sans Pro" panose="020B0503030403020204" pitchFamily="34" charset="0"/>
                <a:cs typeface="Source Sans Pro Light" charset="0"/>
              </a:rPr>
              <a:t>Managed/Native Code Compilers</a:t>
            </a:r>
          </a:p>
        </p:txBody>
      </p:sp>
      <p:sp>
        <p:nvSpPr>
          <p:cNvPr id="85" name="Rounded Rectangle 7">
            <a:extLst>
              <a:ext uri="{FF2B5EF4-FFF2-40B4-BE49-F238E27FC236}">
                <a16:creationId xmlns:a16="http://schemas.microsoft.com/office/drawing/2014/main" id="{DE3D380B-D5BE-4BEA-C7FE-52F1B8CCBF53}"/>
              </a:ext>
            </a:extLst>
          </p:cNvPr>
          <p:cNvSpPr/>
          <p:nvPr/>
        </p:nvSpPr>
        <p:spPr>
          <a:xfrm>
            <a:off x="2955030" y="3236055"/>
            <a:ext cx="7928617" cy="385889"/>
          </a:xfrm>
          <a:prstGeom prst="roundRect">
            <a:avLst/>
          </a:prstGeom>
          <a:solidFill>
            <a:schemeClr val="tx1"/>
          </a:solidFill>
          <a:ln>
            <a:no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000" dirty="0">
                <a:solidFill>
                  <a:srgbClr val="FFFFFF"/>
                </a:solidFill>
                <a:latin typeface="Source Sans Pro" panose="020B0503030403020204" pitchFamily="34" charset="0"/>
                <a:ea typeface="Source Sans Pro" panose="020B0503030403020204" pitchFamily="34" charset="0"/>
                <a:cs typeface="Source Sans Pro Light" charset="0"/>
              </a:rPr>
              <a:t>MICROEJ SDK</a:t>
            </a:r>
          </a:p>
          <a:p>
            <a:pPr algn="ctr"/>
            <a:r>
              <a:rPr lang="en-US" sz="1000" dirty="0">
                <a:solidFill>
                  <a:srgbClr val="FFFFFF"/>
                </a:solidFill>
                <a:latin typeface="Source Sans Pro" panose="020B0503030403020204" pitchFamily="34" charset="0"/>
                <a:ea typeface="Source Sans Pro" panose="020B0503030403020204" pitchFamily="34" charset="0"/>
                <a:cs typeface="Source Sans Pro Light" charset="0"/>
              </a:rPr>
              <a:t>(Gradle Plugin)</a:t>
            </a:r>
          </a:p>
        </p:txBody>
      </p:sp>
      <p:sp>
        <p:nvSpPr>
          <p:cNvPr id="87" name="ZoneTexte 152">
            <a:extLst>
              <a:ext uri="{FF2B5EF4-FFF2-40B4-BE49-F238E27FC236}">
                <a16:creationId xmlns:a16="http://schemas.microsoft.com/office/drawing/2014/main" id="{675AFE07-21A2-9E14-9F46-248D6C2849FD}"/>
              </a:ext>
            </a:extLst>
          </p:cNvPr>
          <p:cNvSpPr txBox="1"/>
          <p:nvPr/>
        </p:nvSpPr>
        <p:spPr>
          <a:xfrm>
            <a:off x="6919338" y="3739677"/>
            <a:ext cx="990977" cy="246221"/>
          </a:xfrm>
          <a:prstGeom prst="rect">
            <a:avLst/>
          </a:prstGeom>
          <a:noFill/>
        </p:spPr>
        <p:txBody>
          <a:bodyPr wrap="none" rtlCol="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defRPr/>
            </a:pPr>
            <a:r>
              <a:rPr lang="en-US" sz="1000" dirty="0">
                <a:solidFill>
                  <a:srgbClr val="97A7AF"/>
                </a:solidFill>
                <a:latin typeface="Source Sans Pro" panose="020B0503030403020204" pitchFamily="34" charset="0"/>
                <a:ea typeface="Source Sans Pro" panose="020B0503030403020204" pitchFamily="34" charset="0"/>
              </a:rPr>
              <a:t>(built VEE Port)</a:t>
            </a:r>
          </a:p>
        </p:txBody>
      </p:sp>
      <p:grpSp>
        <p:nvGrpSpPr>
          <p:cNvPr id="170" name="Group 169">
            <a:extLst>
              <a:ext uri="{FF2B5EF4-FFF2-40B4-BE49-F238E27FC236}">
                <a16:creationId xmlns:a16="http://schemas.microsoft.com/office/drawing/2014/main" id="{A78B7203-78D4-663A-5894-B66190EF69CD}"/>
              </a:ext>
            </a:extLst>
          </p:cNvPr>
          <p:cNvGrpSpPr/>
          <p:nvPr/>
        </p:nvGrpSpPr>
        <p:grpSpPr>
          <a:xfrm>
            <a:off x="3861469" y="4133993"/>
            <a:ext cx="6055844" cy="1917792"/>
            <a:chOff x="3068078" y="4450028"/>
            <a:chExt cx="6055844" cy="1917792"/>
          </a:xfrm>
        </p:grpSpPr>
        <p:grpSp>
          <p:nvGrpSpPr>
            <p:cNvPr id="100" name="Group 99">
              <a:extLst>
                <a:ext uri="{FF2B5EF4-FFF2-40B4-BE49-F238E27FC236}">
                  <a16:creationId xmlns:a16="http://schemas.microsoft.com/office/drawing/2014/main" id="{C6029C3B-EE2A-BF10-05BA-E6C73F40DE6D}"/>
                </a:ext>
              </a:extLst>
            </p:cNvPr>
            <p:cNvGrpSpPr/>
            <p:nvPr/>
          </p:nvGrpSpPr>
          <p:grpSpPr>
            <a:xfrm>
              <a:off x="3068078" y="4450028"/>
              <a:ext cx="6055844" cy="1917792"/>
              <a:chOff x="4204677" y="4535545"/>
              <a:chExt cx="6055844" cy="1917792"/>
            </a:xfrm>
          </p:grpSpPr>
          <p:sp>
            <p:nvSpPr>
              <p:cNvPr id="88" name="Rounded Rectangle 87">
                <a:extLst>
                  <a:ext uri="{FF2B5EF4-FFF2-40B4-BE49-F238E27FC236}">
                    <a16:creationId xmlns:a16="http://schemas.microsoft.com/office/drawing/2014/main" id="{25E84BDC-1122-F2F0-431D-06C176C62EEE}"/>
                  </a:ext>
                </a:extLst>
              </p:cNvPr>
              <p:cNvSpPr/>
              <p:nvPr/>
            </p:nvSpPr>
            <p:spPr>
              <a:xfrm>
                <a:off x="4269257" y="4554034"/>
                <a:ext cx="5991264" cy="1899303"/>
              </a:xfrm>
              <a:prstGeom prst="roundRect">
                <a:avLst>
                  <a:gd name="adj" fmla="val 6304"/>
                </a:avLst>
              </a:prstGeom>
              <a:solidFill>
                <a:schemeClr val="accent1"/>
              </a:solidFill>
              <a:ln>
                <a:noFill/>
              </a:ln>
              <a:effectLst/>
            </p:spPr>
            <p:style>
              <a:lnRef idx="2">
                <a:schemeClr val="dk1">
                  <a:shade val="50000"/>
                </a:schemeClr>
              </a:lnRef>
              <a:fillRef idx="1">
                <a:schemeClr val="dk1"/>
              </a:fillRef>
              <a:effectRef idx="0">
                <a:schemeClr val="dk1"/>
              </a:effectRef>
              <a:fontRef idx="minor">
                <a:schemeClr val="lt1"/>
              </a:fontRef>
            </p:style>
            <p:txBody>
              <a:bodyPr rtlCol="0" anchor="t" anchorCtr="0"/>
              <a:lstStyle/>
              <a:p>
                <a:pPr algn="ctr">
                  <a:defRPr/>
                </a:pPr>
                <a:r>
                  <a:rPr lang="en-US" sz="1000" b="1" dirty="0">
                    <a:solidFill>
                      <a:srgbClr val="FFFFFF"/>
                    </a:solidFill>
                    <a:latin typeface="Source Sans Pro" panose="020B0503030403020204" pitchFamily="34" charset="0"/>
                    <a:ea typeface="Source Sans Pro" panose="020B0503030403020204" pitchFamily="34" charset="0"/>
                    <a:cs typeface="Source Sans Pro Light" charset="0"/>
                  </a:rPr>
                  <a:t>VEE Port</a:t>
                </a:r>
              </a:p>
            </p:txBody>
          </p:sp>
          <p:grpSp>
            <p:nvGrpSpPr>
              <p:cNvPr id="92" name="Group 91">
                <a:extLst>
                  <a:ext uri="{FF2B5EF4-FFF2-40B4-BE49-F238E27FC236}">
                    <a16:creationId xmlns:a16="http://schemas.microsoft.com/office/drawing/2014/main" id="{0483FD36-F9BF-D4CF-C820-6A777F71A9C6}"/>
                  </a:ext>
                </a:extLst>
              </p:cNvPr>
              <p:cNvGrpSpPr/>
              <p:nvPr/>
            </p:nvGrpSpPr>
            <p:grpSpPr>
              <a:xfrm>
                <a:off x="4204677" y="4535545"/>
                <a:ext cx="344751" cy="303135"/>
                <a:chOff x="3528000" y="4663584"/>
                <a:chExt cx="344751" cy="303135"/>
              </a:xfrm>
            </p:grpSpPr>
            <p:sp>
              <p:nvSpPr>
                <p:cNvPr id="93" name="Bande diagonale 197">
                  <a:extLst>
                    <a:ext uri="{FF2B5EF4-FFF2-40B4-BE49-F238E27FC236}">
                      <a16:creationId xmlns:a16="http://schemas.microsoft.com/office/drawing/2014/main" id="{0FE351B9-3599-70C9-BB6E-B9F59E373846}"/>
                    </a:ext>
                  </a:extLst>
                </p:cNvPr>
                <p:cNvSpPr/>
                <p:nvPr/>
              </p:nvSpPr>
              <p:spPr>
                <a:xfrm>
                  <a:off x="3592923" y="4686891"/>
                  <a:ext cx="279828" cy="279828"/>
                </a:xfrm>
                <a:prstGeom prst="diagStripe">
                  <a:avLst>
                    <a:gd name="adj" fmla="val 41991"/>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dirty="0">
                    <a:solidFill>
                      <a:srgbClr val="FFFFFF"/>
                    </a:solidFill>
                    <a:latin typeface="Source Sans Pro Light" charset="0"/>
                    <a:ea typeface="Source Sans Pro Light" charset="0"/>
                    <a:cs typeface="Source Sans Pro Light" charset="0"/>
                  </a:endParaRPr>
                </a:p>
              </p:txBody>
            </p:sp>
            <p:sp>
              <p:nvSpPr>
                <p:cNvPr id="94" name="ZoneTexte 198">
                  <a:extLst>
                    <a:ext uri="{FF2B5EF4-FFF2-40B4-BE49-F238E27FC236}">
                      <a16:creationId xmlns:a16="http://schemas.microsoft.com/office/drawing/2014/main" id="{33E44D71-5A2E-406E-2ADB-12C8E9D4AA60}"/>
                    </a:ext>
                  </a:extLst>
                </p:cNvPr>
                <p:cNvSpPr txBox="1"/>
                <p:nvPr/>
              </p:nvSpPr>
              <p:spPr>
                <a:xfrm rot="18945775">
                  <a:off x="3528000" y="4663584"/>
                  <a:ext cx="333746" cy="230832"/>
                </a:xfrm>
                <a:prstGeom prst="rect">
                  <a:avLst/>
                </a:prstGeom>
                <a:noFill/>
              </p:spPr>
              <p:txBody>
                <a:bodyPr wrap="none" rtlCol="0">
                  <a:spAutoFit/>
                </a:bodyPr>
                <a:lstStyle/>
                <a:p>
                  <a:pPr>
                    <a:defRPr/>
                  </a:pPr>
                  <a:r>
                    <a:rPr lang="en-US" sz="900" dirty="0">
                      <a:solidFill>
                        <a:srgbClr val="FFFFFF"/>
                      </a:solidFill>
                      <a:latin typeface="Source Sans Pro Light" charset="0"/>
                      <a:ea typeface="Source Sans Pro Light" charset="0"/>
                      <a:cs typeface="Source Sans Pro Light" charset="0"/>
                    </a:rPr>
                    <a:t>bin</a:t>
                  </a:r>
                </a:p>
              </p:txBody>
            </p:sp>
          </p:grpSp>
          <p:grpSp>
            <p:nvGrpSpPr>
              <p:cNvPr id="99" name="Group 98">
                <a:extLst>
                  <a:ext uri="{FF2B5EF4-FFF2-40B4-BE49-F238E27FC236}">
                    <a16:creationId xmlns:a16="http://schemas.microsoft.com/office/drawing/2014/main" id="{C212352C-83E0-A894-92C2-402E97A28318}"/>
                  </a:ext>
                </a:extLst>
              </p:cNvPr>
              <p:cNvGrpSpPr/>
              <p:nvPr/>
            </p:nvGrpSpPr>
            <p:grpSpPr>
              <a:xfrm>
                <a:off x="4608233" y="4962665"/>
                <a:ext cx="5313313" cy="1082040"/>
                <a:chOff x="4592779" y="4923214"/>
                <a:chExt cx="5313313" cy="1082040"/>
              </a:xfrm>
            </p:grpSpPr>
            <p:sp>
              <p:nvSpPr>
                <p:cNvPr id="89" name="Rounded Rectangle 88">
                  <a:extLst>
                    <a:ext uri="{FF2B5EF4-FFF2-40B4-BE49-F238E27FC236}">
                      <a16:creationId xmlns:a16="http://schemas.microsoft.com/office/drawing/2014/main" id="{B57A2E57-FE75-EA35-0966-A5128FD96A9A}"/>
                    </a:ext>
                  </a:extLst>
                </p:cNvPr>
                <p:cNvSpPr/>
                <p:nvPr/>
              </p:nvSpPr>
              <p:spPr>
                <a:xfrm>
                  <a:off x="7414987" y="4924234"/>
                  <a:ext cx="1080000" cy="1080000"/>
                </a:xfrm>
                <a:prstGeom prst="roundRect">
                  <a:avLst>
                    <a:gd name="adj" fmla="val 7525"/>
                  </a:avLst>
                </a:prstGeom>
                <a:solidFill>
                  <a:schemeClr val="accent2"/>
                </a:solidFill>
                <a:ln w="9525">
                  <a:noFill/>
                </a:ln>
                <a:effectLst>
                  <a:outerShdw blurRad="50800" dist="38100" dir="2700000" algn="tl"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000" dirty="0">
                      <a:solidFill>
                        <a:srgbClr val="FFFFFF"/>
                      </a:solidFill>
                      <a:latin typeface="Source Sans Pro" panose="020B0503030403020204" pitchFamily="34" charset="0"/>
                      <a:ea typeface="Source Sans Pro" panose="020B0503030403020204" pitchFamily="34" charset="0"/>
                      <a:cs typeface="Arial" panose="020B0604020202020204" pitchFamily="34" charset="0"/>
                    </a:rPr>
                    <a:t>Simulator + Mocks</a:t>
                  </a:r>
                </a:p>
              </p:txBody>
            </p:sp>
            <p:sp>
              <p:nvSpPr>
                <p:cNvPr id="90" name="Rounded Rectangle 89">
                  <a:extLst>
                    <a:ext uri="{FF2B5EF4-FFF2-40B4-BE49-F238E27FC236}">
                      <a16:creationId xmlns:a16="http://schemas.microsoft.com/office/drawing/2014/main" id="{3D6B3996-CAC7-A827-21D4-D998F3633543}"/>
                    </a:ext>
                  </a:extLst>
                </p:cNvPr>
                <p:cNvSpPr/>
                <p:nvPr/>
              </p:nvSpPr>
              <p:spPr>
                <a:xfrm>
                  <a:off x="6003883" y="4924234"/>
                  <a:ext cx="1080000" cy="1080000"/>
                </a:xfrm>
                <a:prstGeom prst="roundRect">
                  <a:avLst>
                    <a:gd name="adj" fmla="val 7525"/>
                  </a:avLst>
                </a:prstGeom>
                <a:gradFill flip="none" rotWithShape="1">
                  <a:gsLst>
                    <a:gs pos="31000">
                      <a:schemeClr val="accent4"/>
                    </a:gs>
                    <a:gs pos="64000">
                      <a:schemeClr val="accent6"/>
                    </a:gs>
                  </a:gsLst>
                  <a:lin ang="2700000" scaled="1"/>
                  <a:tileRect/>
                </a:gradFill>
                <a:ln w="9525">
                  <a:noFill/>
                </a:ln>
                <a:effectLst>
                  <a:outerShdw blurRad="50800" dist="38100" dir="2700000" algn="tl"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defRPr/>
                  </a:pPr>
                  <a:r>
                    <a:rPr lang="en-US" sz="1000" dirty="0">
                      <a:solidFill>
                        <a:srgbClr val="FFFFFF"/>
                      </a:solidFill>
                      <a:latin typeface="Source Sans Pro" panose="020B0503030403020204" pitchFamily="34" charset="0"/>
                      <a:ea typeface="Source Sans Pro" panose="020B0503030403020204" pitchFamily="34" charset="0"/>
                      <a:cs typeface="Source Sans Pro Light" charset="0"/>
                    </a:rPr>
                    <a:t>Foundation Libraries</a:t>
                  </a:r>
                </a:p>
              </p:txBody>
            </p:sp>
            <p:grpSp>
              <p:nvGrpSpPr>
                <p:cNvPr id="98" name="Group 97">
                  <a:extLst>
                    <a:ext uri="{FF2B5EF4-FFF2-40B4-BE49-F238E27FC236}">
                      <a16:creationId xmlns:a16="http://schemas.microsoft.com/office/drawing/2014/main" id="{B0AD877A-0A2A-0CCF-2FB3-0ED1F4369DB4}"/>
                    </a:ext>
                  </a:extLst>
                </p:cNvPr>
                <p:cNvGrpSpPr/>
                <p:nvPr/>
              </p:nvGrpSpPr>
              <p:grpSpPr>
                <a:xfrm>
                  <a:off x="4592779" y="4923214"/>
                  <a:ext cx="1080000" cy="1082040"/>
                  <a:chOff x="4365199" y="4865917"/>
                  <a:chExt cx="1080000" cy="1082040"/>
                </a:xfrm>
              </p:grpSpPr>
              <p:sp>
                <p:nvSpPr>
                  <p:cNvPr id="91" name="Rounded Rectangle 90">
                    <a:extLst>
                      <a:ext uri="{FF2B5EF4-FFF2-40B4-BE49-F238E27FC236}">
                        <a16:creationId xmlns:a16="http://schemas.microsoft.com/office/drawing/2014/main" id="{CB1DDF79-EBAA-C6FC-317B-7F2A9B075500}"/>
                      </a:ext>
                    </a:extLst>
                  </p:cNvPr>
                  <p:cNvSpPr/>
                  <p:nvPr/>
                </p:nvSpPr>
                <p:spPr>
                  <a:xfrm>
                    <a:off x="4365199" y="4867957"/>
                    <a:ext cx="1080000" cy="1080000"/>
                  </a:xfrm>
                  <a:prstGeom prst="roundRect">
                    <a:avLst>
                      <a:gd name="adj" fmla="val 7525"/>
                    </a:avLst>
                  </a:prstGeom>
                  <a:solidFill>
                    <a:schemeClr val="bg1"/>
                  </a:solidFill>
                  <a:ln>
                    <a:noFill/>
                  </a:ln>
                  <a:effectLst>
                    <a:outerShdw blurRad="50800" dist="38100" dir="2700000" algn="tl"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defRPr/>
                    </a:pPr>
                    <a:endParaRPr lang="en-US" sz="1000" dirty="0">
                      <a:solidFill>
                        <a:srgbClr val="FFFFFF"/>
                      </a:solidFill>
                      <a:latin typeface="Source Sans Pro Light" charset="0"/>
                      <a:ea typeface="Source Sans Pro Light" charset="0"/>
                      <a:cs typeface="Source Sans Pro Light" charset="0"/>
                    </a:endParaRPr>
                  </a:p>
                </p:txBody>
              </p:sp>
              <p:sp>
                <p:nvSpPr>
                  <p:cNvPr id="95" name="Rectangle 94">
                    <a:extLst>
                      <a:ext uri="{FF2B5EF4-FFF2-40B4-BE49-F238E27FC236}">
                        <a16:creationId xmlns:a16="http://schemas.microsoft.com/office/drawing/2014/main" id="{FA552F02-BD44-A846-17E7-0BF7D830018A}"/>
                      </a:ext>
                    </a:extLst>
                  </p:cNvPr>
                  <p:cNvSpPr/>
                  <p:nvPr/>
                </p:nvSpPr>
                <p:spPr>
                  <a:xfrm>
                    <a:off x="4469546" y="4865917"/>
                    <a:ext cx="871306" cy="219744"/>
                  </a:xfrm>
                  <a:prstGeom prst="rect">
                    <a:avLst/>
                  </a:prstGeom>
                  <a:noFill/>
                  <a:ln>
                    <a:noFill/>
                  </a:ln>
                  <a:effectLst/>
                </p:spPr>
                <p:style>
                  <a:lnRef idx="2">
                    <a:schemeClr val="dk1">
                      <a:shade val="50000"/>
                    </a:schemeClr>
                  </a:lnRef>
                  <a:fillRef idx="1">
                    <a:schemeClr val="dk1"/>
                  </a:fillRef>
                  <a:effectRef idx="0">
                    <a:schemeClr val="dk1"/>
                  </a:effectRef>
                  <a:fontRef idx="minor">
                    <a:schemeClr val="lt1"/>
                  </a:fontRef>
                </p:style>
                <p:txBody>
                  <a:bodyPr rtlCol="0" anchor="t"/>
                  <a:lstStyle/>
                  <a:p>
                    <a:pPr algn="ctr">
                      <a:defRPr/>
                    </a:pPr>
                    <a:r>
                      <a:rPr lang="en-US" sz="1000" b="1" dirty="0">
                        <a:solidFill>
                          <a:schemeClr val="tx1"/>
                        </a:solidFill>
                        <a:latin typeface="Source Sans Pro" charset="0"/>
                        <a:ea typeface="Source Sans Pro" charset="0"/>
                        <a:cs typeface="Source Sans Pro" charset="0"/>
                      </a:rPr>
                      <a:t>MEJ32 Core</a:t>
                    </a:r>
                  </a:p>
                </p:txBody>
              </p:sp>
              <p:pic>
                <p:nvPicPr>
                  <p:cNvPr id="96" name="Picture 95">
                    <a:extLst>
                      <a:ext uri="{FF2B5EF4-FFF2-40B4-BE49-F238E27FC236}">
                        <a16:creationId xmlns:a16="http://schemas.microsoft.com/office/drawing/2014/main" id="{9487BA14-BDF8-C41D-194B-2F15535BFAB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19836" y="5085494"/>
                    <a:ext cx="718808" cy="723599"/>
                  </a:xfrm>
                  <a:prstGeom prst="rect">
                    <a:avLst/>
                  </a:prstGeom>
                </p:spPr>
              </p:pic>
            </p:grpSp>
            <p:sp>
              <p:nvSpPr>
                <p:cNvPr id="97" name="Rounded Rectangle 96">
                  <a:extLst>
                    <a:ext uri="{FF2B5EF4-FFF2-40B4-BE49-F238E27FC236}">
                      <a16:creationId xmlns:a16="http://schemas.microsoft.com/office/drawing/2014/main" id="{7FCB9BEE-FD44-527A-E10F-6C142469B178}"/>
                    </a:ext>
                  </a:extLst>
                </p:cNvPr>
                <p:cNvSpPr/>
                <p:nvPr/>
              </p:nvSpPr>
              <p:spPr>
                <a:xfrm>
                  <a:off x="8826092" y="4924234"/>
                  <a:ext cx="1080000" cy="1080000"/>
                </a:xfrm>
                <a:prstGeom prst="roundRect">
                  <a:avLst>
                    <a:gd name="adj" fmla="val 7525"/>
                  </a:avLst>
                </a:prstGeom>
                <a:gradFill>
                  <a:gsLst>
                    <a:gs pos="38000">
                      <a:schemeClr val="bg1">
                        <a:lumMod val="50000"/>
                      </a:schemeClr>
                    </a:gs>
                    <a:gs pos="60000">
                      <a:schemeClr val="tx1"/>
                    </a:gs>
                  </a:gsLst>
                  <a:lin ang="2700000" scaled="1"/>
                </a:gradFill>
                <a:ln w="9525">
                  <a:noFill/>
                </a:ln>
                <a:effectLst>
                  <a:outerShdw blurRad="50800" dist="38100" dir="2700000" algn="tl"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000" dirty="0">
                      <a:solidFill>
                        <a:srgbClr val="FFFFFF"/>
                      </a:solidFill>
                      <a:latin typeface="Source Sans Pro" panose="020B0503030403020204" pitchFamily="34" charset="0"/>
                      <a:ea typeface="Source Sans Pro" panose="020B0503030403020204" pitchFamily="34" charset="0"/>
                      <a:cs typeface="Arial" panose="020B0604020202020204" pitchFamily="34" charset="0"/>
                    </a:rPr>
                    <a:t>Scripts + Tooling + Documentation</a:t>
                  </a:r>
                </a:p>
              </p:txBody>
            </p:sp>
          </p:grpSp>
        </p:grpSp>
        <p:pic>
          <p:nvPicPr>
            <p:cNvPr id="136" name="Picture 135">
              <a:extLst>
                <a:ext uri="{FF2B5EF4-FFF2-40B4-BE49-F238E27FC236}">
                  <a16:creationId xmlns:a16="http://schemas.microsoft.com/office/drawing/2014/main" id="{F6F8A46C-8D78-3530-6C49-C14C0468F8A3}"/>
                </a:ext>
              </a:extLst>
            </p:cNvPr>
            <p:cNvPicPr>
              <a:picLocks noChangeAspect="1"/>
            </p:cNvPicPr>
            <p:nvPr/>
          </p:nvPicPr>
          <p:blipFill>
            <a:blip r:embed="rId3"/>
            <a:stretch>
              <a:fillRect/>
            </a:stretch>
          </p:blipFill>
          <p:spPr>
            <a:xfrm>
              <a:off x="6671548" y="5642469"/>
              <a:ext cx="332460" cy="276842"/>
            </a:xfrm>
            <a:prstGeom prst="rect">
              <a:avLst/>
            </a:prstGeom>
          </p:spPr>
        </p:pic>
      </p:grpSp>
      <p:grpSp>
        <p:nvGrpSpPr>
          <p:cNvPr id="9" name="Group 8">
            <a:extLst>
              <a:ext uri="{FF2B5EF4-FFF2-40B4-BE49-F238E27FC236}">
                <a16:creationId xmlns:a16="http://schemas.microsoft.com/office/drawing/2014/main" id="{834C4423-858C-3212-3070-5A460823F13B}"/>
              </a:ext>
            </a:extLst>
          </p:cNvPr>
          <p:cNvGrpSpPr/>
          <p:nvPr/>
        </p:nvGrpSpPr>
        <p:grpSpPr>
          <a:xfrm>
            <a:off x="368497" y="2048961"/>
            <a:ext cx="1963733" cy="4002682"/>
            <a:chOff x="463307" y="938487"/>
            <a:chExt cx="1963733" cy="4002682"/>
          </a:xfrm>
        </p:grpSpPr>
        <p:grpSp>
          <p:nvGrpSpPr>
            <p:cNvPr id="178" name="Group 177">
              <a:extLst>
                <a:ext uri="{FF2B5EF4-FFF2-40B4-BE49-F238E27FC236}">
                  <a16:creationId xmlns:a16="http://schemas.microsoft.com/office/drawing/2014/main" id="{BB991CBF-3A4C-E67D-2CEC-BDDA0A60FD7F}"/>
                </a:ext>
              </a:extLst>
            </p:cNvPr>
            <p:cNvGrpSpPr/>
            <p:nvPr/>
          </p:nvGrpSpPr>
          <p:grpSpPr>
            <a:xfrm>
              <a:off x="463307" y="938487"/>
              <a:ext cx="1963733" cy="4002682"/>
              <a:chOff x="132846" y="1228233"/>
              <a:chExt cx="1963733" cy="4002682"/>
            </a:xfrm>
          </p:grpSpPr>
          <p:sp>
            <p:nvSpPr>
              <p:cNvPr id="176" name="Rounded Rectangle 174">
                <a:extLst>
                  <a:ext uri="{FF2B5EF4-FFF2-40B4-BE49-F238E27FC236}">
                    <a16:creationId xmlns:a16="http://schemas.microsoft.com/office/drawing/2014/main" id="{8ACE4693-E5B6-10FE-27B3-BA9E5E3AC77E}"/>
                  </a:ext>
                </a:extLst>
              </p:cNvPr>
              <p:cNvSpPr/>
              <p:nvPr/>
            </p:nvSpPr>
            <p:spPr>
              <a:xfrm>
                <a:off x="132846" y="1377419"/>
                <a:ext cx="1963733" cy="3853496"/>
              </a:xfrm>
              <a:prstGeom prst="roundRect">
                <a:avLst>
                  <a:gd name="adj" fmla="val 8585"/>
                </a:avLst>
              </a:prstGeom>
              <a:solidFill>
                <a:schemeClr val="bg1"/>
              </a:solidFill>
              <a:ln w="12700">
                <a:solidFill>
                  <a:schemeClr val="bg2"/>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600" dirty="0">
                  <a:ln w="0">
                    <a:solidFill>
                      <a:sysClr val="windowText" lastClr="000000"/>
                    </a:solidFill>
                  </a:ln>
                  <a:solidFill>
                    <a:schemeClr val="tx1"/>
                  </a:solidFill>
                  <a:effectLst>
                    <a:outerShdw blurRad="38100" dist="19050" dir="2700000" algn="tl" rotWithShape="0">
                      <a:schemeClr val="dk1">
                        <a:alpha val="40000"/>
                      </a:schemeClr>
                    </a:outerShdw>
                  </a:effectLst>
                </a:endParaRPr>
              </a:p>
            </p:txBody>
          </p:sp>
          <p:sp>
            <p:nvSpPr>
              <p:cNvPr id="177" name="TextBox 176">
                <a:extLst>
                  <a:ext uri="{FF2B5EF4-FFF2-40B4-BE49-F238E27FC236}">
                    <a16:creationId xmlns:a16="http://schemas.microsoft.com/office/drawing/2014/main" id="{94E36E1F-0E2E-D525-7961-6C8982716CB1}"/>
                  </a:ext>
                </a:extLst>
              </p:cNvPr>
              <p:cNvSpPr txBox="1"/>
              <p:nvPr/>
            </p:nvSpPr>
            <p:spPr>
              <a:xfrm>
                <a:off x="738212" y="1228233"/>
                <a:ext cx="848012" cy="303536"/>
              </a:xfrm>
              <a:prstGeom prst="rect">
                <a:avLst/>
              </a:prstGeom>
              <a:solidFill>
                <a:schemeClr val="bg1"/>
              </a:solidFill>
            </p:spPr>
            <p:txBody>
              <a:bodyPr wrap="square" tIns="36000" bIns="36000" rtlCol="0">
                <a:spAutoFit/>
              </a:bodyPr>
              <a:lstStyle/>
              <a:p>
                <a:pPr defTabSz="685783">
                  <a:buClrTx/>
                </a:pPr>
                <a:r>
                  <a:rPr lang="en-US" sz="1500" dirty="0">
                    <a:solidFill>
                      <a:schemeClr val="tx1">
                        <a:lumMod val="75000"/>
                      </a:schemeClr>
                    </a:solidFill>
                    <a:latin typeface="Source Sans Pro" panose="020B0503030403020204" pitchFamily="34" charset="0"/>
                    <a:ea typeface="Source Sans Pro" panose="020B0503030403020204" pitchFamily="34" charset="0"/>
                    <a:cs typeface="Source Sans Pro Light" charset="0"/>
                  </a:rPr>
                  <a:t>Legend</a:t>
                </a:r>
              </a:p>
            </p:txBody>
          </p:sp>
        </p:grpSp>
        <p:sp>
          <p:nvSpPr>
            <p:cNvPr id="142" name="Rounded Rectangle 141">
              <a:extLst>
                <a:ext uri="{FF2B5EF4-FFF2-40B4-BE49-F238E27FC236}">
                  <a16:creationId xmlns:a16="http://schemas.microsoft.com/office/drawing/2014/main" id="{34FAB2EC-3256-F8B4-5F68-B44529061AF3}"/>
                </a:ext>
              </a:extLst>
            </p:cNvPr>
            <p:cNvSpPr/>
            <p:nvPr/>
          </p:nvSpPr>
          <p:spPr>
            <a:xfrm>
              <a:off x="635174" y="1399398"/>
              <a:ext cx="1620000" cy="385200"/>
            </a:xfrm>
            <a:prstGeom prst="roundRect">
              <a:avLst>
                <a:gd name="adj" fmla="val 6304"/>
              </a:avLst>
            </a:prstGeom>
            <a:solidFill>
              <a:schemeClr val="accent1"/>
            </a:solidFill>
            <a:ln>
              <a:no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defRPr/>
              </a:pPr>
              <a:r>
                <a:rPr lang="en-US" sz="1000" dirty="0">
                  <a:solidFill>
                    <a:srgbClr val="FFFFFF"/>
                  </a:solidFill>
                  <a:latin typeface="Source Sans Pro" panose="020B0503030403020204" pitchFamily="34" charset="0"/>
                  <a:ea typeface="Source Sans Pro" panose="020B0503030403020204" pitchFamily="34" charset="0"/>
                  <a:cs typeface="Source Sans Pro Light" charset="0"/>
                </a:rPr>
                <a:t>Core Modules</a:t>
              </a:r>
            </a:p>
          </p:txBody>
        </p:sp>
        <p:grpSp>
          <p:nvGrpSpPr>
            <p:cNvPr id="174" name="Group 173">
              <a:extLst>
                <a:ext uri="{FF2B5EF4-FFF2-40B4-BE49-F238E27FC236}">
                  <a16:creationId xmlns:a16="http://schemas.microsoft.com/office/drawing/2014/main" id="{6740FBC4-454F-5C4D-910F-1B4B8C2A4EE9}"/>
                </a:ext>
              </a:extLst>
            </p:cNvPr>
            <p:cNvGrpSpPr/>
            <p:nvPr/>
          </p:nvGrpSpPr>
          <p:grpSpPr>
            <a:xfrm>
              <a:off x="635174" y="2206842"/>
              <a:ext cx="1620405" cy="848740"/>
              <a:chOff x="1823395" y="4820221"/>
              <a:chExt cx="1620405" cy="848740"/>
            </a:xfrm>
          </p:grpSpPr>
          <p:sp>
            <p:nvSpPr>
              <p:cNvPr id="144" name="Rounded Rectangle 143">
                <a:extLst>
                  <a:ext uri="{FF2B5EF4-FFF2-40B4-BE49-F238E27FC236}">
                    <a16:creationId xmlns:a16="http://schemas.microsoft.com/office/drawing/2014/main" id="{18D2EB35-6686-ECE9-EE3C-73D71F40F3D2}"/>
                  </a:ext>
                </a:extLst>
              </p:cNvPr>
              <p:cNvSpPr/>
              <p:nvPr/>
            </p:nvSpPr>
            <p:spPr>
              <a:xfrm>
                <a:off x="1823800" y="4820221"/>
                <a:ext cx="1620000" cy="385200"/>
              </a:xfrm>
              <a:prstGeom prst="roundRect">
                <a:avLst>
                  <a:gd name="adj" fmla="val 11196"/>
                </a:avLst>
              </a:prstGeom>
              <a:solidFill>
                <a:schemeClr val="accent4"/>
              </a:solidFill>
              <a:ln>
                <a:no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defRPr/>
                </a:pPr>
                <a:r>
                  <a:rPr lang="en-US" sz="1000" dirty="0">
                    <a:solidFill>
                      <a:srgbClr val="FFFFFF"/>
                    </a:solidFill>
                    <a:latin typeface="Source Sans Pro" panose="020B0503030403020204" pitchFamily="34" charset="0"/>
                    <a:ea typeface="Source Sans Pro" panose="020B0503030403020204" pitchFamily="34" charset="0"/>
                    <a:cs typeface="Arial" panose="020B0604020202020204" pitchFamily="34" charset="0"/>
                  </a:rPr>
                  <a:t>Managed Code</a:t>
                </a:r>
              </a:p>
            </p:txBody>
          </p:sp>
          <p:sp>
            <p:nvSpPr>
              <p:cNvPr id="147" name="Rounded Rectangle 146">
                <a:extLst>
                  <a:ext uri="{FF2B5EF4-FFF2-40B4-BE49-F238E27FC236}">
                    <a16:creationId xmlns:a16="http://schemas.microsoft.com/office/drawing/2014/main" id="{4D8085C7-6DE7-9CBB-AD18-59B8BD098266}"/>
                  </a:ext>
                </a:extLst>
              </p:cNvPr>
              <p:cNvSpPr/>
              <p:nvPr/>
            </p:nvSpPr>
            <p:spPr>
              <a:xfrm>
                <a:off x="1823395" y="5283761"/>
                <a:ext cx="1620000" cy="385200"/>
              </a:xfrm>
              <a:prstGeom prst="roundRect">
                <a:avLst>
                  <a:gd name="adj" fmla="val 11196"/>
                </a:avLst>
              </a:prstGeom>
              <a:solidFill>
                <a:schemeClr val="accent6"/>
              </a:solidFill>
              <a:ln>
                <a:no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defRPr/>
                </a:pPr>
                <a:r>
                  <a:rPr lang="en-US" sz="1000" dirty="0">
                    <a:solidFill>
                      <a:srgbClr val="FFFFFF"/>
                    </a:solidFill>
                    <a:latin typeface="Source Sans Pro" panose="020B0503030403020204" pitchFamily="34" charset="0"/>
                    <a:ea typeface="Source Sans Pro" panose="020B0503030403020204" pitchFamily="34" charset="0"/>
                    <a:cs typeface="Arial" panose="020B0604020202020204" pitchFamily="34" charset="0"/>
                  </a:rPr>
                  <a:t>Native Code</a:t>
                </a:r>
              </a:p>
            </p:txBody>
          </p:sp>
        </p:grpSp>
        <p:grpSp>
          <p:nvGrpSpPr>
            <p:cNvPr id="175" name="Group 174">
              <a:extLst>
                <a:ext uri="{FF2B5EF4-FFF2-40B4-BE49-F238E27FC236}">
                  <a16:creationId xmlns:a16="http://schemas.microsoft.com/office/drawing/2014/main" id="{FA64C76C-70B2-034E-B16A-E4580EF45D58}"/>
                </a:ext>
              </a:extLst>
            </p:cNvPr>
            <p:cNvGrpSpPr/>
            <p:nvPr/>
          </p:nvGrpSpPr>
          <p:grpSpPr>
            <a:xfrm>
              <a:off x="635174" y="3392280"/>
              <a:ext cx="1620000" cy="1332864"/>
              <a:chOff x="174460" y="4341130"/>
              <a:chExt cx="1620000" cy="1332864"/>
            </a:xfrm>
          </p:grpSpPr>
          <p:sp>
            <p:nvSpPr>
              <p:cNvPr id="138" name="Rounded Rectangle 137">
                <a:extLst>
                  <a:ext uri="{FF2B5EF4-FFF2-40B4-BE49-F238E27FC236}">
                    <a16:creationId xmlns:a16="http://schemas.microsoft.com/office/drawing/2014/main" id="{D38C249F-BFD0-A7DF-0B4B-028B1C648C0D}"/>
                  </a:ext>
                </a:extLst>
              </p:cNvPr>
              <p:cNvSpPr/>
              <p:nvPr/>
            </p:nvSpPr>
            <p:spPr>
              <a:xfrm>
                <a:off x="175443" y="4341130"/>
                <a:ext cx="1619017" cy="385200"/>
              </a:xfrm>
              <a:prstGeom prst="roundRect">
                <a:avLst>
                  <a:gd name="adj" fmla="val 7525"/>
                </a:avLst>
              </a:prstGeom>
              <a:solidFill>
                <a:schemeClr val="bg1">
                  <a:lumMod val="50000"/>
                </a:schemeClr>
              </a:solidFill>
              <a:ln w="12700">
                <a:noFill/>
              </a:ln>
              <a:effectLst/>
            </p:spPr>
            <p:style>
              <a:lnRef idx="2">
                <a:schemeClr val="dk1"/>
              </a:lnRef>
              <a:fillRef idx="1">
                <a:schemeClr val="lt1"/>
              </a:fillRef>
              <a:effectRef idx="0">
                <a:schemeClr val="dk1"/>
              </a:effectRef>
              <a:fontRef idx="minor">
                <a:schemeClr val="dk1"/>
              </a:fontRef>
            </p:style>
            <p:txBody>
              <a:bodyPr wrap="square" tIns="36000" bIns="36000" rtlCol="0" anchor="ctr" anchorCtr="1">
                <a:noAutofit/>
              </a:bodyPr>
              <a:lstStyle/>
              <a:p>
                <a:pPr algn="ctr"/>
                <a:r>
                  <a:rPr lang="en-US" sz="1000" dirty="0">
                    <a:solidFill>
                      <a:schemeClr val="bg1"/>
                    </a:solidFill>
                    <a:latin typeface="Source Sans Pro" panose="020B0503030403020204" pitchFamily="34" charset="0"/>
                    <a:ea typeface="Source Sans Pro" panose="020B0503030403020204" pitchFamily="34" charset="0"/>
                    <a:cs typeface="Source Sans Pro Light" charset="0"/>
                  </a:rPr>
                  <a:t>Configuration</a:t>
                </a:r>
                <a:endParaRPr lang="en-GB" sz="1000" dirty="0">
                  <a:solidFill>
                    <a:schemeClr val="bg1"/>
                  </a:solidFill>
                  <a:latin typeface="Source Sans Pro" panose="020B0503030403020204" pitchFamily="34" charset="0"/>
                  <a:ea typeface="Source Sans Pro" panose="020B0503030403020204" pitchFamily="34" charset="0"/>
                  <a:cs typeface="Source Sans Pro Light" charset="0"/>
                </a:endParaRPr>
              </a:p>
            </p:txBody>
          </p:sp>
          <p:sp>
            <p:nvSpPr>
              <p:cNvPr id="148" name="Rounded Rectangle 7">
                <a:extLst>
                  <a:ext uri="{FF2B5EF4-FFF2-40B4-BE49-F238E27FC236}">
                    <a16:creationId xmlns:a16="http://schemas.microsoft.com/office/drawing/2014/main" id="{A1C56FDE-85CC-3A48-848E-3DB28E76811F}"/>
                  </a:ext>
                </a:extLst>
              </p:cNvPr>
              <p:cNvSpPr/>
              <p:nvPr/>
            </p:nvSpPr>
            <p:spPr>
              <a:xfrm>
                <a:off x="174460" y="4814273"/>
                <a:ext cx="1620000" cy="385889"/>
              </a:xfrm>
              <a:prstGeom prst="roundRect">
                <a:avLst/>
              </a:prstGeom>
              <a:solidFill>
                <a:schemeClr val="tx1"/>
              </a:solidFill>
              <a:ln>
                <a:no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000" dirty="0">
                    <a:solidFill>
                      <a:srgbClr val="FFFFFF"/>
                    </a:solidFill>
                    <a:latin typeface="Source Sans Pro" panose="020B0503030403020204" pitchFamily="34" charset="0"/>
                    <a:ea typeface="Source Sans Pro" panose="020B0503030403020204" pitchFamily="34" charset="0"/>
                    <a:cs typeface="Source Sans Pro Light" charset="0"/>
                  </a:rPr>
                  <a:t>Build Tool</a:t>
                </a:r>
              </a:p>
            </p:txBody>
          </p:sp>
          <p:sp>
            <p:nvSpPr>
              <p:cNvPr id="149" name="Rounded Rectangle 7">
                <a:extLst>
                  <a:ext uri="{FF2B5EF4-FFF2-40B4-BE49-F238E27FC236}">
                    <a16:creationId xmlns:a16="http://schemas.microsoft.com/office/drawing/2014/main" id="{A9CF1402-0BFA-134D-12A0-C2958F7CADFC}"/>
                  </a:ext>
                </a:extLst>
              </p:cNvPr>
              <p:cNvSpPr/>
              <p:nvPr/>
            </p:nvSpPr>
            <p:spPr>
              <a:xfrm>
                <a:off x="174460" y="5288105"/>
                <a:ext cx="1620000" cy="385889"/>
              </a:xfrm>
              <a:prstGeom prst="roundRect">
                <a:avLst/>
              </a:prstGeom>
              <a:solidFill>
                <a:schemeClr val="accent2"/>
              </a:solidFill>
              <a:ln w="9525">
                <a:no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000" dirty="0">
                    <a:solidFill>
                      <a:srgbClr val="FFFFFF"/>
                    </a:solidFill>
                    <a:latin typeface="Source Sans Pro" panose="020B0503030403020204" pitchFamily="34" charset="0"/>
                    <a:ea typeface="Source Sans Pro" panose="020B0503030403020204" pitchFamily="34" charset="0"/>
                    <a:cs typeface="Arial" panose="020B0604020202020204" pitchFamily="34" charset="0"/>
                  </a:rPr>
                  <a:t>Sim Tool</a:t>
                </a:r>
              </a:p>
            </p:txBody>
          </p:sp>
        </p:grpSp>
      </p:grpSp>
      <p:sp>
        <p:nvSpPr>
          <p:cNvPr id="58" name="Rounded Rectangle 57">
            <a:extLst>
              <a:ext uri="{FF2B5EF4-FFF2-40B4-BE49-F238E27FC236}">
                <a16:creationId xmlns:a16="http://schemas.microsoft.com/office/drawing/2014/main" id="{7F323480-63E3-A212-5D9A-2FAFEA60BC4A}"/>
              </a:ext>
            </a:extLst>
          </p:cNvPr>
          <p:cNvSpPr/>
          <p:nvPr/>
        </p:nvSpPr>
        <p:spPr>
          <a:xfrm>
            <a:off x="2924681" y="736400"/>
            <a:ext cx="2494660" cy="1138920"/>
          </a:xfrm>
          <a:prstGeom prst="roundRect">
            <a:avLst>
              <a:gd name="adj" fmla="val 6304"/>
            </a:avLst>
          </a:prstGeom>
          <a:solidFill>
            <a:schemeClr val="accent1"/>
          </a:solidFill>
          <a:ln>
            <a:no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defRPr/>
            </a:pPr>
            <a:r>
              <a:rPr lang="en-US" sz="1000" dirty="0">
                <a:solidFill>
                  <a:srgbClr val="FFFFFF"/>
                </a:solidFill>
                <a:latin typeface="Source Sans Pro" panose="020B0503030403020204" pitchFamily="34" charset="0"/>
                <a:ea typeface="Source Sans Pro" panose="020B0503030403020204" pitchFamily="34" charset="0"/>
                <a:cs typeface="Arial" panose="020B0604020202020204" pitchFamily="34" charset="0"/>
              </a:rPr>
              <a:t>Architecture </a:t>
            </a:r>
          </a:p>
          <a:p>
            <a:pPr algn="ctr">
              <a:defRPr/>
            </a:pPr>
            <a:r>
              <a:rPr lang="en-US" sz="1000" dirty="0">
                <a:solidFill>
                  <a:srgbClr val="FFFFFF"/>
                </a:solidFill>
                <a:latin typeface="Source Sans Pro" panose="020B0503030403020204" pitchFamily="34" charset="0"/>
                <a:ea typeface="Source Sans Pro" panose="020B0503030403020204" pitchFamily="34" charset="0"/>
                <a:cs typeface="Arial" panose="020B0604020202020204" pitchFamily="34" charset="0"/>
              </a:rPr>
              <a:t>(MEJ32 Core + Built-in Foundation Libraries + Simulator + Mockups)</a:t>
            </a:r>
          </a:p>
          <a:p>
            <a:pPr algn="ctr">
              <a:defRPr/>
            </a:pPr>
            <a:endParaRPr lang="en-US" sz="1000" dirty="0">
              <a:solidFill>
                <a:srgbClr val="FFFFFF"/>
              </a:solidFill>
              <a:latin typeface="Source Sans Pro" panose="020B0503030403020204" pitchFamily="34" charset="0"/>
              <a:ea typeface="Source Sans Pro" panose="020B0503030403020204" pitchFamily="34" charset="0"/>
              <a:cs typeface="Source Sans Pro Light" charset="0"/>
            </a:endParaRPr>
          </a:p>
          <a:p>
            <a:pPr algn="ctr">
              <a:defRPr/>
            </a:pPr>
            <a:endParaRPr lang="en-US" sz="1000" dirty="0">
              <a:solidFill>
                <a:srgbClr val="FFFFFF"/>
              </a:solidFill>
              <a:latin typeface="Source Sans Pro" panose="020B0503030403020204" pitchFamily="34" charset="0"/>
              <a:ea typeface="Source Sans Pro" panose="020B0503030403020204" pitchFamily="34" charset="0"/>
              <a:cs typeface="Source Sans Pro Light" charset="0"/>
            </a:endParaRPr>
          </a:p>
          <a:p>
            <a:pPr algn="ctr">
              <a:defRPr/>
            </a:pPr>
            <a:endParaRPr lang="en-US" sz="1000" dirty="0">
              <a:solidFill>
                <a:srgbClr val="FFFFFF"/>
              </a:solidFill>
              <a:latin typeface="Source Sans Pro" panose="020B0503030403020204" pitchFamily="34" charset="0"/>
              <a:ea typeface="Source Sans Pro" panose="020B0503030403020204" pitchFamily="34" charset="0"/>
              <a:cs typeface="Source Sans Pro Light" charset="0"/>
            </a:endParaRPr>
          </a:p>
          <a:p>
            <a:pPr algn="ctr">
              <a:defRPr/>
            </a:pPr>
            <a:endParaRPr lang="en-US" sz="1000" dirty="0">
              <a:solidFill>
                <a:srgbClr val="FFFFFF"/>
              </a:solidFill>
              <a:latin typeface="Source Sans Pro" panose="020B0503030403020204" pitchFamily="34" charset="0"/>
              <a:ea typeface="Source Sans Pro" panose="020B0503030403020204" pitchFamily="34" charset="0"/>
              <a:cs typeface="Source Sans Pro Light" charset="0"/>
            </a:endParaRPr>
          </a:p>
        </p:txBody>
      </p:sp>
      <p:grpSp>
        <p:nvGrpSpPr>
          <p:cNvPr id="62" name="Group 61">
            <a:extLst>
              <a:ext uri="{FF2B5EF4-FFF2-40B4-BE49-F238E27FC236}">
                <a16:creationId xmlns:a16="http://schemas.microsoft.com/office/drawing/2014/main" id="{0ADDCC1E-713F-8C67-888E-ADA0DE3C0E6D}"/>
              </a:ext>
            </a:extLst>
          </p:cNvPr>
          <p:cNvGrpSpPr/>
          <p:nvPr/>
        </p:nvGrpSpPr>
        <p:grpSpPr>
          <a:xfrm>
            <a:off x="2866573" y="717910"/>
            <a:ext cx="310203" cy="303135"/>
            <a:chOff x="3528000" y="4663584"/>
            <a:chExt cx="344751" cy="303135"/>
          </a:xfrm>
        </p:grpSpPr>
        <p:sp>
          <p:nvSpPr>
            <p:cNvPr id="63" name="Bande diagonale 197">
              <a:extLst>
                <a:ext uri="{FF2B5EF4-FFF2-40B4-BE49-F238E27FC236}">
                  <a16:creationId xmlns:a16="http://schemas.microsoft.com/office/drawing/2014/main" id="{9577F54F-5EED-5ABF-F510-695181E943DB}"/>
                </a:ext>
              </a:extLst>
            </p:cNvPr>
            <p:cNvSpPr/>
            <p:nvPr/>
          </p:nvSpPr>
          <p:spPr>
            <a:xfrm>
              <a:off x="3592923" y="4686891"/>
              <a:ext cx="279828" cy="279828"/>
            </a:xfrm>
            <a:prstGeom prst="diagStripe">
              <a:avLst>
                <a:gd name="adj" fmla="val 41991"/>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dirty="0">
                <a:solidFill>
                  <a:srgbClr val="FFFFFF"/>
                </a:solidFill>
                <a:latin typeface="Source Sans Pro Light" charset="0"/>
                <a:ea typeface="Source Sans Pro Light" charset="0"/>
                <a:cs typeface="Source Sans Pro Light" charset="0"/>
              </a:endParaRPr>
            </a:p>
          </p:txBody>
        </p:sp>
        <p:sp>
          <p:nvSpPr>
            <p:cNvPr id="64" name="ZoneTexte 198">
              <a:extLst>
                <a:ext uri="{FF2B5EF4-FFF2-40B4-BE49-F238E27FC236}">
                  <a16:creationId xmlns:a16="http://schemas.microsoft.com/office/drawing/2014/main" id="{D30143C9-1893-31B3-A3BD-868D303355BD}"/>
                </a:ext>
              </a:extLst>
            </p:cNvPr>
            <p:cNvSpPr txBox="1"/>
            <p:nvPr/>
          </p:nvSpPr>
          <p:spPr>
            <a:xfrm rot="18945775">
              <a:off x="3528000" y="4663584"/>
              <a:ext cx="333746" cy="230832"/>
            </a:xfrm>
            <a:prstGeom prst="rect">
              <a:avLst/>
            </a:prstGeom>
            <a:noFill/>
          </p:spPr>
          <p:txBody>
            <a:bodyPr wrap="none" rtlCol="0">
              <a:spAutoFit/>
            </a:bodyPr>
            <a:lstStyle/>
            <a:p>
              <a:pPr>
                <a:defRPr/>
              </a:pPr>
              <a:r>
                <a:rPr lang="en-US" sz="900" dirty="0">
                  <a:solidFill>
                    <a:srgbClr val="FFFFFF"/>
                  </a:solidFill>
                  <a:latin typeface="Source Sans Pro Light" charset="0"/>
                  <a:ea typeface="Source Sans Pro Light" charset="0"/>
                  <a:cs typeface="Source Sans Pro Light" charset="0"/>
                </a:rPr>
                <a:t>bin</a:t>
              </a:r>
            </a:p>
          </p:txBody>
        </p:sp>
      </p:grpSp>
      <p:grpSp>
        <p:nvGrpSpPr>
          <p:cNvPr id="67" name="Group 66">
            <a:extLst>
              <a:ext uri="{FF2B5EF4-FFF2-40B4-BE49-F238E27FC236}">
                <a16:creationId xmlns:a16="http://schemas.microsoft.com/office/drawing/2014/main" id="{8BEA4FA9-65C9-B4D4-B94A-C86C88BD685D}"/>
              </a:ext>
            </a:extLst>
          </p:cNvPr>
          <p:cNvGrpSpPr/>
          <p:nvPr/>
        </p:nvGrpSpPr>
        <p:grpSpPr>
          <a:xfrm>
            <a:off x="2995798" y="1397310"/>
            <a:ext cx="402556" cy="397707"/>
            <a:chOff x="9146974" y="4531492"/>
            <a:chExt cx="537275" cy="477610"/>
          </a:xfrm>
        </p:grpSpPr>
        <p:sp>
          <p:nvSpPr>
            <p:cNvPr id="61" name="Rounded Rectangle 60">
              <a:extLst>
                <a:ext uri="{FF2B5EF4-FFF2-40B4-BE49-F238E27FC236}">
                  <a16:creationId xmlns:a16="http://schemas.microsoft.com/office/drawing/2014/main" id="{8D290A92-D271-F3D9-F64F-361BE58AD73F}"/>
                </a:ext>
              </a:extLst>
            </p:cNvPr>
            <p:cNvSpPr/>
            <p:nvPr/>
          </p:nvSpPr>
          <p:spPr>
            <a:xfrm>
              <a:off x="9146974" y="4531492"/>
              <a:ext cx="537275" cy="477610"/>
            </a:xfrm>
            <a:prstGeom prst="roundRect">
              <a:avLst>
                <a:gd name="adj" fmla="val 7525"/>
              </a:avLst>
            </a:prstGeom>
            <a:solidFill>
              <a:schemeClr val="bg1"/>
            </a:solidFill>
            <a:ln>
              <a:noFill/>
            </a:ln>
            <a:effectLst>
              <a:outerShdw blurRad="50800" dist="38100" dir="2700000" algn="tl"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defRPr/>
              </a:pPr>
              <a:endParaRPr lang="en-US" sz="1000" dirty="0">
                <a:solidFill>
                  <a:srgbClr val="FFFFFF"/>
                </a:solidFill>
                <a:latin typeface="Source Sans Pro Light" charset="0"/>
                <a:ea typeface="Source Sans Pro Light" charset="0"/>
                <a:cs typeface="Source Sans Pro Light" charset="0"/>
              </a:endParaRPr>
            </a:p>
          </p:txBody>
        </p:sp>
        <p:pic>
          <p:nvPicPr>
            <p:cNvPr id="66" name="Picture 65">
              <a:extLst>
                <a:ext uri="{FF2B5EF4-FFF2-40B4-BE49-F238E27FC236}">
                  <a16:creationId xmlns:a16="http://schemas.microsoft.com/office/drawing/2014/main" id="{EC911A79-2C2F-3737-8849-3E5E37E7B55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230478" y="4603667"/>
              <a:ext cx="331202" cy="333410"/>
            </a:xfrm>
            <a:prstGeom prst="rect">
              <a:avLst/>
            </a:prstGeom>
          </p:spPr>
        </p:pic>
      </p:grpSp>
      <p:sp>
        <p:nvSpPr>
          <p:cNvPr id="153" name="Rounded Rectangle 152">
            <a:extLst>
              <a:ext uri="{FF2B5EF4-FFF2-40B4-BE49-F238E27FC236}">
                <a16:creationId xmlns:a16="http://schemas.microsoft.com/office/drawing/2014/main" id="{08B4A36E-7AE7-5569-6ABD-EE46246DC672}"/>
              </a:ext>
            </a:extLst>
          </p:cNvPr>
          <p:cNvSpPr/>
          <p:nvPr/>
        </p:nvSpPr>
        <p:spPr>
          <a:xfrm>
            <a:off x="3619388" y="1397310"/>
            <a:ext cx="402556" cy="397707"/>
          </a:xfrm>
          <a:prstGeom prst="roundRect">
            <a:avLst>
              <a:gd name="adj" fmla="val 7525"/>
            </a:avLst>
          </a:prstGeom>
          <a:solidFill>
            <a:schemeClr val="accent4"/>
          </a:solidFill>
          <a:ln w="9525">
            <a:noFill/>
          </a:ln>
          <a:effectLst>
            <a:outerShdw blurRad="50800" dist="38100" dir="2700000" algn="tl"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000" dirty="0">
                <a:solidFill>
                  <a:srgbClr val="FFFFFF"/>
                </a:solidFill>
                <a:latin typeface="Source Sans Pro" panose="020B0503030403020204" pitchFamily="34" charset="0"/>
                <a:ea typeface="Source Sans Pro" panose="020B0503030403020204" pitchFamily="34" charset="0"/>
              </a:rPr>
              <a:t>M</a:t>
            </a:r>
          </a:p>
        </p:txBody>
      </p:sp>
      <p:sp>
        <p:nvSpPr>
          <p:cNvPr id="154" name="Rounded Rectangle 153">
            <a:extLst>
              <a:ext uri="{FF2B5EF4-FFF2-40B4-BE49-F238E27FC236}">
                <a16:creationId xmlns:a16="http://schemas.microsoft.com/office/drawing/2014/main" id="{F0758715-BAB5-1ACA-666A-EB77B65A6361}"/>
              </a:ext>
            </a:extLst>
          </p:cNvPr>
          <p:cNvSpPr/>
          <p:nvPr/>
        </p:nvSpPr>
        <p:spPr>
          <a:xfrm>
            <a:off x="4242978" y="1385738"/>
            <a:ext cx="444460" cy="404394"/>
          </a:xfrm>
          <a:prstGeom prst="roundRect">
            <a:avLst>
              <a:gd name="adj" fmla="val 7525"/>
            </a:avLst>
          </a:prstGeom>
          <a:solidFill>
            <a:schemeClr val="accent6"/>
          </a:solidFill>
          <a:ln w="9525">
            <a:noFill/>
          </a:ln>
          <a:effectLst>
            <a:outerShdw blurRad="50800" dist="38100" dir="2700000" algn="tl"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000" dirty="0">
                <a:solidFill>
                  <a:srgbClr val="FFFFFF"/>
                </a:solidFill>
                <a:latin typeface="Source Sans Pro" panose="020B0503030403020204" pitchFamily="34" charset="0"/>
                <a:ea typeface="Source Sans Pro" panose="020B0503030403020204" pitchFamily="34" charset="0"/>
                <a:cs typeface="Arial" panose="020B0604020202020204" pitchFamily="34" charset="0"/>
              </a:rPr>
              <a:t>N</a:t>
            </a:r>
          </a:p>
        </p:txBody>
      </p:sp>
      <p:grpSp>
        <p:nvGrpSpPr>
          <p:cNvPr id="156" name="Group 155">
            <a:extLst>
              <a:ext uri="{FF2B5EF4-FFF2-40B4-BE49-F238E27FC236}">
                <a16:creationId xmlns:a16="http://schemas.microsoft.com/office/drawing/2014/main" id="{B8675AEE-19F0-1152-E936-2F383D177F26}"/>
              </a:ext>
            </a:extLst>
          </p:cNvPr>
          <p:cNvGrpSpPr/>
          <p:nvPr/>
        </p:nvGrpSpPr>
        <p:grpSpPr>
          <a:xfrm>
            <a:off x="4908471" y="1397459"/>
            <a:ext cx="402556" cy="397707"/>
            <a:chOff x="3684571" y="1736084"/>
            <a:chExt cx="402556" cy="397707"/>
          </a:xfrm>
        </p:grpSpPr>
        <p:sp>
          <p:nvSpPr>
            <p:cNvPr id="151" name="Rounded Rectangle 150">
              <a:extLst>
                <a:ext uri="{FF2B5EF4-FFF2-40B4-BE49-F238E27FC236}">
                  <a16:creationId xmlns:a16="http://schemas.microsoft.com/office/drawing/2014/main" id="{76323787-90A4-D0E3-79AE-D7497F326C93}"/>
                </a:ext>
              </a:extLst>
            </p:cNvPr>
            <p:cNvSpPr/>
            <p:nvPr/>
          </p:nvSpPr>
          <p:spPr>
            <a:xfrm>
              <a:off x="3684571" y="1736084"/>
              <a:ext cx="402556" cy="397707"/>
            </a:xfrm>
            <a:prstGeom prst="roundRect">
              <a:avLst>
                <a:gd name="adj" fmla="val 7525"/>
              </a:avLst>
            </a:prstGeom>
            <a:solidFill>
              <a:schemeClr val="accent2"/>
            </a:solidFill>
            <a:ln w="9525">
              <a:noFill/>
            </a:ln>
            <a:effectLst>
              <a:outerShdw blurRad="50800" dist="38100" dir="2700000" algn="tl"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000" dirty="0">
                <a:solidFill>
                  <a:srgbClr val="FFFFFF"/>
                </a:solidFill>
                <a:latin typeface="Source Sans Pro" panose="020B0503030403020204" pitchFamily="34" charset="0"/>
                <a:ea typeface="Source Sans Pro" panose="020B0503030403020204" pitchFamily="34" charset="0"/>
                <a:cs typeface="Arial" panose="020B0604020202020204" pitchFamily="34" charset="0"/>
              </a:endParaRPr>
            </a:p>
          </p:txBody>
        </p:sp>
        <p:pic>
          <p:nvPicPr>
            <p:cNvPr id="155" name="Picture 154">
              <a:extLst>
                <a:ext uri="{FF2B5EF4-FFF2-40B4-BE49-F238E27FC236}">
                  <a16:creationId xmlns:a16="http://schemas.microsoft.com/office/drawing/2014/main" id="{C545A636-19B3-0D43-3596-098CA61F1731}"/>
                </a:ext>
              </a:extLst>
            </p:cNvPr>
            <p:cNvPicPr>
              <a:picLocks noChangeAspect="1"/>
            </p:cNvPicPr>
            <p:nvPr/>
          </p:nvPicPr>
          <p:blipFill>
            <a:blip r:embed="rId3"/>
            <a:stretch>
              <a:fillRect/>
            </a:stretch>
          </p:blipFill>
          <p:spPr>
            <a:xfrm>
              <a:off x="3727874" y="1796516"/>
              <a:ext cx="332460" cy="276842"/>
            </a:xfrm>
            <a:prstGeom prst="rect">
              <a:avLst/>
            </a:prstGeom>
          </p:spPr>
        </p:pic>
      </p:grpSp>
      <p:grpSp>
        <p:nvGrpSpPr>
          <p:cNvPr id="163" name="Group 162">
            <a:extLst>
              <a:ext uri="{FF2B5EF4-FFF2-40B4-BE49-F238E27FC236}">
                <a16:creationId xmlns:a16="http://schemas.microsoft.com/office/drawing/2014/main" id="{FD058017-808C-92D9-A64C-6C55244FEE3C}"/>
              </a:ext>
            </a:extLst>
          </p:cNvPr>
          <p:cNvGrpSpPr/>
          <p:nvPr/>
        </p:nvGrpSpPr>
        <p:grpSpPr>
          <a:xfrm>
            <a:off x="9191498" y="736400"/>
            <a:ext cx="1692155" cy="506030"/>
            <a:chOff x="9369126" y="1068487"/>
            <a:chExt cx="1692155" cy="506030"/>
          </a:xfrm>
        </p:grpSpPr>
        <p:sp>
          <p:nvSpPr>
            <p:cNvPr id="160" name="Rounded Rectangle 159">
              <a:extLst>
                <a:ext uri="{FF2B5EF4-FFF2-40B4-BE49-F238E27FC236}">
                  <a16:creationId xmlns:a16="http://schemas.microsoft.com/office/drawing/2014/main" id="{BE962CEC-617E-9EE6-61C9-B4FCD23F5304}"/>
                </a:ext>
              </a:extLst>
            </p:cNvPr>
            <p:cNvSpPr/>
            <p:nvPr/>
          </p:nvSpPr>
          <p:spPr>
            <a:xfrm>
              <a:off x="9453346" y="1088318"/>
              <a:ext cx="1607935" cy="486199"/>
            </a:xfrm>
            <a:prstGeom prst="roundRect">
              <a:avLst>
                <a:gd name="adj" fmla="val 11196"/>
              </a:avLst>
            </a:prstGeom>
            <a:solidFill>
              <a:schemeClr val="accent2"/>
            </a:solidFill>
            <a:ln>
              <a:no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defRPr/>
              </a:pPr>
              <a:r>
                <a:rPr lang="en-US" sz="1000" dirty="0">
                  <a:solidFill>
                    <a:srgbClr val="FFFFFF"/>
                  </a:solidFill>
                  <a:latin typeface="Source Sans Pro" panose="020B0503030403020204" pitchFamily="34" charset="0"/>
                  <a:ea typeface="Source Sans Pro" panose="020B0503030403020204" pitchFamily="34" charset="0"/>
                  <a:cs typeface="Arial" panose="020B0604020202020204" pitchFamily="34" charset="0"/>
                </a:rPr>
                <a:t>Simulator Mocks</a:t>
              </a:r>
            </a:p>
          </p:txBody>
        </p:sp>
        <p:sp>
          <p:nvSpPr>
            <p:cNvPr id="161" name="Bande diagonale 192">
              <a:extLst>
                <a:ext uri="{FF2B5EF4-FFF2-40B4-BE49-F238E27FC236}">
                  <a16:creationId xmlns:a16="http://schemas.microsoft.com/office/drawing/2014/main" id="{5248AA8A-874E-E024-BAB0-F6AE892D4802}"/>
                </a:ext>
              </a:extLst>
            </p:cNvPr>
            <p:cNvSpPr/>
            <p:nvPr/>
          </p:nvSpPr>
          <p:spPr>
            <a:xfrm>
              <a:off x="9453346" y="1088319"/>
              <a:ext cx="279828" cy="279828"/>
            </a:xfrm>
            <a:prstGeom prst="diagStripe">
              <a:avLst>
                <a:gd name="adj" fmla="val 41991"/>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defRPr/>
              </a:pPr>
              <a:endParaRPr lang="en-US" dirty="0">
                <a:solidFill>
                  <a:srgbClr val="FFFFFF"/>
                </a:solidFill>
              </a:endParaRPr>
            </a:p>
          </p:txBody>
        </p:sp>
        <p:sp>
          <p:nvSpPr>
            <p:cNvPr id="162" name="ZoneTexte 182">
              <a:extLst>
                <a:ext uri="{FF2B5EF4-FFF2-40B4-BE49-F238E27FC236}">
                  <a16:creationId xmlns:a16="http://schemas.microsoft.com/office/drawing/2014/main" id="{0E5588A1-8D9E-B35C-0CE8-97C0EBBF6BC9}"/>
                </a:ext>
              </a:extLst>
            </p:cNvPr>
            <p:cNvSpPr txBox="1"/>
            <p:nvPr/>
          </p:nvSpPr>
          <p:spPr>
            <a:xfrm rot="18945775">
              <a:off x="9369126" y="1068487"/>
              <a:ext cx="317716" cy="230832"/>
            </a:xfrm>
            <a:prstGeom prst="rect">
              <a:avLst/>
            </a:prstGeom>
            <a:noFill/>
          </p:spPr>
          <p:txBody>
            <a:bodyPr wrap="none" rtlCol="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defRPr/>
              </a:pPr>
              <a:r>
                <a:rPr lang="en-US" sz="900" dirty="0" err="1">
                  <a:solidFill>
                    <a:srgbClr val="FFFFFF"/>
                  </a:solidFill>
                  <a:latin typeface="Source Sans Pro Light" panose="020B0403030403020204" pitchFamily="34" charset="0"/>
                  <a:ea typeface="Source Sans Pro Light" panose="020B0403030403020204" pitchFamily="34" charset="0"/>
                </a:rPr>
                <a:t>src</a:t>
              </a:r>
              <a:endParaRPr lang="en-US" sz="900" dirty="0">
                <a:solidFill>
                  <a:srgbClr val="FFFFFF"/>
                </a:solidFill>
                <a:latin typeface="Source Sans Pro Light" panose="020B0403030403020204" pitchFamily="34" charset="0"/>
                <a:ea typeface="Source Sans Pro Light" panose="020B0403030403020204" pitchFamily="34" charset="0"/>
              </a:endParaRPr>
            </a:p>
          </p:txBody>
        </p:sp>
      </p:grpSp>
      <p:grpSp>
        <p:nvGrpSpPr>
          <p:cNvPr id="164" name="Group 163">
            <a:extLst>
              <a:ext uri="{FF2B5EF4-FFF2-40B4-BE49-F238E27FC236}">
                <a16:creationId xmlns:a16="http://schemas.microsoft.com/office/drawing/2014/main" id="{E2D02FF3-4C89-25C1-A874-83ACC95102D4}"/>
              </a:ext>
            </a:extLst>
          </p:cNvPr>
          <p:cNvGrpSpPr/>
          <p:nvPr/>
        </p:nvGrpSpPr>
        <p:grpSpPr>
          <a:xfrm>
            <a:off x="2897156" y="2389806"/>
            <a:ext cx="1721608" cy="400115"/>
            <a:chOff x="1159232" y="3205339"/>
            <a:chExt cx="1721608" cy="400115"/>
          </a:xfrm>
        </p:grpSpPr>
        <p:sp>
          <p:nvSpPr>
            <p:cNvPr id="165" name="Rounded Rectangle 164">
              <a:extLst>
                <a:ext uri="{FF2B5EF4-FFF2-40B4-BE49-F238E27FC236}">
                  <a16:creationId xmlns:a16="http://schemas.microsoft.com/office/drawing/2014/main" id="{175CD806-F512-1F8C-6098-019BDD23BBFD}"/>
                </a:ext>
              </a:extLst>
            </p:cNvPr>
            <p:cNvSpPr/>
            <p:nvPr/>
          </p:nvSpPr>
          <p:spPr>
            <a:xfrm>
              <a:off x="1260840" y="3205339"/>
              <a:ext cx="1620000" cy="400115"/>
            </a:xfrm>
            <a:prstGeom prst="roundRect">
              <a:avLst>
                <a:gd name="adj" fmla="val 7525"/>
              </a:avLst>
            </a:prstGeom>
            <a:solidFill>
              <a:schemeClr val="bg1">
                <a:lumMod val="50000"/>
              </a:schemeClr>
            </a:solidFill>
            <a:ln w="9525">
              <a:solidFill>
                <a:schemeClr val="bg1"/>
              </a:solidFill>
            </a:ln>
            <a:effectLst/>
          </p:spPr>
          <p:style>
            <a:lnRef idx="2">
              <a:schemeClr val="dk1"/>
            </a:lnRef>
            <a:fillRef idx="1">
              <a:schemeClr val="lt1"/>
            </a:fillRef>
            <a:effectRef idx="0">
              <a:schemeClr val="dk1"/>
            </a:effectRef>
            <a:fontRef idx="minor">
              <a:schemeClr val="dk1"/>
            </a:fontRef>
          </p:style>
          <p:txBody>
            <a:bodyPr wrap="square" tIns="36000" bIns="36000" rtlCol="0" anchor="ctr" anchorCtr="1">
              <a:noAutofit/>
            </a:bodyPr>
            <a:lstStyle/>
            <a:p>
              <a:pPr algn="ctr"/>
              <a:r>
                <a:rPr lang="en-US" sz="1000" dirty="0">
                  <a:solidFill>
                    <a:schemeClr val="bg1"/>
                  </a:solidFill>
                  <a:latin typeface="Source Sans Pro" panose="020B0503030403020204" pitchFamily="34" charset="0"/>
                  <a:ea typeface="Source Sans Pro" panose="020B0503030403020204" pitchFamily="34" charset="0"/>
                  <a:cs typeface="Source Sans Pro Light" charset="0"/>
                </a:rPr>
                <a:t>Test Suite Configuration</a:t>
              </a:r>
              <a:endParaRPr lang="en-GB" sz="1000" dirty="0">
                <a:solidFill>
                  <a:schemeClr val="bg1"/>
                </a:solidFill>
                <a:latin typeface="Source Sans Pro" panose="020B0503030403020204" pitchFamily="34" charset="0"/>
                <a:ea typeface="Source Sans Pro" panose="020B0503030403020204" pitchFamily="34" charset="0"/>
                <a:cs typeface="Source Sans Pro Light" charset="0"/>
              </a:endParaRPr>
            </a:p>
          </p:txBody>
        </p:sp>
        <p:grpSp>
          <p:nvGrpSpPr>
            <p:cNvPr id="166" name="Group 165">
              <a:extLst>
                <a:ext uri="{FF2B5EF4-FFF2-40B4-BE49-F238E27FC236}">
                  <a16:creationId xmlns:a16="http://schemas.microsoft.com/office/drawing/2014/main" id="{5407DCD9-83B5-6F65-ADCC-692C63AF2305}"/>
                </a:ext>
              </a:extLst>
            </p:cNvPr>
            <p:cNvGrpSpPr/>
            <p:nvPr/>
          </p:nvGrpSpPr>
          <p:grpSpPr>
            <a:xfrm>
              <a:off x="1159232" y="3208365"/>
              <a:ext cx="396262" cy="282745"/>
              <a:chOff x="1654497" y="2676776"/>
              <a:chExt cx="396262" cy="282745"/>
            </a:xfrm>
          </p:grpSpPr>
          <p:sp>
            <p:nvSpPr>
              <p:cNvPr id="167" name="Bande diagonale 193">
                <a:extLst>
                  <a:ext uri="{FF2B5EF4-FFF2-40B4-BE49-F238E27FC236}">
                    <a16:creationId xmlns:a16="http://schemas.microsoft.com/office/drawing/2014/main" id="{4476776C-AC22-4373-57DE-6408EEB94E0D}"/>
                  </a:ext>
                </a:extLst>
              </p:cNvPr>
              <p:cNvSpPr/>
              <p:nvPr/>
            </p:nvSpPr>
            <p:spPr>
              <a:xfrm>
                <a:off x="1764013" y="2679693"/>
                <a:ext cx="279828" cy="279828"/>
              </a:xfrm>
              <a:prstGeom prst="diagStripe">
                <a:avLst>
                  <a:gd name="adj" fmla="val 41991"/>
                </a:avLst>
              </a:prstGeom>
              <a:solidFill>
                <a:schemeClr val="tx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defRPr/>
                </a:pPr>
                <a:endParaRPr lang="en-US" dirty="0">
                  <a:solidFill>
                    <a:srgbClr val="FFFFFF"/>
                  </a:solidFill>
                </a:endParaRPr>
              </a:p>
            </p:txBody>
          </p:sp>
          <p:sp>
            <p:nvSpPr>
              <p:cNvPr id="168" name="ZoneTexte 194">
                <a:extLst>
                  <a:ext uri="{FF2B5EF4-FFF2-40B4-BE49-F238E27FC236}">
                    <a16:creationId xmlns:a16="http://schemas.microsoft.com/office/drawing/2014/main" id="{74305527-5880-C489-AFD1-81F834143E61}"/>
                  </a:ext>
                </a:extLst>
              </p:cNvPr>
              <p:cNvSpPr txBox="1"/>
              <p:nvPr/>
            </p:nvSpPr>
            <p:spPr>
              <a:xfrm rot="18945775">
                <a:off x="1654497" y="2676776"/>
                <a:ext cx="396262" cy="230832"/>
              </a:xfrm>
              <a:prstGeom prst="rect">
                <a:avLst/>
              </a:prstGeom>
              <a:noFill/>
            </p:spPr>
            <p:txBody>
              <a:bodyPr wrap="none" rtlCol="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defRPr/>
                </a:pPr>
                <a:r>
                  <a:rPr lang="en-US" sz="900" dirty="0">
                    <a:solidFill>
                      <a:srgbClr val="FFFFFF"/>
                    </a:solidFill>
                    <a:latin typeface="Source Sans Pro Light" panose="020B0403030403020204" pitchFamily="34" charset="0"/>
                    <a:ea typeface="Source Sans Pro Light" panose="020B0403030403020204" pitchFamily="34" charset="0"/>
                  </a:rPr>
                  <a:t>conf</a:t>
                </a:r>
              </a:p>
            </p:txBody>
          </p:sp>
        </p:grpSp>
      </p:grpSp>
      <p:cxnSp>
        <p:nvCxnSpPr>
          <p:cNvPr id="171" name="Connecteur droit avec flèche 9">
            <a:extLst>
              <a:ext uri="{FF2B5EF4-FFF2-40B4-BE49-F238E27FC236}">
                <a16:creationId xmlns:a16="http://schemas.microsoft.com/office/drawing/2014/main" id="{D9E66BED-B733-5A2D-A31A-CCF0A22DBDF5}"/>
              </a:ext>
            </a:extLst>
          </p:cNvPr>
          <p:cNvCxnSpPr>
            <a:cxnSpLocks/>
            <a:stCxn id="160" idx="2"/>
          </p:cNvCxnSpPr>
          <p:nvPr/>
        </p:nvCxnSpPr>
        <p:spPr>
          <a:xfrm flipH="1">
            <a:off x="10079685" y="1242430"/>
            <a:ext cx="1" cy="1993625"/>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72" name="ZoneTexte 167">
            <a:extLst>
              <a:ext uri="{FF2B5EF4-FFF2-40B4-BE49-F238E27FC236}">
                <a16:creationId xmlns:a16="http://schemas.microsoft.com/office/drawing/2014/main" id="{4F1EBE84-08F7-9FC4-18B4-049BD959582F}"/>
              </a:ext>
            </a:extLst>
          </p:cNvPr>
          <p:cNvSpPr txBox="1"/>
          <p:nvPr/>
        </p:nvSpPr>
        <p:spPr>
          <a:xfrm>
            <a:off x="10033836" y="1565453"/>
            <a:ext cx="1034257" cy="246221"/>
          </a:xfrm>
          <a:prstGeom prst="rect">
            <a:avLst/>
          </a:prstGeom>
          <a:noFill/>
        </p:spPr>
        <p:txBody>
          <a:bodyPr wrap="none" rtlCol="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defRPr/>
            </a:pPr>
            <a:r>
              <a:rPr lang="en-US" sz="1000" dirty="0">
                <a:solidFill>
                  <a:srgbClr val="97A7AF"/>
                </a:solidFill>
                <a:latin typeface="Source Sans Pro" panose="020B0503030403020204" pitchFamily="34" charset="0"/>
                <a:ea typeface="Source Sans Pro" panose="020B0503030403020204" pitchFamily="34" charset="0"/>
              </a:rPr>
              <a:t>(e.g., mock*.jar)</a:t>
            </a:r>
          </a:p>
        </p:txBody>
      </p:sp>
    </p:spTree>
    <p:extLst>
      <p:ext uri="{BB962C8B-B14F-4D97-AF65-F5344CB8AC3E}">
        <p14:creationId xmlns:p14="http://schemas.microsoft.com/office/powerpoint/2010/main" val="42267705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Connecteur droit avec flèche 149">
            <a:extLst>
              <a:ext uri="{FF2B5EF4-FFF2-40B4-BE49-F238E27FC236}">
                <a16:creationId xmlns:a16="http://schemas.microsoft.com/office/drawing/2014/main" id="{73158364-5188-8D01-765C-03E324A91A7C}"/>
              </a:ext>
            </a:extLst>
          </p:cNvPr>
          <p:cNvCxnSpPr>
            <a:cxnSpLocks/>
          </p:cNvCxnSpPr>
          <p:nvPr/>
        </p:nvCxnSpPr>
        <p:spPr>
          <a:xfrm>
            <a:off x="2480488" y="965460"/>
            <a:ext cx="2544" cy="1427202"/>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1" name="ZoneTexte 175">
            <a:extLst>
              <a:ext uri="{FF2B5EF4-FFF2-40B4-BE49-F238E27FC236}">
                <a16:creationId xmlns:a16="http://schemas.microsoft.com/office/drawing/2014/main" id="{A565C943-15E6-41B0-9286-7BE8D1706491}"/>
              </a:ext>
            </a:extLst>
          </p:cNvPr>
          <p:cNvSpPr txBox="1"/>
          <p:nvPr/>
        </p:nvSpPr>
        <p:spPr>
          <a:xfrm>
            <a:off x="4170109" y="3025289"/>
            <a:ext cx="1239442" cy="246221"/>
          </a:xfrm>
          <a:prstGeom prst="rect">
            <a:avLst/>
          </a:prstGeom>
          <a:noFill/>
        </p:spPr>
        <p:txBody>
          <a:bodyPr wrap="none" rtlCol="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defRPr/>
            </a:pPr>
            <a:r>
              <a:rPr lang="en-US" sz="1000" dirty="0">
                <a:solidFill>
                  <a:srgbClr val="97A7AF"/>
                </a:solidFill>
                <a:latin typeface="Source Sans Pro" panose="020B0503030403020204" pitchFamily="34" charset="0"/>
                <a:ea typeface="Source Sans Pro" panose="020B0503030403020204" pitchFamily="34" charset="0"/>
              </a:rPr>
              <a:t>(</a:t>
            </a:r>
            <a:r>
              <a:rPr lang="en-US" sz="1000" dirty="0" err="1">
                <a:solidFill>
                  <a:srgbClr val="97A7AF"/>
                </a:solidFill>
                <a:latin typeface="Source Sans Pro" panose="020B0503030403020204" pitchFamily="34" charset="0"/>
                <a:ea typeface="Source Sans Pro" panose="020B0503030403020204" pitchFamily="34" charset="0"/>
              </a:rPr>
              <a:t>microejruntime.a</a:t>
            </a:r>
            <a:r>
              <a:rPr lang="en-US" sz="1000" dirty="0">
                <a:solidFill>
                  <a:srgbClr val="97A7AF"/>
                </a:solidFill>
                <a:latin typeface="Source Sans Pro" panose="020B0503030403020204" pitchFamily="34" charset="0"/>
                <a:ea typeface="Source Sans Pro" panose="020B0503030403020204" pitchFamily="34" charset="0"/>
              </a:rPr>
              <a:t>)</a:t>
            </a:r>
          </a:p>
        </p:txBody>
      </p:sp>
      <p:cxnSp>
        <p:nvCxnSpPr>
          <p:cNvPr id="15" name="Connecteur droit avec flèche 151">
            <a:extLst>
              <a:ext uri="{FF2B5EF4-FFF2-40B4-BE49-F238E27FC236}">
                <a16:creationId xmlns:a16="http://schemas.microsoft.com/office/drawing/2014/main" id="{9DD06B8C-2181-61F1-B3BC-84962364B907}"/>
              </a:ext>
            </a:extLst>
          </p:cNvPr>
          <p:cNvCxnSpPr>
            <a:cxnSpLocks/>
          </p:cNvCxnSpPr>
          <p:nvPr/>
        </p:nvCxnSpPr>
        <p:spPr>
          <a:xfrm flipH="1">
            <a:off x="4163250" y="980728"/>
            <a:ext cx="0" cy="41410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6" name="ZoneTexte 152">
            <a:extLst>
              <a:ext uri="{FF2B5EF4-FFF2-40B4-BE49-F238E27FC236}">
                <a16:creationId xmlns:a16="http://schemas.microsoft.com/office/drawing/2014/main" id="{42D498B0-577A-FBB0-19E7-1434798491A7}"/>
              </a:ext>
            </a:extLst>
          </p:cNvPr>
          <p:cNvSpPr txBox="1"/>
          <p:nvPr/>
        </p:nvSpPr>
        <p:spPr>
          <a:xfrm>
            <a:off x="4175788" y="1818765"/>
            <a:ext cx="556563" cy="246221"/>
          </a:xfrm>
          <a:prstGeom prst="rect">
            <a:avLst/>
          </a:prstGeom>
          <a:noFill/>
        </p:spPr>
        <p:txBody>
          <a:bodyPr wrap="none" rtlCol="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defRPr/>
            </a:pPr>
            <a:r>
              <a:rPr lang="en-US" sz="1000" dirty="0">
                <a:solidFill>
                  <a:srgbClr val="97A7AF"/>
                </a:solidFill>
                <a:latin typeface="Source Sans Pro" panose="020B0503030403020204" pitchFamily="34" charset="0"/>
                <a:ea typeface="Source Sans Pro" panose="020B0503030403020204" pitchFamily="34" charset="0"/>
              </a:rPr>
              <a:t>(.class)</a:t>
            </a:r>
          </a:p>
        </p:txBody>
      </p:sp>
      <p:sp>
        <p:nvSpPr>
          <p:cNvPr id="18" name="ZoneTexte 173">
            <a:extLst>
              <a:ext uri="{FF2B5EF4-FFF2-40B4-BE49-F238E27FC236}">
                <a16:creationId xmlns:a16="http://schemas.microsoft.com/office/drawing/2014/main" id="{B517F56A-B8CA-42AF-DDF5-4E836E67CEAE}"/>
              </a:ext>
            </a:extLst>
          </p:cNvPr>
          <p:cNvSpPr txBox="1"/>
          <p:nvPr/>
        </p:nvSpPr>
        <p:spPr>
          <a:xfrm>
            <a:off x="4217751" y="978870"/>
            <a:ext cx="784189" cy="400110"/>
          </a:xfrm>
          <a:prstGeom prst="rect">
            <a:avLst/>
          </a:prstGeom>
          <a:noFill/>
        </p:spPr>
        <p:txBody>
          <a:bodyPr wrap="none" rtlCol="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defRPr/>
            </a:pPr>
            <a:r>
              <a:rPr lang="en-US" sz="1000" dirty="0">
                <a:solidFill>
                  <a:srgbClr val="97A7AF"/>
                </a:solidFill>
                <a:latin typeface="Source Sans Pro" panose="020B0503030403020204" pitchFamily="34" charset="0"/>
                <a:ea typeface="Source Sans Pro" panose="020B0503030403020204" pitchFamily="34" charset="0"/>
              </a:rPr>
              <a:t>(.java, .list, </a:t>
            </a:r>
          </a:p>
          <a:p>
            <a:pPr>
              <a:defRPr/>
            </a:pPr>
            <a:r>
              <a:rPr lang="en-US" sz="1000" dirty="0">
                <a:solidFill>
                  <a:srgbClr val="97A7AF"/>
                </a:solidFill>
                <a:latin typeface="Source Sans Pro" panose="020B0503030403020204" pitchFamily="34" charset="0"/>
                <a:ea typeface="Source Sans Pro" panose="020B0503030403020204" pitchFamily="34" charset="0"/>
              </a:rPr>
              <a:t>resources)</a:t>
            </a:r>
          </a:p>
        </p:txBody>
      </p:sp>
      <p:cxnSp>
        <p:nvCxnSpPr>
          <p:cNvPr id="20" name="Connecteur droit avec flèche 149">
            <a:extLst>
              <a:ext uri="{FF2B5EF4-FFF2-40B4-BE49-F238E27FC236}">
                <a16:creationId xmlns:a16="http://schemas.microsoft.com/office/drawing/2014/main" id="{CD7DD147-64C7-3B54-7DB2-35D423C84247}"/>
              </a:ext>
            </a:extLst>
          </p:cNvPr>
          <p:cNvCxnSpPr>
            <a:cxnSpLocks/>
            <a:stCxn id="118" idx="2"/>
          </p:cNvCxnSpPr>
          <p:nvPr/>
        </p:nvCxnSpPr>
        <p:spPr>
          <a:xfrm>
            <a:off x="4158970" y="1781109"/>
            <a:ext cx="0" cy="292448"/>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2" name="ZoneTexte 167">
            <a:extLst>
              <a:ext uri="{FF2B5EF4-FFF2-40B4-BE49-F238E27FC236}">
                <a16:creationId xmlns:a16="http://schemas.microsoft.com/office/drawing/2014/main" id="{B274EB27-840A-2006-CFDB-5F18EF42822B}"/>
              </a:ext>
            </a:extLst>
          </p:cNvPr>
          <p:cNvSpPr txBox="1"/>
          <p:nvPr/>
        </p:nvSpPr>
        <p:spPr>
          <a:xfrm>
            <a:off x="5728433" y="3036151"/>
            <a:ext cx="973343" cy="246221"/>
          </a:xfrm>
          <a:prstGeom prst="rect">
            <a:avLst/>
          </a:prstGeom>
          <a:noFill/>
        </p:spPr>
        <p:txBody>
          <a:bodyPr wrap="none" rtlCol="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defRPr/>
            </a:pPr>
            <a:r>
              <a:rPr lang="en-US" sz="1000" dirty="0">
                <a:solidFill>
                  <a:srgbClr val="97A7AF"/>
                </a:solidFill>
                <a:latin typeface="Source Sans Pro" panose="020B0503030403020204" pitchFamily="34" charset="0"/>
                <a:ea typeface="Source Sans Pro" panose="020B0503030403020204" pitchFamily="34" charset="0"/>
              </a:rPr>
              <a:t>(</a:t>
            </a:r>
            <a:r>
              <a:rPr lang="en-US" sz="1000" dirty="0" err="1">
                <a:solidFill>
                  <a:srgbClr val="97A7AF"/>
                </a:solidFill>
                <a:latin typeface="Source Sans Pro" panose="020B0503030403020204" pitchFamily="34" charset="0"/>
                <a:ea typeface="Source Sans Pro" panose="020B0503030403020204" pitchFamily="34" charset="0"/>
              </a:rPr>
              <a:t>microejapp.o</a:t>
            </a:r>
            <a:r>
              <a:rPr lang="en-US" sz="1000" dirty="0">
                <a:solidFill>
                  <a:srgbClr val="97A7AF"/>
                </a:solidFill>
                <a:latin typeface="Source Sans Pro" panose="020B0503030403020204" pitchFamily="34" charset="0"/>
                <a:ea typeface="Source Sans Pro" panose="020B0503030403020204" pitchFamily="34" charset="0"/>
              </a:rPr>
              <a:t>)</a:t>
            </a:r>
          </a:p>
        </p:txBody>
      </p:sp>
      <p:cxnSp>
        <p:nvCxnSpPr>
          <p:cNvPr id="33" name="Connecteur droit avec flèche 149">
            <a:extLst>
              <a:ext uri="{FF2B5EF4-FFF2-40B4-BE49-F238E27FC236}">
                <a16:creationId xmlns:a16="http://schemas.microsoft.com/office/drawing/2014/main" id="{5627EB19-DBA7-83D7-0F49-AB061D26FFFF}"/>
              </a:ext>
            </a:extLst>
          </p:cNvPr>
          <p:cNvCxnSpPr>
            <a:cxnSpLocks/>
            <a:stCxn id="115" idx="2"/>
            <a:endCxn id="120" idx="0"/>
          </p:cNvCxnSpPr>
          <p:nvPr/>
        </p:nvCxnSpPr>
        <p:spPr>
          <a:xfrm>
            <a:off x="6655289" y="3670873"/>
            <a:ext cx="0" cy="507114"/>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45" name="Connecteur droit avec flèche 9">
            <a:extLst>
              <a:ext uri="{FF2B5EF4-FFF2-40B4-BE49-F238E27FC236}">
                <a16:creationId xmlns:a16="http://schemas.microsoft.com/office/drawing/2014/main" id="{8375980D-DF58-E3F1-369C-BB483C3C8E6F}"/>
              </a:ext>
            </a:extLst>
          </p:cNvPr>
          <p:cNvCxnSpPr>
            <a:cxnSpLocks/>
            <a:stCxn id="116" idx="2"/>
          </p:cNvCxnSpPr>
          <p:nvPr/>
        </p:nvCxnSpPr>
        <p:spPr>
          <a:xfrm>
            <a:off x="9113859" y="2450875"/>
            <a:ext cx="0" cy="831172"/>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47" name="Connecteur droit avec flèche 9">
            <a:extLst>
              <a:ext uri="{FF2B5EF4-FFF2-40B4-BE49-F238E27FC236}">
                <a16:creationId xmlns:a16="http://schemas.microsoft.com/office/drawing/2014/main" id="{E683D0AF-4104-DDDC-52AE-48F4A90939C5}"/>
              </a:ext>
            </a:extLst>
          </p:cNvPr>
          <p:cNvCxnSpPr>
            <a:cxnSpLocks/>
            <a:stCxn id="108" idx="2"/>
            <a:endCxn id="116" idx="0"/>
          </p:cNvCxnSpPr>
          <p:nvPr/>
        </p:nvCxnSpPr>
        <p:spPr>
          <a:xfrm>
            <a:off x="9110094" y="964985"/>
            <a:ext cx="3765" cy="1100001"/>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48" name="ZoneTexte 12">
            <a:extLst>
              <a:ext uri="{FF2B5EF4-FFF2-40B4-BE49-F238E27FC236}">
                <a16:creationId xmlns:a16="http://schemas.microsoft.com/office/drawing/2014/main" id="{9523C40E-7905-F3DC-2BC7-5C9CBAC92720}"/>
              </a:ext>
            </a:extLst>
          </p:cNvPr>
          <p:cNvSpPr txBox="1"/>
          <p:nvPr/>
        </p:nvSpPr>
        <p:spPr>
          <a:xfrm>
            <a:off x="9097187" y="2991684"/>
            <a:ext cx="360996" cy="246221"/>
          </a:xfrm>
          <a:prstGeom prst="rect">
            <a:avLst/>
          </a:prstGeom>
          <a:noFill/>
        </p:spPr>
        <p:txBody>
          <a:bodyPr wrap="none" rtlCol="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defRPr/>
            </a:pPr>
            <a:r>
              <a:rPr lang="en-US" sz="1000" dirty="0">
                <a:solidFill>
                  <a:srgbClr val="97A7AF"/>
                </a:solidFill>
                <a:latin typeface="Source Sans Pro" panose="020B0503030403020204" pitchFamily="34" charset="0"/>
                <a:ea typeface="Source Sans Pro" panose="020B0503030403020204" pitchFamily="34" charset="0"/>
              </a:rPr>
              <a:t>(.o)</a:t>
            </a:r>
          </a:p>
        </p:txBody>
      </p:sp>
      <p:sp>
        <p:nvSpPr>
          <p:cNvPr id="50" name="ZoneTexte 167">
            <a:extLst>
              <a:ext uri="{FF2B5EF4-FFF2-40B4-BE49-F238E27FC236}">
                <a16:creationId xmlns:a16="http://schemas.microsoft.com/office/drawing/2014/main" id="{1284008D-3219-3950-6798-CDDD12DDD924}"/>
              </a:ext>
            </a:extLst>
          </p:cNvPr>
          <p:cNvSpPr txBox="1"/>
          <p:nvPr/>
        </p:nvSpPr>
        <p:spPr>
          <a:xfrm>
            <a:off x="9097187" y="1804336"/>
            <a:ext cx="508473" cy="246221"/>
          </a:xfrm>
          <a:prstGeom prst="rect">
            <a:avLst/>
          </a:prstGeom>
          <a:noFill/>
        </p:spPr>
        <p:txBody>
          <a:bodyPr wrap="none" rtlCol="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defRPr/>
            </a:pPr>
            <a:r>
              <a:rPr lang="en-US" sz="1000" dirty="0">
                <a:solidFill>
                  <a:srgbClr val="97A7AF"/>
                </a:solidFill>
                <a:latin typeface="Source Sans Pro" panose="020B0503030403020204" pitchFamily="34" charset="0"/>
                <a:ea typeface="Source Sans Pro" panose="020B0503030403020204" pitchFamily="34" charset="0"/>
              </a:rPr>
              <a:t>(.c, .h)</a:t>
            </a:r>
          </a:p>
        </p:txBody>
      </p:sp>
      <p:cxnSp>
        <p:nvCxnSpPr>
          <p:cNvPr id="54" name="Connecteur droit avec flèche 9">
            <a:extLst>
              <a:ext uri="{FF2B5EF4-FFF2-40B4-BE49-F238E27FC236}">
                <a16:creationId xmlns:a16="http://schemas.microsoft.com/office/drawing/2014/main" id="{538F4C94-5D6D-64CF-FFA3-0310DBE21D9D}"/>
              </a:ext>
            </a:extLst>
          </p:cNvPr>
          <p:cNvCxnSpPr>
            <a:cxnSpLocks/>
            <a:stCxn id="102" idx="2"/>
          </p:cNvCxnSpPr>
          <p:nvPr/>
        </p:nvCxnSpPr>
        <p:spPr>
          <a:xfrm>
            <a:off x="10786663" y="964985"/>
            <a:ext cx="0" cy="2306525"/>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55" name="ZoneTexte 167">
            <a:extLst>
              <a:ext uri="{FF2B5EF4-FFF2-40B4-BE49-F238E27FC236}">
                <a16:creationId xmlns:a16="http://schemas.microsoft.com/office/drawing/2014/main" id="{38C1D9AF-6473-4A8A-8F6C-BA9913AA096A}"/>
              </a:ext>
            </a:extLst>
          </p:cNvPr>
          <p:cNvSpPr txBox="1"/>
          <p:nvPr/>
        </p:nvSpPr>
        <p:spPr>
          <a:xfrm>
            <a:off x="10776402" y="2991684"/>
            <a:ext cx="354584" cy="246221"/>
          </a:xfrm>
          <a:prstGeom prst="rect">
            <a:avLst/>
          </a:prstGeom>
          <a:noFill/>
        </p:spPr>
        <p:txBody>
          <a:bodyPr wrap="none" rtlCol="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defRPr/>
            </a:pPr>
            <a:r>
              <a:rPr lang="en-US" sz="1000" dirty="0">
                <a:solidFill>
                  <a:srgbClr val="97A7AF"/>
                </a:solidFill>
                <a:latin typeface="Source Sans Pro" panose="020B0503030403020204" pitchFamily="34" charset="0"/>
                <a:ea typeface="Source Sans Pro" panose="020B0503030403020204" pitchFamily="34" charset="0"/>
              </a:rPr>
              <a:t>(.a)</a:t>
            </a:r>
          </a:p>
        </p:txBody>
      </p:sp>
      <p:cxnSp>
        <p:nvCxnSpPr>
          <p:cNvPr id="59" name="Connecteur droit avec flèche 9">
            <a:extLst>
              <a:ext uri="{FF2B5EF4-FFF2-40B4-BE49-F238E27FC236}">
                <a16:creationId xmlns:a16="http://schemas.microsoft.com/office/drawing/2014/main" id="{14034553-FC7C-A869-FD2A-4147A50591F4}"/>
              </a:ext>
            </a:extLst>
          </p:cNvPr>
          <p:cNvCxnSpPr>
            <a:cxnSpLocks/>
          </p:cNvCxnSpPr>
          <p:nvPr/>
        </p:nvCxnSpPr>
        <p:spPr>
          <a:xfrm>
            <a:off x="4152752" y="2872198"/>
            <a:ext cx="4666" cy="41148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60" name="ZoneTexte 167">
            <a:extLst>
              <a:ext uri="{FF2B5EF4-FFF2-40B4-BE49-F238E27FC236}">
                <a16:creationId xmlns:a16="http://schemas.microsoft.com/office/drawing/2014/main" id="{780B7093-5256-2144-535E-2A4E9D5D4FEA}"/>
              </a:ext>
            </a:extLst>
          </p:cNvPr>
          <p:cNvSpPr txBox="1"/>
          <p:nvPr/>
        </p:nvSpPr>
        <p:spPr>
          <a:xfrm>
            <a:off x="6636673" y="3918178"/>
            <a:ext cx="1082348" cy="246221"/>
          </a:xfrm>
          <a:prstGeom prst="rect">
            <a:avLst/>
          </a:prstGeom>
          <a:noFill/>
        </p:spPr>
        <p:txBody>
          <a:bodyPr wrap="none" rtlCol="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defRPr/>
            </a:pPr>
            <a:r>
              <a:rPr lang="en-US" sz="1000" dirty="0">
                <a:solidFill>
                  <a:srgbClr val="97A7AF"/>
                </a:solidFill>
                <a:latin typeface="Source Sans Pro" panose="020B0503030403020204" pitchFamily="34" charset="0"/>
                <a:ea typeface="Source Sans Pro" panose="020B0503030403020204" pitchFamily="34" charset="0"/>
              </a:rPr>
              <a:t>(</a:t>
            </a:r>
            <a:r>
              <a:rPr lang="en-US" sz="1000" dirty="0" err="1">
                <a:solidFill>
                  <a:srgbClr val="97A7AF"/>
                </a:solidFill>
                <a:latin typeface="Source Sans Pro" panose="020B0503030403020204" pitchFamily="34" charset="0"/>
                <a:ea typeface="Source Sans Pro" panose="020B0503030403020204" pitchFamily="34" charset="0"/>
              </a:rPr>
              <a:t>application.out</a:t>
            </a:r>
            <a:r>
              <a:rPr lang="en-US" sz="1000" dirty="0">
                <a:solidFill>
                  <a:srgbClr val="97A7AF"/>
                </a:solidFill>
                <a:latin typeface="Source Sans Pro" panose="020B0503030403020204" pitchFamily="34" charset="0"/>
                <a:ea typeface="Source Sans Pro" panose="020B0503030403020204" pitchFamily="34" charset="0"/>
              </a:rPr>
              <a:t>)</a:t>
            </a:r>
          </a:p>
        </p:txBody>
      </p:sp>
      <p:grpSp>
        <p:nvGrpSpPr>
          <p:cNvPr id="81" name="Group 80">
            <a:extLst>
              <a:ext uri="{FF2B5EF4-FFF2-40B4-BE49-F238E27FC236}">
                <a16:creationId xmlns:a16="http://schemas.microsoft.com/office/drawing/2014/main" id="{54466CE9-AC99-DBE9-D9F1-79DC744FD2BD}"/>
              </a:ext>
            </a:extLst>
          </p:cNvPr>
          <p:cNvGrpSpPr/>
          <p:nvPr/>
        </p:nvGrpSpPr>
        <p:grpSpPr>
          <a:xfrm>
            <a:off x="1665122" y="281093"/>
            <a:ext cx="1655644" cy="686829"/>
            <a:chOff x="1523762" y="708066"/>
            <a:chExt cx="1655644" cy="686829"/>
          </a:xfrm>
        </p:grpSpPr>
        <p:sp>
          <p:nvSpPr>
            <p:cNvPr id="63" name="Rounded Rectangle 62">
              <a:extLst>
                <a:ext uri="{FF2B5EF4-FFF2-40B4-BE49-F238E27FC236}">
                  <a16:creationId xmlns:a16="http://schemas.microsoft.com/office/drawing/2014/main" id="{0E021BBB-9985-09DB-890C-F4AA9006E966}"/>
                </a:ext>
              </a:extLst>
            </p:cNvPr>
            <p:cNvSpPr/>
            <p:nvPr/>
          </p:nvSpPr>
          <p:spPr>
            <a:xfrm>
              <a:off x="1585705" y="731373"/>
              <a:ext cx="1593701" cy="663522"/>
            </a:xfrm>
            <a:prstGeom prst="roundRect">
              <a:avLst>
                <a:gd name="adj" fmla="val 6304"/>
              </a:avLst>
            </a:prstGeom>
            <a:solidFill>
              <a:schemeClr val="accent1"/>
            </a:solidFill>
            <a:ln>
              <a:no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defRPr/>
              </a:pPr>
              <a:r>
                <a:rPr lang="en-US" sz="1000" dirty="0">
                  <a:solidFill>
                    <a:srgbClr val="FFFFFF"/>
                  </a:solidFill>
                  <a:latin typeface="Source Sans Pro" panose="020B0503030403020204" pitchFamily="34" charset="0"/>
                  <a:ea typeface="Source Sans Pro" panose="020B0503030403020204" pitchFamily="34" charset="0"/>
                  <a:cs typeface="Arial" panose="020B0604020202020204" pitchFamily="34" charset="0"/>
                </a:rPr>
                <a:t>MicroEJ Architecture</a:t>
              </a:r>
            </a:p>
            <a:p>
              <a:pPr algn="ctr">
                <a:defRPr/>
              </a:pPr>
              <a:r>
                <a:rPr lang="en-US" sz="1000" dirty="0">
                  <a:solidFill>
                    <a:srgbClr val="FFFFFF"/>
                  </a:solidFill>
                  <a:latin typeface="Source Sans Pro" panose="020B0503030403020204" pitchFamily="34" charset="0"/>
                  <a:ea typeface="Source Sans Pro" panose="020B0503030403020204" pitchFamily="34" charset="0"/>
                  <a:cs typeface="Arial" panose="020B0604020202020204" pitchFamily="34" charset="0"/>
                </a:rPr>
                <a:t>(from VEE Port)</a:t>
              </a:r>
              <a:endParaRPr lang="en-US" sz="1000" dirty="0">
                <a:solidFill>
                  <a:srgbClr val="FFFFFF"/>
                </a:solidFill>
                <a:latin typeface="Source Sans Pro" panose="020B0503030403020204" pitchFamily="34" charset="0"/>
                <a:ea typeface="Source Sans Pro" panose="020B0503030403020204" pitchFamily="34" charset="0"/>
                <a:cs typeface="Source Sans Pro Light" charset="0"/>
              </a:endParaRPr>
            </a:p>
          </p:txBody>
        </p:sp>
        <p:grpSp>
          <p:nvGrpSpPr>
            <p:cNvPr id="80" name="Group 79">
              <a:extLst>
                <a:ext uri="{FF2B5EF4-FFF2-40B4-BE49-F238E27FC236}">
                  <a16:creationId xmlns:a16="http://schemas.microsoft.com/office/drawing/2014/main" id="{AC30BFC7-C639-6258-0A09-6D7F470D4B51}"/>
                </a:ext>
              </a:extLst>
            </p:cNvPr>
            <p:cNvGrpSpPr/>
            <p:nvPr/>
          </p:nvGrpSpPr>
          <p:grpSpPr>
            <a:xfrm>
              <a:off x="1523762" y="708066"/>
              <a:ext cx="344751" cy="303135"/>
              <a:chOff x="1523762" y="708066"/>
              <a:chExt cx="344751" cy="303135"/>
            </a:xfrm>
          </p:grpSpPr>
          <p:sp>
            <p:nvSpPr>
              <p:cNvPr id="82" name="Bande diagonale 197">
                <a:extLst>
                  <a:ext uri="{FF2B5EF4-FFF2-40B4-BE49-F238E27FC236}">
                    <a16:creationId xmlns:a16="http://schemas.microsoft.com/office/drawing/2014/main" id="{053FC002-07CD-0B0F-DF64-8C6A06F4A25B}"/>
                  </a:ext>
                </a:extLst>
              </p:cNvPr>
              <p:cNvSpPr/>
              <p:nvPr/>
            </p:nvSpPr>
            <p:spPr>
              <a:xfrm>
                <a:off x="1588685" y="731373"/>
                <a:ext cx="279828" cy="279828"/>
              </a:xfrm>
              <a:prstGeom prst="diagStripe">
                <a:avLst>
                  <a:gd name="adj" fmla="val 41991"/>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dirty="0">
                  <a:solidFill>
                    <a:srgbClr val="FFFFFF"/>
                  </a:solidFill>
                  <a:latin typeface="Source Sans Pro Light" charset="0"/>
                  <a:ea typeface="Source Sans Pro Light" charset="0"/>
                  <a:cs typeface="Source Sans Pro Light" charset="0"/>
                </a:endParaRPr>
              </a:p>
            </p:txBody>
          </p:sp>
          <p:sp>
            <p:nvSpPr>
              <p:cNvPr id="83" name="ZoneTexte 198">
                <a:extLst>
                  <a:ext uri="{FF2B5EF4-FFF2-40B4-BE49-F238E27FC236}">
                    <a16:creationId xmlns:a16="http://schemas.microsoft.com/office/drawing/2014/main" id="{42B8CC75-F1EE-5181-E2A8-15C73B87E514}"/>
                  </a:ext>
                </a:extLst>
              </p:cNvPr>
              <p:cNvSpPr txBox="1"/>
              <p:nvPr/>
            </p:nvSpPr>
            <p:spPr>
              <a:xfrm rot="18945775">
                <a:off x="1523762" y="708066"/>
                <a:ext cx="333746" cy="230832"/>
              </a:xfrm>
              <a:prstGeom prst="rect">
                <a:avLst/>
              </a:prstGeom>
              <a:noFill/>
            </p:spPr>
            <p:txBody>
              <a:bodyPr wrap="none" rtlCol="0">
                <a:spAutoFit/>
              </a:bodyPr>
              <a:lstStyle/>
              <a:p>
                <a:pPr>
                  <a:defRPr/>
                </a:pPr>
                <a:r>
                  <a:rPr lang="en-US" sz="900" dirty="0">
                    <a:solidFill>
                      <a:srgbClr val="FFFFFF"/>
                    </a:solidFill>
                    <a:latin typeface="Source Sans Pro Light" charset="0"/>
                    <a:ea typeface="Source Sans Pro Light" charset="0"/>
                    <a:cs typeface="Source Sans Pro Light" charset="0"/>
                  </a:rPr>
                  <a:t>bin</a:t>
                </a:r>
              </a:p>
            </p:txBody>
          </p:sp>
        </p:grpSp>
      </p:grpSp>
      <p:grpSp>
        <p:nvGrpSpPr>
          <p:cNvPr id="86" name="Group 85">
            <a:extLst>
              <a:ext uri="{FF2B5EF4-FFF2-40B4-BE49-F238E27FC236}">
                <a16:creationId xmlns:a16="http://schemas.microsoft.com/office/drawing/2014/main" id="{FBF4F0EA-CE2E-1A82-7B22-37BA3D748F3F}"/>
              </a:ext>
            </a:extLst>
          </p:cNvPr>
          <p:cNvGrpSpPr/>
          <p:nvPr/>
        </p:nvGrpSpPr>
        <p:grpSpPr>
          <a:xfrm>
            <a:off x="3320538" y="281093"/>
            <a:ext cx="3212896" cy="685715"/>
            <a:chOff x="3179178" y="729570"/>
            <a:chExt cx="3212896" cy="685715"/>
          </a:xfrm>
        </p:grpSpPr>
        <p:sp>
          <p:nvSpPr>
            <p:cNvPr id="92" name="Rounded Rectangle 91">
              <a:extLst>
                <a:ext uri="{FF2B5EF4-FFF2-40B4-BE49-F238E27FC236}">
                  <a16:creationId xmlns:a16="http://schemas.microsoft.com/office/drawing/2014/main" id="{4633038C-8BC9-7B4D-396F-B555E20A40D8}"/>
                </a:ext>
              </a:extLst>
            </p:cNvPr>
            <p:cNvSpPr/>
            <p:nvPr/>
          </p:nvSpPr>
          <p:spPr>
            <a:xfrm>
              <a:off x="3252624" y="751763"/>
              <a:ext cx="3139450" cy="663522"/>
            </a:xfrm>
            <a:prstGeom prst="roundRect">
              <a:avLst>
                <a:gd name="adj" fmla="val 6304"/>
              </a:avLst>
            </a:prstGeom>
            <a:solidFill>
              <a:schemeClr val="accent4"/>
            </a:solidFill>
            <a:ln>
              <a:no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000" dirty="0">
                  <a:solidFill>
                    <a:srgbClr val="FFFFFF"/>
                  </a:solidFill>
                  <a:latin typeface="Source Sans Pro" panose="020B0503030403020204" pitchFamily="34" charset="0"/>
                  <a:ea typeface="Source Sans Pro" panose="020B0503030403020204" pitchFamily="34" charset="0"/>
                  <a:cs typeface="Arial" panose="020B0604020202020204" pitchFamily="34" charset="0"/>
                </a:rPr>
                <a:t>Application</a:t>
              </a:r>
            </a:p>
          </p:txBody>
        </p:sp>
        <p:grpSp>
          <p:nvGrpSpPr>
            <p:cNvPr id="85" name="Group 84">
              <a:extLst>
                <a:ext uri="{FF2B5EF4-FFF2-40B4-BE49-F238E27FC236}">
                  <a16:creationId xmlns:a16="http://schemas.microsoft.com/office/drawing/2014/main" id="{3F998FEE-B9E5-8488-388A-863D542B5531}"/>
                </a:ext>
              </a:extLst>
            </p:cNvPr>
            <p:cNvGrpSpPr/>
            <p:nvPr/>
          </p:nvGrpSpPr>
          <p:grpSpPr>
            <a:xfrm>
              <a:off x="3179178" y="729570"/>
              <a:ext cx="352207" cy="308440"/>
              <a:chOff x="3179178" y="729570"/>
              <a:chExt cx="352207" cy="308440"/>
            </a:xfrm>
          </p:grpSpPr>
          <p:sp>
            <p:nvSpPr>
              <p:cNvPr id="97" name="Bande diagonale 192">
                <a:extLst>
                  <a:ext uri="{FF2B5EF4-FFF2-40B4-BE49-F238E27FC236}">
                    <a16:creationId xmlns:a16="http://schemas.microsoft.com/office/drawing/2014/main" id="{D6543F36-CED3-3E71-C1DF-A47C07C28EBA}"/>
                  </a:ext>
                </a:extLst>
              </p:cNvPr>
              <p:cNvSpPr/>
              <p:nvPr/>
            </p:nvSpPr>
            <p:spPr>
              <a:xfrm>
                <a:off x="3251557" y="758182"/>
                <a:ext cx="279828" cy="279828"/>
              </a:xfrm>
              <a:prstGeom prst="diagStripe">
                <a:avLst>
                  <a:gd name="adj" fmla="val 41991"/>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defRPr/>
                </a:pPr>
                <a:endParaRPr lang="en-US" dirty="0">
                  <a:solidFill>
                    <a:srgbClr val="FFFFFF"/>
                  </a:solidFill>
                </a:endParaRPr>
              </a:p>
            </p:txBody>
          </p:sp>
          <p:sp>
            <p:nvSpPr>
              <p:cNvPr id="98" name="ZoneTexte 182">
                <a:extLst>
                  <a:ext uri="{FF2B5EF4-FFF2-40B4-BE49-F238E27FC236}">
                    <a16:creationId xmlns:a16="http://schemas.microsoft.com/office/drawing/2014/main" id="{EAE1BE84-013F-DB90-B5DF-D32BDBC0B7EB}"/>
                  </a:ext>
                </a:extLst>
              </p:cNvPr>
              <p:cNvSpPr txBox="1"/>
              <p:nvPr/>
            </p:nvSpPr>
            <p:spPr>
              <a:xfrm rot="18945775">
                <a:off x="3179178" y="729570"/>
                <a:ext cx="317716" cy="230832"/>
              </a:xfrm>
              <a:prstGeom prst="rect">
                <a:avLst/>
              </a:prstGeom>
              <a:noFill/>
            </p:spPr>
            <p:txBody>
              <a:bodyPr wrap="none" rtlCol="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defRPr/>
                </a:pPr>
                <a:r>
                  <a:rPr lang="en-US" sz="900" dirty="0" err="1">
                    <a:solidFill>
                      <a:srgbClr val="FFFFFF"/>
                    </a:solidFill>
                    <a:latin typeface="Source Sans Pro Light" panose="020B0403030403020204" pitchFamily="34" charset="0"/>
                    <a:ea typeface="Source Sans Pro Light" panose="020B0403030403020204" pitchFamily="34" charset="0"/>
                  </a:rPr>
                  <a:t>src</a:t>
                </a:r>
                <a:endParaRPr lang="en-US" sz="900" dirty="0">
                  <a:solidFill>
                    <a:srgbClr val="FFFFFF"/>
                  </a:solidFill>
                  <a:latin typeface="Source Sans Pro Light" panose="020B0403030403020204" pitchFamily="34" charset="0"/>
                  <a:ea typeface="Source Sans Pro Light" panose="020B0403030403020204" pitchFamily="34" charset="0"/>
                </a:endParaRPr>
              </a:p>
            </p:txBody>
          </p:sp>
        </p:grpSp>
      </p:grpSp>
      <p:grpSp>
        <p:nvGrpSpPr>
          <p:cNvPr id="93" name="Group 92">
            <a:extLst>
              <a:ext uri="{FF2B5EF4-FFF2-40B4-BE49-F238E27FC236}">
                <a16:creationId xmlns:a16="http://schemas.microsoft.com/office/drawing/2014/main" id="{60A9F37B-589D-A07A-07B1-BDC79AEB889C}"/>
              </a:ext>
            </a:extLst>
          </p:cNvPr>
          <p:cNvGrpSpPr/>
          <p:nvPr/>
        </p:nvGrpSpPr>
        <p:grpSpPr>
          <a:xfrm>
            <a:off x="9927869" y="278156"/>
            <a:ext cx="1655644" cy="686829"/>
            <a:chOff x="10104041" y="778465"/>
            <a:chExt cx="1655644" cy="686829"/>
          </a:xfrm>
        </p:grpSpPr>
        <p:sp>
          <p:nvSpPr>
            <p:cNvPr id="102" name="Rounded Rectangle 101">
              <a:extLst>
                <a:ext uri="{FF2B5EF4-FFF2-40B4-BE49-F238E27FC236}">
                  <a16:creationId xmlns:a16="http://schemas.microsoft.com/office/drawing/2014/main" id="{7E0E3BCA-547A-B3A4-2AE4-B2F264671B0B}"/>
                </a:ext>
              </a:extLst>
            </p:cNvPr>
            <p:cNvSpPr/>
            <p:nvPr/>
          </p:nvSpPr>
          <p:spPr>
            <a:xfrm>
              <a:off x="10165984" y="801772"/>
              <a:ext cx="1593701" cy="663522"/>
            </a:xfrm>
            <a:prstGeom prst="roundRect">
              <a:avLst>
                <a:gd name="adj" fmla="val 6304"/>
              </a:avLst>
            </a:prstGeom>
            <a:solidFill>
              <a:schemeClr val="accent3">
                <a:lumMod val="75000"/>
              </a:schemeClr>
            </a:solidFill>
            <a:ln>
              <a:no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000" dirty="0">
                  <a:solidFill>
                    <a:srgbClr val="FFFFFF"/>
                  </a:solidFill>
                  <a:latin typeface="Source Sans Pro" panose="020B0503030403020204" pitchFamily="34" charset="0"/>
                  <a:ea typeface="Source Sans Pro" panose="020B0503030403020204" pitchFamily="34" charset="0"/>
                  <a:cs typeface="Arial" panose="020B0604020202020204" pitchFamily="34" charset="0"/>
                </a:rPr>
                <a:t>C Libraries</a:t>
              </a:r>
            </a:p>
          </p:txBody>
        </p:sp>
        <p:grpSp>
          <p:nvGrpSpPr>
            <p:cNvPr id="89" name="Group 88">
              <a:extLst>
                <a:ext uri="{FF2B5EF4-FFF2-40B4-BE49-F238E27FC236}">
                  <a16:creationId xmlns:a16="http://schemas.microsoft.com/office/drawing/2014/main" id="{C9A41298-AAEC-48BE-7482-4E41869421A7}"/>
                </a:ext>
              </a:extLst>
            </p:cNvPr>
            <p:cNvGrpSpPr/>
            <p:nvPr/>
          </p:nvGrpSpPr>
          <p:grpSpPr>
            <a:xfrm>
              <a:off x="10104041" y="778465"/>
              <a:ext cx="344751" cy="303135"/>
              <a:chOff x="10104041" y="778465"/>
              <a:chExt cx="344751" cy="303135"/>
            </a:xfrm>
          </p:grpSpPr>
          <p:sp>
            <p:nvSpPr>
              <p:cNvPr id="104" name="Bande diagonale 197">
                <a:extLst>
                  <a:ext uri="{FF2B5EF4-FFF2-40B4-BE49-F238E27FC236}">
                    <a16:creationId xmlns:a16="http://schemas.microsoft.com/office/drawing/2014/main" id="{09AC477B-465F-A78F-A64F-B427F291E699}"/>
                  </a:ext>
                </a:extLst>
              </p:cNvPr>
              <p:cNvSpPr/>
              <p:nvPr/>
            </p:nvSpPr>
            <p:spPr>
              <a:xfrm>
                <a:off x="10168964" y="801772"/>
                <a:ext cx="279828" cy="279828"/>
              </a:xfrm>
              <a:prstGeom prst="diagStripe">
                <a:avLst>
                  <a:gd name="adj" fmla="val 41991"/>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dirty="0">
                  <a:solidFill>
                    <a:srgbClr val="FFFFFF"/>
                  </a:solidFill>
                  <a:latin typeface="Source Sans Pro Light" charset="0"/>
                  <a:ea typeface="Source Sans Pro Light" charset="0"/>
                  <a:cs typeface="Source Sans Pro Light" charset="0"/>
                </a:endParaRPr>
              </a:p>
            </p:txBody>
          </p:sp>
          <p:sp>
            <p:nvSpPr>
              <p:cNvPr id="105" name="ZoneTexte 198">
                <a:extLst>
                  <a:ext uri="{FF2B5EF4-FFF2-40B4-BE49-F238E27FC236}">
                    <a16:creationId xmlns:a16="http://schemas.microsoft.com/office/drawing/2014/main" id="{635FCD09-8050-CFB9-4DE9-523CCA8DD8ED}"/>
                  </a:ext>
                </a:extLst>
              </p:cNvPr>
              <p:cNvSpPr txBox="1"/>
              <p:nvPr/>
            </p:nvSpPr>
            <p:spPr>
              <a:xfrm rot="18945775">
                <a:off x="10104041" y="778465"/>
                <a:ext cx="333746" cy="230832"/>
              </a:xfrm>
              <a:prstGeom prst="rect">
                <a:avLst/>
              </a:prstGeom>
              <a:noFill/>
            </p:spPr>
            <p:txBody>
              <a:bodyPr wrap="none" rtlCol="0">
                <a:spAutoFit/>
              </a:bodyPr>
              <a:lstStyle/>
              <a:p>
                <a:pPr>
                  <a:defRPr/>
                </a:pPr>
                <a:r>
                  <a:rPr lang="en-US" sz="900" dirty="0">
                    <a:solidFill>
                      <a:srgbClr val="FFFFFF"/>
                    </a:solidFill>
                    <a:latin typeface="Source Sans Pro Light" charset="0"/>
                    <a:ea typeface="Source Sans Pro Light" charset="0"/>
                    <a:cs typeface="Source Sans Pro Light" charset="0"/>
                  </a:rPr>
                  <a:t>bin</a:t>
                </a:r>
              </a:p>
            </p:txBody>
          </p:sp>
        </p:grpSp>
      </p:grpSp>
      <p:grpSp>
        <p:nvGrpSpPr>
          <p:cNvPr id="91" name="Group 90">
            <a:extLst>
              <a:ext uri="{FF2B5EF4-FFF2-40B4-BE49-F238E27FC236}">
                <a16:creationId xmlns:a16="http://schemas.microsoft.com/office/drawing/2014/main" id="{E0394091-DF15-EBB8-01F4-CCB442E14510}"/>
              </a:ext>
            </a:extLst>
          </p:cNvPr>
          <p:cNvGrpSpPr/>
          <p:nvPr/>
        </p:nvGrpSpPr>
        <p:grpSpPr>
          <a:xfrm>
            <a:off x="8243874" y="279283"/>
            <a:ext cx="1663070" cy="685702"/>
            <a:chOff x="8399449" y="758182"/>
            <a:chExt cx="1663070" cy="685702"/>
          </a:xfrm>
        </p:grpSpPr>
        <p:sp>
          <p:nvSpPr>
            <p:cNvPr id="108" name="Rounded Rectangle 107">
              <a:extLst>
                <a:ext uri="{FF2B5EF4-FFF2-40B4-BE49-F238E27FC236}">
                  <a16:creationId xmlns:a16="http://schemas.microsoft.com/office/drawing/2014/main" id="{02B138B5-7CE0-3594-0B69-729040A40724}"/>
                </a:ext>
              </a:extLst>
            </p:cNvPr>
            <p:cNvSpPr/>
            <p:nvPr/>
          </p:nvSpPr>
          <p:spPr>
            <a:xfrm>
              <a:off x="8468818" y="780362"/>
              <a:ext cx="1593701" cy="663522"/>
            </a:xfrm>
            <a:prstGeom prst="roundRect">
              <a:avLst>
                <a:gd name="adj" fmla="val 6304"/>
              </a:avLst>
            </a:prstGeom>
            <a:solidFill>
              <a:schemeClr val="accent3">
                <a:lumMod val="75000"/>
              </a:schemeClr>
            </a:solidFill>
            <a:ln>
              <a:no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000" dirty="0">
                  <a:solidFill>
                    <a:srgbClr val="FFFFFF"/>
                  </a:solidFill>
                  <a:latin typeface="Source Sans Pro" panose="020B0503030403020204" pitchFamily="34" charset="0"/>
                  <a:ea typeface="Source Sans Pro" panose="020B0503030403020204" pitchFamily="34" charset="0"/>
                  <a:cs typeface="Arial" panose="020B0604020202020204" pitchFamily="34" charset="0"/>
                </a:rPr>
                <a:t>C Code</a:t>
              </a:r>
            </a:p>
            <a:p>
              <a:pPr algn="ctr"/>
              <a:r>
                <a:rPr lang="en-US" sz="1000" dirty="0">
                  <a:solidFill>
                    <a:srgbClr val="FFFFFF"/>
                  </a:solidFill>
                  <a:latin typeface="Source Sans Pro" panose="020B0503030403020204" pitchFamily="34" charset="0"/>
                  <a:ea typeface="Source Sans Pro" panose="020B0503030403020204" pitchFamily="34" charset="0"/>
                  <a:cs typeface="Arial" panose="020B0604020202020204" pitchFamily="34" charset="0"/>
                </a:rPr>
                <a:t>Abstraction Layers</a:t>
              </a:r>
            </a:p>
            <a:p>
              <a:pPr algn="ctr"/>
              <a:r>
                <a:rPr lang="en-US" sz="1000" dirty="0">
                  <a:solidFill>
                    <a:srgbClr val="FFFFFF"/>
                  </a:solidFill>
                  <a:latin typeface="Source Sans Pro" panose="020B0503030403020204" pitchFamily="34" charset="0"/>
                  <a:ea typeface="Source Sans Pro" panose="020B0503030403020204" pitchFamily="34" charset="0"/>
                  <a:cs typeface="Arial" panose="020B0604020202020204" pitchFamily="34" charset="0"/>
                </a:rPr>
                <a:t>VEE Startup</a:t>
              </a:r>
            </a:p>
          </p:txBody>
        </p:sp>
        <p:grpSp>
          <p:nvGrpSpPr>
            <p:cNvPr id="88" name="Group 87">
              <a:extLst>
                <a:ext uri="{FF2B5EF4-FFF2-40B4-BE49-F238E27FC236}">
                  <a16:creationId xmlns:a16="http://schemas.microsoft.com/office/drawing/2014/main" id="{7EF3F973-0444-A37E-BBE9-B7F1CFF15DFD}"/>
                </a:ext>
              </a:extLst>
            </p:cNvPr>
            <p:cNvGrpSpPr/>
            <p:nvPr/>
          </p:nvGrpSpPr>
          <p:grpSpPr>
            <a:xfrm>
              <a:off x="8399449" y="758182"/>
              <a:ext cx="352207" cy="308440"/>
              <a:chOff x="8399449" y="758182"/>
              <a:chExt cx="352207" cy="308440"/>
            </a:xfrm>
          </p:grpSpPr>
          <p:sp>
            <p:nvSpPr>
              <p:cNvPr id="110" name="Bande diagonale 192">
                <a:extLst>
                  <a:ext uri="{FF2B5EF4-FFF2-40B4-BE49-F238E27FC236}">
                    <a16:creationId xmlns:a16="http://schemas.microsoft.com/office/drawing/2014/main" id="{441D063E-2AD4-52D7-290E-77DD3FD7680D}"/>
                  </a:ext>
                </a:extLst>
              </p:cNvPr>
              <p:cNvSpPr/>
              <p:nvPr/>
            </p:nvSpPr>
            <p:spPr>
              <a:xfrm>
                <a:off x="8471828" y="786794"/>
                <a:ext cx="279828" cy="279828"/>
              </a:xfrm>
              <a:prstGeom prst="diagStripe">
                <a:avLst>
                  <a:gd name="adj" fmla="val 41991"/>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defRPr/>
                </a:pPr>
                <a:endParaRPr lang="en-US" dirty="0">
                  <a:solidFill>
                    <a:srgbClr val="FFFFFF"/>
                  </a:solidFill>
                </a:endParaRPr>
              </a:p>
            </p:txBody>
          </p:sp>
          <p:sp>
            <p:nvSpPr>
              <p:cNvPr id="111" name="ZoneTexte 182">
                <a:extLst>
                  <a:ext uri="{FF2B5EF4-FFF2-40B4-BE49-F238E27FC236}">
                    <a16:creationId xmlns:a16="http://schemas.microsoft.com/office/drawing/2014/main" id="{628A20B5-ADF7-BFBB-3B88-84D6D64D217D}"/>
                  </a:ext>
                </a:extLst>
              </p:cNvPr>
              <p:cNvSpPr txBox="1"/>
              <p:nvPr/>
            </p:nvSpPr>
            <p:spPr>
              <a:xfrm rot="18945775">
                <a:off x="8399449" y="758182"/>
                <a:ext cx="317716" cy="230832"/>
              </a:xfrm>
              <a:prstGeom prst="rect">
                <a:avLst/>
              </a:prstGeom>
              <a:noFill/>
            </p:spPr>
            <p:txBody>
              <a:bodyPr wrap="none" rtlCol="0">
                <a:spAutoFit/>
              </a:bodyPr>
              <a:lstStyle>
                <a:defPPr>
                  <a:defRPr lang="en-US"/>
                </a:defPPr>
                <a:lvl1pPr>
                  <a:defRPr sz="900">
                    <a:solidFill>
                      <a:srgbClr val="FFFFFF"/>
                    </a:solidFill>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r>
                  <a:rPr lang="en-US"/>
                  <a:t>src</a:t>
                </a:r>
                <a:endParaRPr lang="en-US" dirty="0"/>
              </a:p>
            </p:txBody>
          </p:sp>
        </p:grpSp>
      </p:grpSp>
      <p:sp>
        <p:nvSpPr>
          <p:cNvPr id="115" name="Rounded Rectangle 114">
            <a:extLst>
              <a:ext uri="{FF2B5EF4-FFF2-40B4-BE49-F238E27FC236}">
                <a16:creationId xmlns:a16="http://schemas.microsoft.com/office/drawing/2014/main" id="{1D19062C-D319-6F7D-E065-E86CB1FFF3AB}"/>
              </a:ext>
            </a:extLst>
          </p:cNvPr>
          <p:cNvSpPr/>
          <p:nvPr/>
        </p:nvSpPr>
        <p:spPr>
          <a:xfrm>
            <a:off x="1727065" y="3284984"/>
            <a:ext cx="9856448" cy="385889"/>
          </a:xfrm>
          <a:prstGeom prst="roundRect">
            <a:avLst/>
          </a:prstGeom>
          <a:solidFill>
            <a:schemeClr val="tx1"/>
          </a:solidFill>
          <a:ln>
            <a:no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000" dirty="0">
                <a:solidFill>
                  <a:srgbClr val="FFFFFF"/>
                </a:solidFill>
                <a:latin typeface="Source Sans Pro" panose="020B0503030403020204" pitchFamily="34" charset="0"/>
                <a:ea typeface="Source Sans Pro" panose="020B0503030403020204" pitchFamily="34" charset="0"/>
                <a:cs typeface="Source Sans Pro Light" charset="0"/>
              </a:rPr>
              <a:t>Third Party ELF Linker</a:t>
            </a:r>
          </a:p>
        </p:txBody>
      </p:sp>
      <p:sp>
        <p:nvSpPr>
          <p:cNvPr id="116" name="Rounded Rectangle 115">
            <a:extLst>
              <a:ext uri="{FF2B5EF4-FFF2-40B4-BE49-F238E27FC236}">
                <a16:creationId xmlns:a16="http://schemas.microsoft.com/office/drawing/2014/main" id="{157A4DC4-596A-6962-5239-D21619ACC607}"/>
              </a:ext>
            </a:extLst>
          </p:cNvPr>
          <p:cNvSpPr/>
          <p:nvPr/>
        </p:nvSpPr>
        <p:spPr>
          <a:xfrm>
            <a:off x="8313956" y="2064986"/>
            <a:ext cx="1599805" cy="385889"/>
          </a:xfrm>
          <a:prstGeom prst="roundRect">
            <a:avLst/>
          </a:prstGeom>
          <a:solidFill>
            <a:schemeClr val="tx1"/>
          </a:solidFill>
          <a:ln>
            <a:no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000" dirty="0">
                <a:solidFill>
                  <a:srgbClr val="FFFFFF"/>
                </a:solidFill>
                <a:latin typeface="Source Sans Pro" panose="020B0503030403020204" pitchFamily="34" charset="0"/>
                <a:ea typeface="Source Sans Pro" panose="020B0503030403020204" pitchFamily="34" charset="0"/>
                <a:cs typeface="Source Sans Pro Light" charset="0"/>
              </a:rPr>
              <a:t>Third Party C Compiler</a:t>
            </a:r>
          </a:p>
        </p:txBody>
      </p:sp>
      <p:sp>
        <p:nvSpPr>
          <p:cNvPr id="117" name="Rounded Rectangle 116">
            <a:extLst>
              <a:ext uri="{FF2B5EF4-FFF2-40B4-BE49-F238E27FC236}">
                <a16:creationId xmlns:a16="http://schemas.microsoft.com/office/drawing/2014/main" id="{4DB8CCDC-5832-C8A1-7634-71D9C2951DFC}"/>
              </a:ext>
            </a:extLst>
          </p:cNvPr>
          <p:cNvSpPr/>
          <p:nvPr/>
        </p:nvSpPr>
        <p:spPr>
          <a:xfrm>
            <a:off x="1727065" y="2392662"/>
            <a:ext cx="6498643" cy="465089"/>
          </a:xfrm>
          <a:prstGeom prst="roundRect">
            <a:avLst/>
          </a:prstGeom>
          <a:solidFill>
            <a:schemeClr val="tx1"/>
          </a:solidFill>
          <a:ln>
            <a:no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000" dirty="0">
                <a:solidFill>
                  <a:srgbClr val="FFFFFF"/>
                </a:solidFill>
                <a:latin typeface="Source Sans Pro" panose="020B0503030403020204" pitchFamily="34" charset="0"/>
                <a:ea typeface="Source Sans Pro" panose="020B0503030403020204" pitchFamily="34" charset="0"/>
                <a:cs typeface="Source Sans Pro Light" charset="0"/>
              </a:rPr>
              <a:t>MICROEJ SDK (SOAR)</a:t>
            </a:r>
          </a:p>
        </p:txBody>
      </p:sp>
      <p:sp>
        <p:nvSpPr>
          <p:cNvPr id="120" name="Rounded Rectangle 119">
            <a:extLst>
              <a:ext uri="{FF2B5EF4-FFF2-40B4-BE49-F238E27FC236}">
                <a16:creationId xmlns:a16="http://schemas.microsoft.com/office/drawing/2014/main" id="{D9F76079-BEFC-010A-E877-B237C09EDC96}"/>
              </a:ext>
            </a:extLst>
          </p:cNvPr>
          <p:cNvSpPr/>
          <p:nvPr/>
        </p:nvSpPr>
        <p:spPr>
          <a:xfrm>
            <a:off x="4759182" y="4177987"/>
            <a:ext cx="3792213" cy="1555269"/>
          </a:xfrm>
          <a:prstGeom prst="roundRect">
            <a:avLst>
              <a:gd name="adj" fmla="val 6304"/>
            </a:avLst>
          </a:prstGeom>
          <a:solidFill>
            <a:schemeClr val="accent1"/>
          </a:solidFill>
          <a:ln>
            <a:noFill/>
          </a:ln>
          <a:effectLst/>
        </p:spPr>
        <p:style>
          <a:lnRef idx="2">
            <a:schemeClr val="dk1">
              <a:shade val="50000"/>
            </a:schemeClr>
          </a:lnRef>
          <a:fillRef idx="1">
            <a:schemeClr val="dk1"/>
          </a:fillRef>
          <a:effectRef idx="0">
            <a:schemeClr val="dk1"/>
          </a:effectRef>
          <a:fontRef idx="minor">
            <a:schemeClr val="lt1"/>
          </a:fontRef>
        </p:style>
        <p:txBody>
          <a:bodyPr rtlCol="0" anchor="t" anchorCtr="0"/>
          <a:lstStyle/>
          <a:p>
            <a:pPr algn="ctr">
              <a:defRPr/>
            </a:pPr>
            <a:r>
              <a:rPr lang="en-US" sz="1000" b="1" dirty="0">
                <a:solidFill>
                  <a:srgbClr val="FFFFFF"/>
                </a:solidFill>
                <a:latin typeface="Source Sans Pro" panose="020B0503030403020204" pitchFamily="34" charset="0"/>
                <a:ea typeface="Source Sans Pro" panose="020B0503030403020204" pitchFamily="34" charset="0"/>
                <a:cs typeface="Source Sans Pro Light" charset="0"/>
              </a:rPr>
              <a:t>ELF Executable</a:t>
            </a:r>
          </a:p>
        </p:txBody>
      </p:sp>
      <p:grpSp>
        <p:nvGrpSpPr>
          <p:cNvPr id="78" name="Group 77">
            <a:extLst>
              <a:ext uri="{FF2B5EF4-FFF2-40B4-BE49-F238E27FC236}">
                <a16:creationId xmlns:a16="http://schemas.microsoft.com/office/drawing/2014/main" id="{F5A33E7A-DAFD-1826-0309-458BBDE2E1CF}"/>
              </a:ext>
            </a:extLst>
          </p:cNvPr>
          <p:cNvGrpSpPr/>
          <p:nvPr/>
        </p:nvGrpSpPr>
        <p:grpSpPr>
          <a:xfrm>
            <a:off x="4703468" y="4154767"/>
            <a:ext cx="344751" cy="303135"/>
            <a:chOff x="3862697" y="4114169"/>
            <a:chExt cx="344751" cy="303135"/>
          </a:xfrm>
        </p:grpSpPr>
        <p:sp>
          <p:nvSpPr>
            <p:cNvPr id="130" name="Bande diagonale 197">
              <a:extLst>
                <a:ext uri="{FF2B5EF4-FFF2-40B4-BE49-F238E27FC236}">
                  <a16:creationId xmlns:a16="http://schemas.microsoft.com/office/drawing/2014/main" id="{F5F745B9-F9D3-0F49-0BC0-E417C2BCCC75}"/>
                </a:ext>
              </a:extLst>
            </p:cNvPr>
            <p:cNvSpPr/>
            <p:nvPr/>
          </p:nvSpPr>
          <p:spPr>
            <a:xfrm>
              <a:off x="3927620" y="4137476"/>
              <a:ext cx="279828" cy="279828"/>
            </a:xfrm>
            <a:prstGeom prst="diagStripe">
              <a:avLst>
                <a:gd name="adj" fmla="val 41991"/>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dirty="0">
                <a:solidFill>
                  <a:srgbClr val="FFFFFF"/>
                </a:solidFill>
                <a:latin typeface="Source Sans Pro Light" charset="0"/>
                <a:ea typeface="Source Sans Pro Light" charset="0"/>
                <a:cs typeface="Source Sans Pro Light" charset="0"/>
              </a:endParaRPr>
            </a:p>
          </p:txBody>
        </p:sp>
        <p:sp>
          <p:nvSpPr>
            <p:cNvPr id="131" name="ZoneTexte 198">
              <a:extLst>
                <a:ext uri="{FF2B5EF4-FFF2-40B4-BE49-F238E27FC236}">
                  <a16:creationId xmlns:a16="http://schemas.microsoft.com/office/drawing/2014/main" id="{E1B66D91-B5E9-E878-1E93-EDED2DF33C84}"/>
                </a:ext>
              </a:extLst>
            </p:cNvPr>
            <p:cNvSpPr txBox="1"/>
            <p:nvPr/>
          </p:nvSpPr>
          <p:spPr>
            <a:xfrm rot="18945775">
              <a:off x="3862697" y="4114169"/>
              <a:ext cx="333746" cy="230832"/>
            </a:xfrm>
            <a:prstGeom prst="rect">
              <a:avLst/>
            </a:prstGeom>
            <a:noFill/>
          </p:spPr>
          <p:txBody>
            <a:bodyPr wrap="none" rtlCol="0">
              <a:spAutoFit/>
            </a:bodyPr>
            <a:lstStyle/>
            <a:p>
              <a:pPr>
                <a:defRPr/>
              </a:pPr>
              <a:r>
                <a:rPr lang="en-US" sz="900" dirty="0">
                  <a:solidFill>
                    <a:srgbClr val="FFFFFF"/>
                  </a:solidFill>
                  <a:latin typeface="Source Sans Pro Light" charset="0"/>
                  <a:ea typeface="Source Sans Pro Light" charset="0"/>
                  <a:cs typeface="Source Sans Pro Light" charset="0"/>
                </a:rPr>
                <a:t>bin</a:t>
              </a:r>
            </a:p>
          </p:txBody>
        </p:sp>
      </p:grpSp>
      <p:sp>
        <p:nvSpPr>
          <p:cNvPr id="124" name="Rounded Rectangle 123">
            <a:extLst>
              <a:ext uri="{FF2B5EF4-FFF2-40B4-BE49-F238E27FC236}">
                <a16:creationId xmlns:a16="http://schemas.microsoft.com/office/drawing/2014/main" id="{C468012A-79F8-86DD-3DE2-7F6C9E0EEFDF}"/>
              </a:ext>
            </a:extLst>
          </p:cNvPr>
          <p:cNvSpPr/>
          <p:nvPr/>
        </p:nvSpPr>
        <p:spPr>
          <a:xfrm>
            <a:off x="6168008" y="4523659"/>
            <a:ext cx="1080000" cy="1080000"/>
          </a:xfrm>
          <a:prstGeom prst="roundRect">
            <a:avLst>
              <a:gd name="adj" fmla="val 7525"/>
            </a:avLst>
          </a:prstGeom>
          <a:solidFill>
            <a:schemeClr val="accent4"/>
          </a:solidFill>
          <a:ln w="9525">
            <a:noFill/>
          </a:ln>
          <a:effectLst>
            <a:outerShdw blurRad="50800" dist="38100" dir="2700000" algn="tl"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defRPr/>
            </a:pPr>
            <a:r>
              <a:rPr lang="en-US" sz="1000" dirty="0">
                <a:solidFill>
                  <a:srgbClr val="FFFFFF"/>
                </a:solidFill>
                <a:latin typeface="Source Sans Pro" panose="020B0503030403020204" pitchFamily="34" charset="0"/>
                <a:ea typeface="Source Sans Pro" panose="020B0503030403020204" pitchFamily="34" charset="0"/>
                <a:cs typeface="Source Sans Pro Light" charset="0"/>
              </a:rPr>
              <a:t>Application</a:t>
            </a:r>
          </a:p>
        </p:txBody>
      </p:sp>
      <p:grpSp>
        <p:nvGrpSpPr>
          <p:cNvPr id="77" name="Group 76">
            <a:extLst>
              <a:ext uri="{FF2B5EF4-FFF2-40B4-BE49-F238E27FC236}">
                <a16:creationId xmlns:a16="http://schemas.microsoft.com/office/drawing/2014/main" id="{7244E8DF-3F27-D9A4-C0BC-BB723283046A}"/>
              </a:ext>
            </a:extLst>
          </p:cNvPr>
          <p:cNvGrpSpPr/>
          <p:nvPr/>
        </p:nvGrpSpPr>
        <p:grpSpPr>
          <a:xfrm>
            <a:off x="4943872" y="4522639"/>
            <a:ext cx="1080000" cy="1082040"/>
            <a:chOff x="4266253" y="4541289"/>
            <a:chExt cx="1080000" cy="1082040"/>
          </a:xfrm>
        </p:grpSpPr>
        <p:sp>
          <p:nvSpPr>
            <p:cNvPr id="127" name="Rounded Rectangle 126">
              <a:extLst>
                <a:ext uri="{FF2B5EF4-FFF2-40B4-BE49-F238E27FC236}">
                  <a16:creationId xmlns:a16="http://schemas.microsoft.com/office/drawing/2014/main" id="{B90EA847-10C7-F6C0-1778-2450E1C31F62}"/>
                </a:ext>
              </a:extLst>
            </p:cNvPr>
            <p:cNvSpPr/>
            <p:nvPr/>
          </p:nvSpPr>
          <p:spPr>
            <a:xfrm>
              <a:off x="4266253" y="4543329"/>
              <a:ext cx="1080000" cy="1080000"/>
            </a:xfrm>
            <a:prstGeom prst="roundRect">
              <a:avLst>
                <a:gd name="adj" fmla="val 7525"/>
              </a:avLst>
            </a:prstGeom>
            <a:solidFill>
              <a:schemeClr val="bg1"/>
            </a:solidFill>
            <a:ln>
              <a:noFill/>
            </a:ln>
            <a:effectLst>
              <a:outerShdw blurRad="50800" dist="38100" dir="2700000" algn="tl"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defRPr/>
              </a:pPr>
              <a:endParaRPr lang="en-US" sz="1000" dirty="0">
                <a:solidFill>
                  <a:srgbClr val="FFFFFF"/>
                </a:solidFill>
                <a:latin typeface="Source Sans Pro Light" charset="0"/>
                <a:ea typeface="Source Sans Pro Light" charset="0"/>
                <a:cs typeface="Source Sans Pro Light" charset="0"/>
              </a:endParaRPr>
            </a:p>
          </p:txBody>
        </p:sp>
        <p:sp>
          <p:nvSpPr>
            <p:cNvPr id="128" name="Rectangle 127">
              <a:extLst>
                <a:ext uri="{FF2B5EF4-FFF2-40B4-BE49-F238E27FC236}">
                  <a16:creationId xmlns:a16="http://schemas.microsoft.com/office/drawing/2014/main" id="{23AF8CEA-A12D-4C49-CDF6-9D2F76E72536}"/>
                </a:ext>
              </a:extLst>
            </p:cNvPr>
            <p:cNvSpPr/>
            <p:nvPr/>
          </p:nvSpPr>
          <p:spPr>
            <a:xfrm>
              <a:off x="4370600" y="4541289"/>
              <a:ext cx="871306" cy="219744"/>
            </a:xfrm>
            <a:prstGeom prst="rect">
              <a:avLst/>
            </a:prstGeom>
            <a:noFill/>
            <a:ln>
              <a:noFill/>
            </a:ln>
            <a:effectLst/>
          </p:spPr>
          <p:style>
            <a:lnRef idx="2">
              <a:schemeClr val="dk1">
                <a:shade val="50000"/>
              </a:schemeClr>
            </a:lnRef>
            <a:fillRef idx="1">
              <a:schemeClr val="dk1"/>
            </a:fillRef>
            <a:effectRef idx="0">
              <a:schemeClr val="dk1"/>
            </a:effectRef>
            <a:fontRef idx="minor">
              <a:schemeClr val="lt1"/>
            </a:fontRef>
          </p:style>
          <p:txBody>
            <a:bodyPr rtlCol="0" anchor="t"/>
            <a:lstStyle/>
            <a:p>
              <a:pPr algn="ctr">
                <a:defRPr/>
              </a:pPr>
              <a:r>
                <a:rPr lang="en-US" sz="1000" b="1" dirty="0">
                  <a:solidFill>
                    <a:schemeClr val="tx1"/>
                  </a:solidFill>
                  <a:latin typeface="Source Sans Pro" charset="0"/>
                  <a:ea typeface="Source Sans Pro" charset="0"/>
                  <a:cs typeface="Source Sans Pro" charset="0"/>
                </a:rPr>
                <a:t>Core Engine</a:t>
              </a:r>
            </a:p>
          </p:txBody>
        </p:sp>
        <p:pic>
          <p:nvPicPr>
            <p:cNvPr id="129" name="Picture 128">
              <a:extLst>
                <a:ext uri="{FF2B5EF4-FFF2-40B4-BE49-F238E27FC236}">
                  <a16:creationId xmlns:a16="http://schemas.microsoft.com/office/drawing/2014/main" id="{8A007E6C-2946-23F7-86FE-A591B60DCD7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20890" y="4760866"/>
              <a:ext cx="718808" cy="723599"/>
            </a:xfrm>
            <a:prstGeom prst="rect">
              <a:avLst/>
            </a:prstGeom>
          </p:spPr>
        </p:pic>
      </p:grpSp>
      <p:sp>
        <p:nvSpPr>
          <p:cNvPr id="126" name="Rounded Rectangle 125">
            <a:extLst>
              <a:ext uri="{FF2B5EF4-FFF2-40B4-BE49-F238E27FC236}">
                <a16:creationId xmlns:a16="http://schemas.microsoft.com/office/drawing/2014/main" id="{5811CB13-2A4D-A8A4-C6B6-FE767BC4E8DF}"/>
              </a:ext>
            </a:extLst>
          </p:cNvPr>
          <p:cNvSpPr/>
          <p:nvPr/>
        </p:nvSpPr>
        <p:spPr>
          <a:xfrm>
            <a:off x="7392144" y="4522639"/>
            <a:ext cx="1080000" cy="1080000"/>
          </a:xfrm>
          <a:prstGeom prst="roundRect">
            <a:avLst>
              <a:gd name="adj" fmla="val 7525"/>
            </a:avLst>
          </a:prstGeom>
          <a:solidFill>
            <a:schemeClr val="accent6"/>
          </a:solidFill>
          <a:ln w="9525">
            <a:noFill/>
          </a:ln>
          <a:effectLst>
            <a:outerShdw blurRad="50800" dist="38100" dir="2700000" algn="tl"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000" dirty="0">
                <a:solidFill>
                  <a:srgbClr val="FFFFFF"/>
                </a:solidFill>
                <a:latin typeface="Source Sans Pro" panose="020B0503030403020204" pitchFamily="34" charset="0"/>
                <a:ea typeface="Source Sans Pro" panose="020B0503030403020204" pitchFamily="34" charset="0"/>
                <a:cs typeface="Arial" panose="020B0604020202020204" pitchFamily="34" charset="0"/>
              </a:rPr>
              <a:t>Abstraction Layers</a:t>
            </a:r>
          </a:p>
          <a:p>
            <a:pPr algn="ctr"/>
            <a:r>
              <a:rPr lang="en-US" sz="1000" dirty="0">
                <a:solidFill>
                  <a:srgbClr val="FFFFFF"/>
                </a:solidFill>
                <a:latin typeface="Source Sans Pro" panose="020B0503030403020204" pitchFamily="34" charset="0"/>
                <a:ea typeface="Source Sans Pro" panose="020B0503030403020204" pitchFamily="34" charset="0"/>
                <a:cs typeface="Arial" panose="020B0604020202020204" pitchFamily="34" charset="0"/>
              </a:rPr>
              <a:t>+</a:t>
            </a:r>
          </a:p>
          <a:p>
            <a:pPr algn="ctr"/>
            <a:r>
              <a:rPr lang="en-US" sz="1000" dirty="0">
                <a:solidFill>
                  <a:srgbClr val="FFFFFF"/>
                </a:solidFill>
                <a:latin typeface="Source Sans Pro" panose="020B0503030403020204" pitchFamily="34" charset="0"/>
                <a:ea typeface="Source Sans Pro" panose="020B0503030403020204" pitchFamily="34" charset="0"/>
                <a:cs typeface="Arial" panose="020B0604020202020204" pitchFamily="34" charset="0"/>
              </a:rPr>
              <a:t>C Libraries</a:t>
            </a:r>
          </a:p>
        </p:txBody>
      </p:sp>
      <p:cxnSp>
        <p:nvCxnSpPr>
          <p:cNvPr id="5" name="Connecteur droit avec flèche 151">
            <a:extLst>
              <a:ext uri="{FF2B5EF4-FFF2-40B4-BE49-F238E27FC236}">
                <a16:creationId xmlns:a16="http://schemas.microsoft.com/office/drawing/2014/main" id="{B85D1176-D6EF-188C-BC40-195FBD03ECD9}"/>
              </a:ext>
            </a:extLst>
          </p:cNvPr>
          <p:cNvCxnSpPr>
            <a:cxnSpLocks/>
          </p:cNvCxnSpPr>
          <p:nvPr/>
        </p:nvCxnSpPr>
        <p:spPr>
          <a:xfrm>
            <a:off x="5769862" y="983348"/>
            <a:ext cx="0" cy="41148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6" name="ZoneTexte 152">
            <a:extLst>
              <a:ext uri="{FF2B5EF4-FFF2-40B4-BE49-F238E27FC236}">
                <a16:creationId xmlns:a16="http://schemas.microsoft.com/office/drawing/2014/main" id="{35181EF8-8D83-8B80-92ED-8B4BFEC34B57}"/>
              </a:ext>
            </a:extLst>
          </p:cNvPr>
          <p:cNvSpPr txBox="1"/>
          <p:nvPr/>
        </p:nvSpPr>
        <p:spPr>
          <a:xfrm>
            <a:off x="5748085" y="1803039"/>
            <a:ext cx="708033" cy="246221"/>
          </a:xfrm>
          <a:prstGeom prst="rect">
            <a:avLst/>
          </a:prstGeom>
          <a:noFill/>
        </p:spPr>
        <p:txBody>
          <a:bodyPr wrap="square" rtlCol="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defRPr/>
            </a:pPr>
            <a:r>
              <a:rPr lang="en-US" sz="1000" dirty="0">
                <a:solidFill>
                  <a:srgbClr val="97A7AF"/>
                </a:solidFill>
                <a:latin typeface="Source Sans Pro" panose="020B0503030403020204" pitchFamily="34" charset="0"/>
                <a:ea typeface="Source Sans Pro" panose="020B0503030403020204" pitchFamily="34" charset="0"/>
              </a:rPr>
              <a:t>(.</a:t>
            </a:r>
            <a:r>
              <a:rPr lang="en-US" sz="1000" dirty="0" err="1">
                <a:solidFill>
                  <a:srgbClr val="97A7AF"/>
                </a:solidFill>
                <a:latin typeface="Source Sans Pro" panose="020B0503030403020204" pitchFamily="34" charset="0"/>
                <a:ea typeface="Source Sans Pro" panose="020B0503030403020204" pitchFamily="34" charset="0"/>
              </a:rPr>
              <a:t>wasm</a:t>
            </a:r>
            <a:r>
              <a:rPr lang="en-US" sz="1000" dirty="0">
                <a:solidFill>
                  <a:srgbClr val="97A7AF"/>
                </a:solidFill>
                <a:latin typeface="Source Sans Pro" panose="020B0503030403020204" pitchFamily="34" charset="0"/>
                <a:ea typeface="Source Sans Pro" panose="020B0503030403020204" pitchFamily="34" charset="0"/>
              </a:rPr>
              <a:t>)</a:t>
            </a:r>
          </a:p>
        </p:txBody>
      </p:sp>
      <p:sp>
        <p:nvSpPr>
          <p:cNvPr id="7" name="ZoneTexte 173">
            <a:extLst>
              <a:ext uri="{FF2B5EF4-FFF2-40B4-BE49-F238E27FC236}">
                <a16:creationId xmlns:a16="http://schemas.microsoft.com/office/drawing/2014/main" id="{91DB9689-BBBF-C105-523D-CCC946D7E04B}"/>
              </a:ext>
            </a:extLst>
          </p:cNvPr>
          <p:cNvSpPr txBox="1"/>
          <p:nvPr/>
        </p:nvSpPr>
        <p:spPr>
          <a:xfrm>
            <a:off x="5746447" y="1078271"/>
            <a:ext cx="519553" cy="246221"/>
          </a:xfrm>
          <a:prstGeom prst="rect">
            <a:avLst/>
          </a:prstGeom>
          <a:noFill/>
        </p:spPr>
        <p:txBody>
          <a:bodyPr wrap="square" rtlCol="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defRPr/>
            </a:pPr>
            <a:r>
              <a:rPr lang="en-US" sz="1000" dirty="0">
                <a:solidFill>
                  <a:srgbClr val="97A7AF"/>
                </a:solidFill>
                <a:latin typeface="Source Sans Pro" panose="020B0503030403020204" pitchFamily="34" charset="0"/>
                <a:ea typeface="Source Sans Pro" panose="020B0503030403020204" pitchFamily="34" charset="0"/>
              </a:rPr>
              <a:t>(.c, .h)</a:t>
            </a:r>
          </a:p>
        </p:txBody>
      </p:sp>
      <p:cxnSp>
        <p:nvCxnSpPr>
          <p:cNvPr id="8" name="Connecteur droit avec flèche 149">
            <a:extLst>
              <a:ext uri="{FF2B5EF4-FFF2-40B4-BE49-F238E27FC236}">
                <a16:creationId xmlns:a16="http://schemas.microsoft.com/office/drawing/2014/main" id="{06D22F25-1B7B-E8D4-D96F-9C27B5E3B800}"/>
              </a:ext>
            </a:extLst>
          </p:cNvPr>
          <p:cNvCxnSpPr>
            <a:cxnSpLocks/>
            <a:stCxn id="9" idx="2"/>
          </p:cNvCxnSpPr>
          <p:nvPr/>
        </p:nvCxnSpPr>
        <p:spPr>
          <a:xfrm>
            <a:off x="5769862" y="1781365"/>
            <a:ext cx="5363" cy="27793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18" name="Rounded Rectangle 117">
            <a:extLst>
              <a:ext uri="{FF2B5EF4-FFF2-40B4-BE49-F238E27FC236}">
                <a16:creationId xmlns:a16="http://schemas.microsoft.com/office/drawing/2014/main" id="{5EABDBBB-A30D-F59E-6E17-F5BF46C03B98}"/>
              </a:ext>
            </a:extLst>
          </p:cNvPr>
          <p:cNvSpPr/>
          <p:nvPr/>
        </p:nvSpPr>
        <p:spPr>
          <a:xfrm>
            <a:off x="3412197" y="1395220"/>
            <a:ext cx="1493545" cy="385889"/>
          </a:xfrm>
          <a:prstGeom prst="roundRect">
            <a:avLst/>
          </a:prstGeom>
          <a:solidFill>
            <a:schemeClr val="tx1"/>
          </a:solidFill>
          <a:ln>
            <a:no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000" dirty="0">
                <a:solidFill>
                  <a:srgbClr val="FFFFFF"/>
                </a:solidFill>
                <a:latin typeface="Source Sans Pro" panose="020B0503030403020204" pitchFamily="34" charset="0"/>
                <a:ea typeface="Source Sans Pro" panose="020B0503030403020204" pitchFamily="34" charset="0"/>
                <a:cs typeface="Source Sans Pro Light" charset="0"/>
              </a:rPr>
              <a:t>Java Compiler</a:t>
            </a:r>
          </a:p>
          <a:p>
            <a:pPr algn="ctr"/>
            <a:r>
              <a:rPr lang="en-US" sz="1000" dirty="0">
                <a:solidFill>
                  <a:srgbClr val="FFFFFF"/>
                </a:solidFill>
                <a:latin typeface="Source Sans Pro" panose="020B0503030403020204" pitchFamily="34" charset="0"/>
                <a:ea typeface="Source Sans Pro" panose="020B0503030403020204" pitchFamily="34" charset="0"/>
                <a:cs typeface="Source Sans Pro Light" charset="0"/>
              </a:rPr>
              <a:t>(JDT)</a:t>
            </a:r>
          </a:p>
        </p:txBody>
      </p:sp>
      <p:sp>
        <p:nvSpPr>
          <p:cNvPr id="9" name="Rounded Rectangle 8">
            <a:extLst>
              <a:ext uri="{FF2B5EF4-FFF2-40B4-BE49-F238E27FC236}">
                <a16:creationId xmlns:a16="http://schemas.microsoft.com/office/drawing/2014/main" id="{EA6F92C6-55CA-48AB-1424-4B3666809198}"/>
              </a:ext>
            </a:extLst>
          </p:cNvPr>
          <p:cNvSpPr/>
          <p:nvPr/>
        </p:nvSpPr>
        <p:spPr>
          <a:xfrm>
            <a:off x="5006516" y="1395476"/>
            <a:ext cx="1526692" cy="385889"/>
          </a:xfrm>
          <a:prstGeom prst="roundRect">
            <a:avLst/>
          </a:prstGeom>
          <a:solidFill>
            <a:schemeClr val="tx1"/>
          </a:solidFill>
          <a:ln>
            <a:no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000" dirty="0">
                <a:solidFill>
                  <a:srgbClr val="FFFFFF"/>
                </a:solidFill>
                <a:latin typeface="Source Sans Pro" panose="020B0503030403020204" pitchFamily="34" charset="0"/>
                <a:ea typeface="Source Sans Pro" panose="020B0503030403020204" pitchFamily="34" charset="0"/>
                <a:cs typeface="Source Sans Pro Light" charset="0"/>
              </a:rPr>
              <a:t>C Compiler</a:t>
            </a:r>
          </a:p>
          <a:p>
            <a:pPr algn="ctr"/>
            <a:r>
              <a:rPr lang="en-US" sz="1000" dirty="0">
                <a:solidFill>
                  <a:srgbClr val="FFFFFF"/>
                </a:solidFill>
                <a:latin typeface="Source Sans Pro" panose="020B0503030403020204" pitchFamily="34" charset="0"/>
                <a:ea typeface="Source Sans Pro" panose="020B0503030403020204" pitchFamily="34" charset="0"/>
                <a:cs typeface="Source Sans Pro Light" charset="0"/>
              </a:rPr>
              <a:t>(WASI SDK)</a:t>
            </a:r>
          </a:p>
        </p:txBody>
      </p:sp>
      <p:sp>
        <p:nvSpPr>
          <p:cNvPr id="12" name="ZoneTexte 167">
            <a:extLst>
              <a:ext uri="{FF2B5EF4-FFF2-40B4-BE49-F238E27FC236}">
                <a16:creationId xmlns:a16="http://schemas.microsoft.com/office/drawing/2014/main" id="{A17C2CBE-423B-F058-69C7-76A189CA6F89}"/>
              </a:ext>
            </a:extLst>
          </p:cNvPr>
          <p:cNvSpPr txBox="1"/>
          <p:nvPr/>
        </p:nvSpPr>
        <p:spPr>
          <a:xfrm>
            <a:off x="7427929" y="1805301"/>
            <a:ext cx="434734" cy="246221"/>
          </a:xfrm>
          <a:prstGeom prst="rect">
            <a:avLst/>
          </a:prstGeom>
          <a:noFill/>
        </p:spPr>
        <p:txBody>
          <a:bodyPr wrap="none" rtlCol="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defRPr/>
            </a:pPr>
            <a:r>
              <a:rPr lang="en-US" sz="1000" dirty="0">
                <a:solidFill>
                  <a:srgbClr val="97A7AF"/>
                </a:solidFill>
                <a:latin typeface="Source Sans Pro" panose="020B0503030403020204" pitchFamily="34" charset="0"/>
                <a:ea typeface="Source Sans Pro" panose="020B0503030403020204" pitchFamily="34" charset="0"/>
              </a:rPr>
              <a:t>(.jar)</a:t>
            </a:r>
          </a:p>
        </p:txBody>
      </p:sp>
      <p:cxnSp>
        <p:nvCxnSpPr>
          <p:cNvPr id="13" name="Connecteur droit avec flèche 149">
            <a:extLst>
              <a:ext uri="{FF2B5EF4-FFF2-40B4-BE49-F238E27FC236}">
                <a16:creationId xmlns:a16="http://schemas.microsoft.com/office/drawing/2014/main" id="{C9891ABA-F7EF-9F19-E487-A786C4A6D2A0}"/>
              </a:ext>
            </a:extLst>
          </p:cNvPr>
          <p:cNvCxnSpPr>
            <a:cxnSpLocks/>
            <a:stCxn id="17" idx="2"/>
          </p:cNvCxnSpPr>
          <p:nvPr/>
        </p:nvCxnSpPr>
        <p:spPr>
          <a:xfrm>
            <a:off x="7433524" y="967922"/>
            <a:ext cx="0" cy="1131259"/>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grpSp>
        <p:nvGrpSpPr>
          <p:cNvPr id="90" name="Group 89">
            <a:extLst>
              <a:ext uri="{FF2B5EF4-FFF2-40B4-BE49-F238E27FC236}">
                <a16:creationId xmlns:a16="http://schemas.microsoft.com/office/drawing/2014/main" id="{C70568FE-2798-BC6D-585B-38B868DEE1DD}"/>
              </a:ext>
            </a:extLst>
          </p:cNvPr>
          <p:cNvGrpSpPr/>
          <p:nvPr/>
        </p:nvGrpSpPr>
        <p:grpSpPr>
          <a:xfrm>
            <a:off x="6574730" y="281093"/>
            <a:ext cx="1655644" cy="686829"/>
            <a:chOff x="6433370" y="743004"/>
            <a:chExt cx="1655644" cy="686829"/>
          </a:xfrm>
        </p:grpSpPr>
        <p:sp>
          <p:nvSpPr>
            <p:cNvPr id="17" name="Rounded Rectangle 16">
              <a:extLst>
                <a:ext uri="{FF2B5EF4-FFF2-40B4-BE49-F238E27FC236}">
                  <a16:creationId xmlns:a16="http://schemas.microsoft.com/office/drawing/2014/main" id="{C5D3779D-9173-7446-0F44-E27F02DF785C}"/>
                </a:ext>
              </a:extLst>
            </p:cNvPr>
            <p:cNvSpPr/>
            <p:nvPr/>
          </p:nvSpPr>
          <p:spPr>
            <a:xfrm>
              <a:off x="6495313" y="766311"/>
              <a:ext cx="1593701" cy="663522"/>
            </a:xfrm>
            <a:prstGeom prst="roundRect">
              <a:avLst>
                <a:gd name="adj" fmla="val 6304"/>
              </a:avLst>
            </a:prstGeom>
            <a:solidFill>
              <a:schemeClr val="accent4"/>
            </a:solidFill>
            <a:ln>
              <a:no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000" dirty="0">
                  <a:solidFill>
                    <a:srgbClr val="FFFFFF"/>
                  </a:solidFill>
                  <a:latin typeface="Source Sans Pro" panose="020B0503030403020204" pitchFamily="34" charset="0"/>
                  <a:ea typeface="Source Sans Pro" panose="020B0503030403020204" pitchFamily="34" charset="0"/>
                  <a:cs typeface="Arial" panose="020B0604020202020204" pitchFamily="34" charset="0"/>
                </a:rPr>
                <a:t>Libraries</a:t>
              </a:r>
            </a:p>
          </p:txBody>
        </p:sp>
        <p:grpSp>
          <p:nvGrpSpPr>
            <p:cNvPr id="87" name="Group 86">
              <a:extLst>
                <a:ext uri="{FF2B5EF4-FFF2-40B4-BE49-F238E27FC236}">
                  <a16:creationId xmlns:a16="http://schemas.microsoft.com/office/drawing/2014/main" id="{5A05296E-5E04-2E00-6B15-842BEAEBE7AD}"/>
                </a:ext>
              </a:extLst>
            </p:cNvPr>
            <p:cNvGrpSpPr/>
            <p:nvPr/>
          </p:nvGrpSpPr>
          <p:grpSpPr>
            <a:xfrm>
              <a:off x="6433370" y="743004"/>
              <a:ext cx="344751" cy="303135"/>
              <a:chOff x="6433370" y="743004"/>
              <a:chExt cx="344751" cy="303135"/>
            </a:xfrm>
          </p:grpSpPr>
          <p:sp>
            <p:nvSpPr>
              <p:cNvPr id="21" name="Bande diagonale 197">
                <a:extLst>
                  <a:ext uri="{FF2B5EF4-FFF2-40B4-BE49-F238E27FC236}">
                    <a16:creationId xmlns:a16="http://schemas.microsoft.com/office/drawing/2014/main" id="{D580ADF1-8E64-A6BF-B8D1-4E2697F6C8B1}"/>
                  </a:ext>
                </a:extLst>
              </p:cNvPr>
              <p:cNvSpPr/>
              <p:nvPr/>
            </p:nvSpPr>
            <p:spPr>
              <a:xfrm>
                <a:off x="6498293" y="766311"/>
                <a:ext cx="279828" cy="279828"/>
              </a:xfrm>
              <a:prstGeom prst="diagStripe">
                <a:avLst>
                  <a:gd name="adj" fmla="val 41991"/>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dirty="0">
                  <a:solidFill>
                    <a:srgbClr val="FFFFFF"/>
                  </a:solidFill>
                  <a:latin typeface="Source Sans Pro Light" charset="0"/>
                  <a:ea typeface="Source Sans Pro Light" charset="0"/>
                  <a:cs typeface="Source Sans Pro Light" charset="0"/>
                </a:endParaRPr>
              </a:p>
            </p:txBody>
          </p:sp>
          <p:sp>
            <p:nvSpPr>
              <p:cNvPr id="22" name="ZoneTexte 198">
                <a:extLst>
                  <a:ext uri="{FF2B5EF4-FFF2-40B4-BE49-F238E27FC236}">
                    <a16:creationId xmlns:a16="http://schemas.microsoft.com/office/drawing/2014/main" id="{0771C4B4-D150-1E54-39FD-B478682B4CE2}"/>
                  </a:ext>
                </a:extLst>
              </p:cNvPr>
              <p:cNvSpPr txBox="1"/>
              <p:nvPr/>
            </p:nvSpPr>
            <p:spPr>
              <a:xfrm rot="18945775">
                <a:off x="6433370" y="743004"/>
                <a:ext cx="333746" cy="230832"/>
              </a:xfrm>
              <a:prstGeom prst="rect">
                <a:avLst/>
              </a:prstGeom>
              <a:noFill/>
            </p:spPr>
            <p:txBody>
              <a:bodyPr wrap="none" rtlCol="0">
                <a:spAutoFit/>
              </a:bodyPr>
              <a:lstStyle/>
              <a:p>
                <a:pPr>
                  <a:defRPr/>
                </a:pPr>
                <a:r>
                  <a:rPr lang="en-US" sz="900" dirty="0">
                    <a:solidFill>
                      <a:srgbClr val="FFFFFF"/>
                    </a:solidFill>
                    <a:latin typeface="Source Sans Pro Light" charset="0"/>
                    <a:ea typeface="Source Sans Pro Light" charset="0"/>
                    <a:cs typeface="Source Sans Pro Light" charset="0"/>
                  </a:rPr>
                  <a:t>bin</a:t>
                </a:r>
              </a:p>
            </p:txBody>
          </p:sp>
        </p:grpSp>
      </p:grpSp>
      <p:sp>
        <p:nvSpPr>
          <p:cNvPr id="3" name="Rounded Rectangle 77">
            <a:extLst>
              <a:ext uri="{FF2B5EF4-FFF2-40B4-BE49-F238E27FC236}">
                <a16:creationId xmlns:a16="http://schemas.microsoft.com/office/drawing/2014/main" id="{175A3AC2-5995-65CD-4BAD-E0DC2E85FEB4}"/>
              </a:ext>
            </a:extLst>
          </p:cNvPr>
          <p:cNvSpPr/>
          <p:nvPr/>
        </p:nvSpPr>
        <p:spPr>
          <a:xfrm>
            <a:off x="3503711" y="2079372"/>
            <a:ext cx="4633407" cy="393852"/>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FR" sz="1000" dirty="0">
                <a:solidFill>
                  <a:srgbClr val="FFFFFF"/>
                </a:solidFill>
                <a:latin typeface="Source Sans Pro" panose="020B0503030403020204" pitchFamily="34" charset="0"/>
                <a:ea typeface="Source Sans Pro" panose="020B0503030403020204" pitchFamily="34" charset="0"/>
              </a:rPr>
              <a:t>Binary Code Verifier</a:t>
            </a:r>
          </a:p>
        </p:txBody>
      </p:sp>
      <p:pic>
        <p:nvPicPr>
          <p:cNvPr id="4" name="Picture 3">
            <a:extLst>
              <a:ext uri="{FF2B5EF4-FFF2-40B4-BE49-F238E27FC236}">
                <a16:creationId xmlns:a16="http://schemas.microsoft.com/office/drawing/2014/main" id="{44BBC09D-63C4-D395-081F-D35A5300D0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19750" y="2129358"/>
            <a:ext cx="245721" cy="302428"/>
          </a:xfrm>
          <a:prstGeom prst="rect">
            <a:avLst/>
          </a:prstGeom>
        </p:spPr>
      </p:pic>
      <p:cxnSp>
        <p:nvCxnSpPr>
          <p:cNvPr id="62" name="Connecteur droit avec flèche 9">
            <a:extLst>
              <a:ext uri="{FF2B5EF4-FFF2-40B4-BE49-F238E27FC236}">
                <a16:creationId xmlns:a16="http://schemas.microsoft.com/office/drawing/2014/main" id="{AB7B86AB-C232-108F-051E-EF8C63BD5E4E}"/>
              </a:ext>
            </a:extLst>
          </p:cNvPr>
          <p:cNvCxnSpPr>
            <a:cxnSpLocks/>
          </p:cNvCxnSpPr>
          <p:nvPr/>
        </p:nvCxnSpPr>
        <p:spPr>
          <a:xfrm>
            <a:off x="5732836" y="2861976"/>
            <a:ext cx="4666" cy="41148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grpSp>
        <p:nvGrpSpPr>
          <p:cNvPr id="68" name="Group 67">
            <a:extLst>
              <a:ext uri="{FF2B5EF4-FFF2-40B4-BE49-F238E27FC236}">
                <a16:creationId xmlns:a16="http://schemas.microsoft.com/office/drawing/2014/main" id="{EFDBE5FA-D516-0B34-80E4-29A758DA0F4E}"/>
              </a:ext>
            </a:extLst>
          </p:cNvPr>
          <p:cNvGrpSpPr/>
          <p:nvPr/>
        </p:nvGrpSpPr>
        <p:grpSpPr>
          <a:xfrm>
            <a:off x="1748422" y="3723808"/>
            <a:ext cx="1264749" cy="2036815"/>
            <a:chOff x="661623" y="3086108"/>
            <a:chExt cx="1963733" cy="2888436"/>
          </a:xfrm>
        </p:grpSpPr>
        <p:sp>
          <p:nvSpPr>
            <p:cNvPr id="145" name="Rounded Rectangle 174">
              <a:extLst>
                <a:ext uri="{FF2B5EF4-FFF2-40B4-BE49-F238E27FC236}">
                  <a16:creationId xmlns:a16="http://schemas.microsoft.com/office/drawing/2014/main" id="{4A664727-DE47-8048-FE3A-2493DC3715CD}"/>
                </a:ext>
              </a:extLst>
            </p:cNvPr>
            <p:cNvSpPr/>
            <p:nvPr/>
          </p:nvSpPr>
          <p:spPr>
            <a:xfrm>
              <a:off x="661623" y="3242994"/>
              <a:ext cx="1963733" cy="2731550"/>
            </a:xfrm>
            <a:prstGeom prst="roundRect">
              <a:avLst>
                <a:gd name="adj" fmla="val 8585"/>
              </a:avLst>
            </a:prstGeom>
            <a:solidFill>
              <a:schemeClr val="bg1"/>
            </a:solidFill>
            <a:ln w="12700">
              <a:solidFill>
                <a:schemeClr val="bg2"/>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600" dirty="0">
                <a:ln w="0">
                  <a:solidFill>
                    <a:sysClr val="windowText" lastClr="000000"/>
                  </a:solidFill>
                </a:ln>
                <a:solidFill>
                  <a:schemeClr val="tx1"/>
                </a:solidFill>
                <a:effectLst>
                  <a:outerShdw blurRad="38100" dist="19050" dir="2700000" algn="tl" rotWithShape="0">
                    <a:schemeClr val="dk1">
                      <a:alpha val="40000"/>
                    </a:schemeClr>
                  </a:outerShdw>
                </a:effectLst>
              </a:endParaRPr>
            </a:p>
          </p:txBody>
        </p:sp>
        <p:sp>
          <p:nvSpPr>
            <p:cNvPr id="146" name="TextBox 145">
              <a:extLst>
                <a:ext uri="{FF2B5EF4-FFF2-40B4-BE49-F238E27FC236}">
                  <a16:creationId xmlns:a16="http://schemas.microsoft.com/office/drawing/2014/main" id="{9C2C7D91-5FC9-F469-E2F5-23536C094A7C}"/>
                </a:ext>
              </a:extLst>
            </p:cNvPr>
            <p:cNvSpPr txBox="1"/>
            <p:nvPr/>
          </p:nvSpPr>
          <p:spPr>
            <a:xfrm>
              <a:off x="1219484" y="3086108"/>
              <a:ext cx="848012" cy="288624"/>
            </a:xfrm>
            <a:prstGeom prst="rect">
              <a:avLst/>
            </a:prstGeom>
            <a:solidFill>
              <a:schemeClr val="bg1"/>
            </a:solidFill>
          </p:spPr>
          <p:txBody>
            <a:bodyPr wrap="square" tIns="36000" bIns="36000" rtlCol="0">
              <a:spAutoFit/>
            </a:bodyPr>
            <a:lstStyle/>
            <a:p>
              <a:pPr defTabSz="685783">
                <a:buClrTx/>
              </a:pPr>
              <a:r>
                <a:rPr lang="en-US" sz="900" dirty="0">
                  <a:solidFill>
                    <a:schemeClr val="tx1">
                      <a:lumMod val="75000"/>
                    </a:schemeClr>
                  </a:solidFill>
                  <a:latin typeface="Source Sans Pro" panose="020B0503030403020204" pitchFamily="34" charset="0"/>
                  <a:ea typeface="Source Sans Pro" panose="020B0503030403020204" pitchFamily="34" charset="0"/>
                  <a:cs typeface="Source Sans Pro Light" charset="0"/>
                </a:rPr>
                <a:t>Legend</a:t>
              </a:r>
            </a:p>
          </p:txBody>
        </p:sp>
      </p:grpSp>
      <p:sp>
        <p:nvSpPr>
          <p:cNvPr id="136" name="Rounded Rectangle 135">
            <a:extLst>
              <a:ext uri="{FF2B5EF4-FFF2-40B4-BE49-F238E27FC236}">
                <a16:creationId xmlns:a16="http://schemas.microsoft.com/office/drawing/2014/main" id="{B6D62123-BD46-A079-328A-3F4FEA0854FA}"/>
              </a:ext>
            </a:extLst>
          </p:cNvPr>
          <p:cNvSpPr/>
          <p:nvPr/>
        </p:nvSpPr>
        <p:spPr>
          <a:xfrm>
            <a:off x="1865312" y="3937412"/>
            <a:ext cx="1047199" cy="385200"/>
          </a:xfrm>
          <a:prstGeom prst="roundRect">
            <a:avLst>
              <a:gd name="adj" fmla="val 10425"/>
            </a:avLst>
          </a:prstGeom>
          <a:solidFill>
            <a:schemeClr val="accent1"/>
          </a:solidFill>
          <a:ln>
            <a:no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defRPr/>
            </a:pPr>
            <a:r>
              <a:rPr lang="en-US" sz="1000" dirty="0">
                <a:solidFill>
                  <a:srgbClr val="FFFFFF"/>
                </a:solidFill>
                <a:latin typeface="Source Sans Pro" panose="020B0503030403020204" pitchFamily="34" charset="0"/>
                <a:ea typeface="Source Sans Pro" panose="020B0503030403020204" pitchFamily="34" charset="0"/>
                <a:cs typeface="Source Sans Pro Light" charset="0"/>
              </a:rPr>
              <a:t>Core Modules</a:t>
            </a:r>
          </a:p>
        </p:txBody>
      </p:sp>
      <p:sp>
        <p:nvSpPr>
          <p:cNvPr id="137" name="Rounded Rectangle 136">
            <a:extLst>
              <a:ext uri="{FF2B5EF4-FFF2-40B4-BE49-F238E27FC236}">
                <a16:creationId xmlns:a16="http://schemas.microsoft.com/office/drawing/2014/main" id="{C045BDBA-F061-BB5F-BABA-A1D9E764D9D0}"/>
              </a:ext>
            </a:extLst>
          </p:cNvPr>
          <p:cNvSpPr/>
          <p:nvPr/>
        </p:nvSpPr>
        <p:spPr>
          <a:xfrm>
            <a:off x="1865312" y="4395193"/>
            <a:ext cx="1047199" cy="385200"/>
          </a:xfrm>
          <a:prstGeom prst="roundRect">
            <a:avLst>
              <a:gd name="adj" fmla="val 11196"/>
            </a:avLst>
          </a:prstGeom>
          <a:solidFill>
            <a:schemeClr val="accent4"/>
          </a:solidFill>
          <a:ln>
            <a:no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defRPr/>
            </a:pPr>
            <a:r>
              <a:rPr lang="en-US" sz="1000" dirty="0">
                <a:solidFill>
                  <a:srgbClr val="FFFFFF"/>
                </a:solidFill>
                <a:latin typeface="Source Sans Pro" panose="020B0503030403020204" pitchFamily="34" charset="0"/>
                <a:ea typeface="Source Sans Pro" panose="020B0503030403020204" pitchFamily="34" charset="0"/>
                <a:cs typeface="Arial" panose="020B0604020202020204" pitchFamily="34" charset="0"/>
              </a:rPr>
              <a:t>Managed Code</a:t>
            </a:r>
          </a:p>
        </p:txBody>
      </p:sp>
      <p:sp>
        <p:nvSpPr>
          <p:cNvPr id="138" name="Rounded Rectangle 137">
            <a:extLst>
              <a:ext uri="{FF2B5EF4-FFF2-40B4-BE49-F238E27FC236}">
                <a16:creationId xmlns:a16="http://schemas.microsoft.com/office/drawing/2014/main" id="{D58012A7-2BB5-B032-5DAF-4EE63162E17D}"/>
              </a:ext>
            </a:extLst>
          </p:cNvPr>
          <p:cNvSpPr/>
          <p:nvPr/>
        </p:nvSpPr>
        <p:spPr>
          <a:xfrm>
            <a:off x="1865311" y="4838664"/>
            <a:ext cx="1047199" cy="385200"/>
          </a:xfrm>
          <a:prstGeom prst="roundRect">
            <a:avLst>
              <a:gd name="adj" fmla="val 11196"/>
            </a:avLst>
          </a:prstGeom>
          <a:solidFill>
            <a:schemeClr val="accent6"/>
          </a:solidFill>
          <a:ln>
            <a:no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defRPr/>
            </a:pPr>
            <a:r>
              <a:rPr lang="en-US" sz="1000" dirty="0">
                <a:solidFill>
                  <a:srgbClr val="FFFFFF"/>
                </a:solidFill>
                <a:latin typeface="Source Sans Pro" panose="020B0503030403020204" pitchFamily="34" charset="0"/>
                <a:ea typeface="Source Sans Pro" panose="020B0503030403020204" pitchFamily="34" charset="0"/>
                <a:cs typeface="Arial" panose="020B0604020202020204" pitchFamily="34" charset="0"/>
              </a:rPr>
              <a:t>Native Code</a:t>
            </a:r>
          </a:p>
        </p:txBody>
      </p:sp>
      <p:sp>
        <p:nvSpPr>
          <p:cNvPr id="139" name="Rounded Rectangle 7">
            <a:extLst>
              <a:ext uri="{FF2B5EF4-FFF2-40B4-BE49-F238E27FC236}">
                <a16:creationId xmlns:a16="http://schemas.microsoft.com/office/drawing/2014/main" id="{52BF3F00-ADCD-3257-AA7D-90D34C319116}"/>
              </a:ext>
            </a:extLst>
          </p:cNvPr>
          <p:cNvSpPr/>
          <p:nvPr/>
        </p:nvSpPr>
        <p:spPr>
          <a:xfrm>
            <a:off x="1865311" y="5282135"/>
            <a:ext cx="1047199" cy="385889"/>
          </a:xfrm>
          <a:prstGeom prst="roundRect">
            <a:avLst>
              <a:gd name="adj" fmla="val 11731"/>
            </a:avLst>
          </a:prstGeom>
          <a:solidFill>
            <a:schemeClr val="tx1"/>
          </a:solidFill>
          <a:ln>
            <a:no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000" dirty="0">
                <a:solidFill>
                  <a:srgbClr val="FFFFFF"/>
                </a:solidFill>
                <a:latin typeface="Source Sans Pro" panose="020B0503030403020204" pitchFamily="34" charset="0"/>
                <a:ea typeface="Source Sans Pro" panose="020B0503030403020204" pitchFamily="34" charset="0"/>
                <a:cs typeface="Source Sans Pro Light" charset="0"/>
              </a:rPr>
              <a:t>Build Tool</a:t>
            </a:r>
          </a:p>
        </p:txBody>
      </p:sp>
    </p:spTree>
    <p:extLst>
      <p:ext uri="{BB962C8B-B14F-4D97-AF65-F5344CB8AC3E}">
        <p14:creationId xmlns:p14="http://schemas.microsoft.com/office/powerpoint/2010/main" val="39282327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C34C1-8741-1FA5-B183-34E4C70AD63F}"/>
              </a:ext>
            </a:extLst>
          </p:cNvPr>
          <p:cNvSpPr>
            <a:spLocks noGrp="1"/>
          </p:cNvSpPr>
          <p:nvPr>
            <p:ph type="ctrTitle"/>
          </p:nvPr>
        </p:nvSpPr>
        <p:spPr/>
        <p:txBody>
          <a:bodyPr/>
          <a:lstStyle/>
          <a:p>
            <a:r>
              <a:rPr lang="en-US" dirty="0"/>
              <a:t>OLD</a:t>
            </a:r>
            <a:br>
              <a:rPr lang="en-US" dirty="0"/>
            </a:br>
            <a:endParaRPr lang="en-US" dirty="0"/>
          </a:p>
        </p:txBody>
      </p:sp>
    </p:spTree>
    <p:extLst>
      <p:ext uri="{BB962C8B-B14F-4D97-AF65-F5344CB8AC3E}">
        <p14:creationId xmlns:p14="http://schemas.microsoft.com/office/powerpoint/2010/main" val="10212731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10" name="Connecteur droit avec flèche 149">
            <a:extLst>
              <a:ext uri="{FF2B5EF4-FFF2-40B4-BE49-F238E27FC236}">
                <a16:creationId xmlns:a16="http://schemas.microsoft.com/office/drawing/2014/main" id="{73158364-5188-8D01-765C-03E324A91A7C}"/>
              </a:ext>
            </a:extLst>
          </p:cNvPr>
          <p:cNvCxnSpPr>
            <a:cxnSpLocks/>
            <a:stCxn id="63" idx="2"/>
          </p:cNvCxnSpPr>
          <p:nvPr/>
        </p:nvCxnSpPr>
        <p:spPr>
          <a:xfrm>
            <a:off x="2639616" y="1182397"/>
            <a:ext cx="0" cy="1114388"/>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1" name="ZoneTexte 175">
            <a:extLst>
              <a:ext uri="{FF2B5EF4-FFF2-40B4-BE49-F238E27FC236}">
                <a16:creationId xmlns:a16="http://schemas.microsoft.com/office/drawing/2014/main" id="{A565C943-15E6-41B0-9286-7BE8D1706491}"/>
              </a:ext>
            </a:extLst>
          </p:cNvPr>
          <p:cNvSpPr txBox="1"/>
          <p:nvPr/>
        </p:nvSpPr>
        <p:spPr>
          <a:xfrm>
            <a:off x="2596938" y="1983752"/>
            <a:ext cx="588623" cy="246221"/>
          </a:xfrm>
          <a:prstGeom prst="rect">
            <a:avLst/>
          </a:prstGeom>
          <a:noFill/>
        </p:spPr>
        <p:txBody>
          <a:bodyPr wrap="none" rtlCol="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defRPr/>
            </a:pPr>
            <a:r>
              <a:rPr lang="en-US" sz="1000" dirty="0">
                <a:solidFill>
                  <a:srgbClr val="97A7AF"/>
                </a:solidFill>
                <a:latin typeface="Source Sans Pro" panose="020B0503030403020204" pitchFamily="34" charset="0"/>
                <a:ea typeface="Source Sans Pro" panose="020B0503030403020204" pitchFamily="34" charset="0"/>
              </a:rPr>
              <a:t>(.a, .jar)</a:t>
            </a:r>
          </a:p>
        </p:txBody>
      </p:sp>
      <p:cxnSp>
        <p:nvCxnSpPr>
          <p:cNvPr id="15" name="Connecteur droit avec flèche 151">
            <a:extLst>
              <a:ext uri="{FF2B5EF4-FFF2-40B4-BE49-F238E27FC236}">
                <a16:creationId xmlns:a16="http://schemas.microsoft.com/office/drawing/2014/main" id="{9DD06B8C-2181-61F1-B3BC-84962364B907}"/>
              </a:ext>
            </a:extLst>
          </p:cNvPr>
          <p:cNvCxnSpPr>
            <a:cxnSpLocks/>
            <a:stCxn id="92" idx="2"/>
            <a:endCxn id="118" idx="0"/>
          </p:cNvCxnSpPr>
          <p:nvPr/>
        </p:nvCxnSpPr>
        <p:spPr>
          <a:xfrm flipH="1">
            <a:off x="4439566" y="1202787"/>
            <a:ext cx="550" cy="386025"/>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6" name="ZoneTexte 152">
            <a:extLst>
              <a:ext uri="{FF2B5EF4-FFF2-40B4-BE49-F238E27FC236}">
                <a16:creationId xmlns:a16="http://schemas.microsoft.com/office/drawing/2014/main" id="{42D498B0-577A-FBB0-19E7-1434798491A7}"/>
              </a:ext>
            </a:extLst>
          </p:cNvPr>
          <p:cNvSpPr txBox="1"/>
          <p:nvPr/>
        </p:nvSpPr>
        <p:spPr>
          <a:xfrm>
            <a:off x="4405400" y="2001227"/>
            <a:ext cx="684803" cy="246221"/>
          </a:xfrm>
          <a:prstGeom prst="rect">
            <a:avLst/>
          </a:prstGeom>
          <a:noFill/>
        </p:spPr>
        <p:txBody>
          <a:bodyPr wrap="none" rtlCol="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defRPr/>
            </a:pPr>
            <a:r>
              <a:rPr lang="en-US" sz="1000" dirty="0">
                <a:solidFill>
                  <a:srgbClr val="97A7AF"/>
                </a:solidFill>
                <a:latin typeface="Source Sans Pro" panose="020B0503030403020204" pitchFamily="34" charset="0"/>
                <a:ea typeface="Source Sans Pro" panose="020B0503030403020204" pitchFamily="34" charset="0"/>
              </a:rPr>
              <a:t>(e.g., .jar)</a:t>
            </a:r>
          </a:p>
        </p:txBody>
      </p:sp>
      <p:sp>
        <p:nvSpPr>
          <p:cNvPr id="18" name="ZoneTexte 173">
            <a:extLst>
              <a:ext uri="{FF2B5EF4-FFF2-40B4-BE49-F238E27FC236}">
                <a16:creationId xmlns:a16="http://schemas.microsoft.com/office/drawing/2014/main" id="{B517F56A-B8CA-42AF-DDF5-4E836E67CEAE}"/>
              </a:ext>
            </a:extLst>
          </p:cNvPr>
          <p:cNvSpPr txBox="1"/>
          <p:nvPr/>
        </p:nvSpPr>
        <p:spPr>
          <a:xfrm>
            <a:off x="4405400" y="1180180"/>
            <a:ext cx="1034257" cy="400110"/>
          </a:xfrm>
          <a:prstGeom prst="rect">
            <a:avLst/>
          </a:prstGeom>
          <a:noFill/>
        </p:spPr>
        <p:txBody>
          <a:bodyPr wrap="none" rtlCol="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defRPr/>
            </a:pPr>
            <a:r>
              <a:rPr lang="en-US" sz="1000" dirty="0">
                <a:solidFill>
                  <a:srgbClr val="97A7AF"/>
                </a:solidFill>
                <a:latin typeface="Source Sans Pro" panose="020B0503030403020204" pitchFamily="34" charset="0"/>
                <a:ea typeface="Source Sans Pro" panose="020B0503030403020204" pitchFamily="34" charset="0"/>
              </a:rPr>
              <a:t>(e.g., .java, .list, </a:t>
            </a:r>
          </a:p>
          <a:p>
            <a:pPr>
              <a:defRPr/>
            </a:pPr>
            <a:r>
              <a:rPr lang="en-US" sz="1000" dirty="0">
                <a:solidFill>
                  <a:srgbClr val="97A7AF"/>
                </a:solidFill>
                <a:latin typeface="Source Sans Pro" panose="020B0503030403020204" pitchFamily="34" charset="0"/>
                <a:ea typeface="Source Sans Pro" panose="020B0503030403020204" pitchFamily="34" charset="0"/>
              </a:rPr>
              <a:t>resources)</a:t>
            </a:r>
          </a:p>
        </p:txBody>
      </p:sp>
      <p:cxnSp>
        <p:nvCxnSpPr>
          <p:cNvPr id="20" name="Connecteur droit avec flèche 149">
            <a:extLst>
              <a:ext uri="{FF2B5EF4-FFF2-40B4-BE49-F238E27FC236}">
                <a16:creationId xmlns:a16="http://schemas.microsoft.com/office/drawing/2014/main" id="{CD7DD147-64C7-3B54-7DB2-35D423C84247}"/>
              </a:ext>
            </a:extLst>
          </p:cNvPr>
          <p:cNvCxnSpPr>
            <a:cxnSpLocks/>
            <a:stCxn id="118" idx="2"/>
          </p:cNvCxnSpPr>
          <p:nvPr/>
        </p:nvCxnSpPr>
        <p:spPr>
          <a:xfrm>
            <a:off x="4439566" y="2061829"/>
            <a:ext cx="0" cy="243085"/>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5" name="ZoneTexte 167">
            <a:extLst>
              <a:ext uri="{FF2B5EF4-FFF2-40B4-BE49-F238E27FC236}">
                <a16:creationId xmlns:a16="http://schemas.microsoft.com/office/drawing/2014/main" id="{AC09E288-D59D-B096-808C-6F0CB5A35EC7}"/>
              </a:ext>
            </a:extLst>
          </p:cNvPr>
          <p:cNvSpPr txBox="1"/>
          <p:nvPr/>
        </p:nvSpPr>
        <p:spPr>
          <a:xfrm>
            <a:off x="6186921" y="1983752"/>
            <a:ext cx="684803" cy="246221"/>
          </a:xfrm>
          <a:prstGeom prst="rect">
            <a:avLst/>
          </a:prstGeom>
          <a:noFill/>
        </p:spPr>
        <p:txBody>
          <a:bodyPr wrap="none" rtlCol="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defRPr/>
            </a:pPr>
            <a:r>
              <a:rPr lang="en-US" sz="1000" dirty="0">
                <a:solidFill>
                  <a:srgbClr val="97A7AF"/>
                </a:solidFill>
                <a:latin typeface="Source Sans Pro" panose="020B0503030403020204" pitchFamily="34" charset="0"/>
                <a:ea typeface="Source Sans Pro" panose="020B0503030403020204" pitchFamily="34" charset="0"/>
              </a:rPr>
              <a:t>(e.g., .jar)</a:t>
            </a:r>
          </a:p>
        </p:txBody>
      </p:sp>
      <p:cxnSp>
        <p:nvCxnSpPr>
          <p:cNvPr id="26" name="Connecteur droit avec flèche 149">
            <a:extLst>
              <a:ext uri="{FF2B5EF4-FFF2-40B4-BE49-F238E27FC236}">
                <a16:creationId xmlns:a16="http://schemas.microsoft.com/office/drawing/2014/main" id="{A2D02B97-571D-E857-0FF0-02309F7A0E83}"/>
              </a:ext>
            </a:extLst>
          </p:cNvPr>
          <p:cNvCxnSpPr>
            <a:cxnSpLocks/>
            <a:stCxn id="86" idx="2"/>
          </p:cNvCxnSpPr>
          <p:nvPr/>
        </p:nvCxnSpPr>
        <p:spPr>
          <a:xfrm flipH="1">
            <a:off x="6229112" y="1206755"/>
            <a:ext cx="1" cy="109562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2" name="ZoneTexte 167">
            <a:extLst>
              <a:ext uri="{FF2B5EF4-FFF2-40B4-BE49-F238E27FC236}">
                <a16:creationId xmlns:a16="http://schemas.microsoft.com/office/drawing/2014/main" id="{B274EB27-840A-2006-CFDB-5F18EF42822B}"/>
              </a:ext>
            </a:extLst>
          </p:cNvPr>
          <p:cNvSpPr txBox="1"/>
          <p:nvPr/>
        </p:nvSpPr>
        <p:spPr>
          <a:xfrm>
            <a:off x="4454145" y="2954432"/>
            <a:ext cx="2108269" cy="246221"/>
          </a:xfrm>
          <a:prstGeom prst="rect">
            <a:avLst/>
          </a:prstGeom>
          <a:noFill/>
        </p:spPr>
        <p:txBody>
          <a:bodyPr wrap="none" rtlCol="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defRPr/>
            </a:pPr>
            <a:r>
              <a:rPr lang="en-US" sz="1000" dirty="0">
                <a:solidFill>
                  <a:srgbClr val="97A7AF"/>
                </a:solidFill>
                <a:latin typeface="Source Sans Pro" panose="020B0503030403020204" pitchFamily="34" charset="0"/>
                <a:ea typeface="Source Sans Pro" panose="020B0503030403020204" pitchFamily="34" charset="0"/>
              </a:rPr>
              <a:t>(</a:t>
            </a:r>
            <a:r>
              <a:rPr lang="en-US" sz="1000" dirty="0" err="1">
                <a:solidFill>
                  <a:srgbClr val="97A7AF"/>
                </a:solidFill>
                <a:latin typeface="Source Sans Pro" panose="020B0503030403020204" pitchFamily="34" charset="0"/>
                <a:ea typeface="Source Sans Pro" panose="020B0503030403020204" pitchFamily="34" charset="0"/>
              </a:rPr>
              <a:t>microejruntime.a</a:t>
            </a:r>
            <a:r>
              <a:rPr lang="en-US" sz="1000" dirty="0">
                <a:solidFill>
                  <a:srgbClr val="97A7AF"/>
                </a:solidFill>
                <a:latin typeface="Source Sans Pro" panose="020B0503030403020204" pitchFamily="34" charset="0"/>
                <a:ea typeface="Source Sans Pro" panose="020B0503030403020204" pitchFamily="34" charset="0"/>
              </a:rPr>
              <a:t>, </a:t>
            </a:r>
            <a:r>
              <a:rPr lang="en-US" sz="1000" dirty="0" err="1">
                <a:solidFill>
                  <a:srgbClr val="97A7AF"/>
                </a:solidFill>
                <a:latin typeface="Source Sans Pro" panose="020B0503030403020204" pitchFamily="34" charset="0"/>
                <a:ea typeface="Source Sans Pro" panose="020B0503030403020204" pitchFamily="34" charset="0"/>
              </a:rPr>
              <a:t>microejapp.o</a:t>
            </a:r>
            <a:r>
              <a:rPr lang="en-US" sz="1000" dirty="0">
                <a:solidFill>
                  <a:srgbClr val="97A7AF"/>
                </a:solidFill>
                <a:latin typeface="Source Sans Pro" panose="020B0503030403020204" pitchFamily="34" charset="0"/>
                <a:ea typeface="Source Sans Pro" panose="020B0503030403020204" pitchFamily="34" charset="0"/>
              </a:rPr>
              <a:t>, .s)</a:t>
            </a:r>
          </a:p>
        </p:txBody>
      </p:sp>
      <p:cxnSp>
        <p:nvCxnSpPr>
          <p:cNvPr id="33" name="Connecteur droit avec flèche 149">
            <a:extLst>
              <a:ext uri="{FF2B5EF4-FFF2-40B4-BE49-F238E27FC236}">
                <a16:creationId xmlns:a16="http://schemas.microsoft.com/office/drawing/2014/main" id="{5627EB19-DBA7-83D7-0F49-AB061D26FFFF}"/>
              </a:ext>
            </a:extLst>
          </p:cNvPr>
          <p:cNvCxnSpPr>
            <a:cxnSpLocks/>
            <a:stCxn id="115" idx="2"/>
          </p:cNvCxnSpPr>
          <p:nvPr/>
        </p:nvCxnSpPr>
        <p:spPr>
          <a:xfrm flipH="1">
            <a:off x="6873521" y="3643475"/>
            <a:ext cx="6605" cy="382348"/>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45" name="Connecteur droit avec flèche 9">
            <a:extLst>
              <a:ext uri="{FF2B5EF4-FFF2-40B4-BE49-F238E27FC236}">
                <a16:creationId xmlns:a16="http://schemas.microsoft.com/office/drawing/2014/main" id="{8375980D-DF58-E3F1-369C-BB483C3C8E6F}"/>
              </a:ext>
            </a:extLst>
          </p:cNvPr>
          <p:cNvCxnSpPr>
            <a:cxnSpLocks/>
            <a:stCxn id="116" idx="2"/>
          </p:cNvCxnSpPr>
          <p:nvPr/>
        </p:nvCxnSpPr>
        <p:spPr>
          <a:xfrm flipH="1">
            <a:off x="8015706" y="2683505"/>
            <a:ext cx="14373" cy="569322"/>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47" name="Connecteur droit avec flèche 9">
            <a:extLst>
              <a:ext uri="{FF2B5EF4-FFF2-40B4-BE49-F238E27FC236}">
                <a16:creationId xmlns:a16="http://schemas.microsoft.com/office/drawing/2014/main" id="{E683D0AF-4104-DDDC-52AE-48F4A90939C5}"/>
              </a:ext>
            </a:extLst>
          </p:cNvPr>
          <p:cNvCxnSpPr>
            <a:cxnSpLocks/>
            <a:stCxn id="108" idx="2"/>
            <a:endCxn id="116" idx="0"/>
          </p:cNvCxnSpPr>
          <p:nvPr/>
        </p:nvCxnSpPr>
        <p:spPr>
          <a:xfrm>
            <a:off x="8029613" y="1231386"/>
            <a:ext cx="466" cy="106623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48" name="ZoneTexte 12">
            <a:extLst>
              <a:ext uri="{FF2B5EF4-FFF2-40B4-BE49-F238E27FC236}">
                <a16:creationId xmlns:a16="http://schemas.microsoft.com/office/drawing/2014/main" id="{9523C40E-7905-F3DC-2BC7-5C9CBAC92720}"/>
              </a:ext>
            </a:extLst>
          </p:cNvPr>
          <p:cNvSpPr txBox="1"/>
          <p:nvPr/>
        </p:nvSpPr>
        <p:spPr>
          <a:xfrm>
            <a:off x="8015706" y="2947207"/>
            <a:ext cx="360996" cy="246221"/>
          </a:xfrm>
          <a:prstGeom prst="rect">
            <a:avLst/>
          </a:prstGeom>
          <a:noFill/>
        </p:spPr>
        <p:txBody>
          <a:bodyPr wrap="none" rtlCol="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defRPr/>
            </a:pPr>
            <a:r>
              <a:rPr lang="en-US" sz="1000" dirty="0">
                <a:solidFill>
                  <a:srgbClr val="97A7AF"/>
                </a:solidFill>
                <a:latin typeface="Source Sans Pro" panose="020B0503030403020204" pitchFamily="34" charset="0"/>
                <a:ea typeface="Source Sans Pro" panose="020B0503030403020204" pitchFamily="34" charset="0"/>
              </a:rPr>
              <a:t>(.o)</a:t>
            </a:r>
          </a:p>
        </p:txBody>
      </p:sp>
      <p:sp>
        <p:nvSpPr>
          <p:cNvPr id="50" name="ZoneTexte 167">
            <a:extLst>
              <a:ext uri="{FF2B5EF4-FFF2-40B4-BE49-F238E27FC236}">
                <a16:creationId xmlns:a16="http://schemas.microsoft.com/office/drawing/2014/main" id="{1284008D-3219-3950-6798-CDDD12DDD924}"/>
              </a:ext>
            </a:extLst>
          </p:cNvPr>
          <p:cNvSpPr txBox="1"/>
          <p:nvPr/>
        </p:nvSpPr>
        <p:spPr>
          <a:xfrm>
            <a:off x="8015706" y="2001227"/>
            <a:ext cx="508473" cy="246221"/>
          </a:xfrm>
          <a:prstGeom prst="rect">
            <a:avLst/>
          </a:prstGeom>
          <a:noFill/>
        </p:spPr>
        <p:txBody>
          <a:bodyPr wrap="none" rtlCol="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defRPr/>
            </a:pPr>
            <a:r>
              <a:rPr lang="en-US" sz="1000" dirty="0">
                <a:solidFill>
                  <a:srgbClr val="97A7AF"/>
                </a:solidFill>
                <a:latin typeface="Source Sans Pro" panose="020B0503030403020204" pitchFamily="34" charset="0"/>
                <a:ea typeface="Source Sans Pro" panose="020B0503030403020204" pitchFamily="34" charset="0"/>
              </a:rPr>
              <a:t>(.c, .h)</a:t>
            </a:r>
          </a:p>
        </p:txBody>
      </p:sp>
      <p:cxnSp>
        <p:nvCxnSpPr>
          <p:cNvPr id="54" name="Connecteur droit avec flèche 9">
            <a:extLst>
              <a:ext uri="{FF2B5EF4-FFF2-40B4-BE49-F238E27FC236}">
                <a16:creationId xmlns:a16="http://schemas.microsoft.com/office/drawing/2014/main" id="{538F4C94-5D6D-64CF-FFA3-0310DBE21D9D}"/>
              </a:ext>
            </a:extLst>
          </p:cNvPr>
          <p:cNvCxnSpPr>
            <a:cxnSpLocks/>
            <a:stCxn id="102" idx="2"/>
          </p:cNvCxnSpPr>
          <p:nvPr/>
        </p:nvCxnSpPr>
        <p:spPr>
          <a:xfrm>
            <a:off x="9818611" y="1252796"/>
            <a:ext cx="0" cy="2000031"/>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55" name="ZoneTexte 167">
            <a:extLst>
              <a:ext uri="{FF2B5EF4-FFF2-40B4-BE49-F238E27FC236}">
                <a16:creationId xmlns:a16="http://schemas.microsoft.com/office/drawing/2014/main" id="{38C1D9AF-6473-4A8A-8F6C-BA9913AA096A}"/>
              </a:ext>
            </a:extLst>
          </p:cNvPr>
          <p:cNvSpPr txBox="1"/>
          <p:nvPr/>
        </p:nvSpPr>
        <p:spPr>
          <a:xfrm>
            <a:off x="9786730" y="2959970"/>
            <a:ext cx="354584" cy="246221"/>
          </a:xfrm>
          <a:prstGeom prst="rect">
            <a:avLst/>
          </a:prstGeom>
          <a:noFill/>
        </p:spPr>
        <p:txBody>
          <a:bodyPr wrap="none" rtlCol="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defRPr/>
            </a:pPr>
            <a:r>
              <a:rPr lang="en-US" sz="1000" dirty="0">
                <a:solidFill>
                  <a:srgbClr val="97A7AF"/>
                </a:solidFill>
                <a:latin typeface="Source Sans Pro" panose="020B0503030403020204" pitchFamily="34" charset="0"/>
                <a:ea typeface="Source Sans Pro" panose="020B0503030403020204" pitchFamily="34" charset="0"/>
              </a:rPr>
              <a:t>(.a)</a:t>
            </a:r>
          </a:p>
        </p:txBody>
      </p:sp>
      <p:cxnSp>
        <p:nvCxnSpPr>
          <p:cNvPr id="59" name="Connecteur droit avec flèche 9">
            <a:extLst>
              <a:ext uri="{FF2B5EF4-FFF2-40B4-BE49-F238E27FC236}">
                <a16:creationId xmlns:a16="http://schemas.microsoft.com/office/drawing/2014/main" id="{14034553-FC7C-A869-FD2A-4147A50591F4}"/>
              </a:ext>
            </a:extLst>
          </p:cNvPr>
          <p:cNvCxnSpPr>
            <a:cxnSpLocks/>
            <a:stCxn id="117" idx="2"/>
          </p:cNvCxnSpPr>
          <p:nvPr/>
        </p:nvCxnSpPr>
        <p:spPr>
          <a:xfrm>
            <a:off x="4485548" y="2688264"/>
            <a:ext cx="0" cy="564563"/>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60" name="ZoneTexte 167">
            <a:extLst>
              <a:ext uri="{FF2B5EF4-FFF2-40B4-BE49-F238E27FC236}">
                <a16:creationId xmlns:a16="http://schemas.microsoft.com/office/drawing/2014/main" id="{780B7093-5256-2144-535E-2A4E9D5D4FEA}"/>
              </a:ext>
            </a:extLst>
          </p:cNvPr>
          <p:cNvSpPr txBox="1"/>
          <p:nvPr/>
        </p:nvSpPr>
        <p:spPr>
          <a:xfrm>
            <a:off x="6839664" y="3726228"/>
            <a:ext cx="2149948" cy="246221"/>
          </a:xfrm>
          <a:prstGeom prst="rect">
            <a:avLst/>
          </a:prstGeom>
          <a:noFill/>
        </p:spPr>
        <p:txBody>
          <a:bodyPr wrap="none" rtlCol="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defRPr/>
            </a:pPr>
            <a:r>
              <a:rPr lang="en-US" sz="1000" dirty="0">
                <a:solidFill>
                  <a:srgbClr val="97A7AF"/>
                </a:solidFill>
                <a:latin typeface="Source Sans Pro" panose="020B0503030403020204" pitchFamily="34" charset="0"/>
                <a:ea typeface="Source Sans Pro" panose="020B0503030403020204" pitchFamily="34" charset="0"/>
              </a:rPr>
              <a:t>(</a:t>
            </a:r>
            <a:r>
              <a:rPr lang="en-US" sz="1000" dirty="0" err="1">
                <a:solidFill>
                  <a:srgbClr val="97A7AF"/>
                </a:solidFill>
                <a:latin typeface="Source Sans Pro" panose="020B0503030403020204" pitchFamily="34" charset="0"/>
                <a:ea typeface="Source Sans Pro" panose="020B0503030403020204" pitchFamily="34" charset="0"/>
              </a:rPr>
              <a:t>application.out</a:t>
            </a:r>
            <a:r>
              <a:rPr lang="en-US" sz="1000" dirty="0">
                <a:solidFill>
                  <a:srgbClr val="97A7AF"/>
                </a:solidFill>
                <a:latin typeface="Source Sans Pro" panose="020B0503030403020204" pitchFamily="34" charset="0"/>
                <a:ea typeface="Source Sans Pro" panose="020B0503030403020204" pitchFamily="34" charset="0"/>
              </a:rPr>
              <a:t>, </a:t>
            </a:r>
            <a:r>
              <a:rPr lang="en-US" sz="1000" dirty="0" err="1">
                <a:solidFill>
                  <a:srgbClr val="97A7AF"/>
                </a:solidFill>
                <a:latin typeface="Source Sans Pro" panose="020B0503030403020204" pitchFamily="34" charset="0"/>
                <a:ea typeface="Source Sans Pro" panose="020B0503030403020204" pitchFamily="34" charset="0"/>
              </a:rPr>
              <a:t>application.hex</a:t>
            </a:r>
            <a:r>
              <a:rPr lang="en-US" sz="1000" dirty="0">
                <a:solidFill>
                  <a:srgbClr val="97A7AF"/>
                </a:solidFill>
                <a:latin typeface="Source Sans Pro" panose="020B0503030403020204" pitchFamily="34" charset="0"/>
                <a:ea typeface="Source Sans Pro" panose="020B0503030403020204" pitchFamily="34" charset="0"/>
              </a:rPr>
              <a:t>, …)</a:t>
            </a:r>
          </a:p>
        </p:txBody>
      </p:sp>
      <p:grpSp>
        <p:nvGrpSpPr>
          <p:cNvPr id="22" name="Group 21">
            <a:extLst>
              <a:ext uri="{FF2B5EF4-FFF2-40B4-BE49-F238E27FC236}">
                <a16:creationId xmlns:a16="http://schemas.microsoft.com/office/drawing/2014/main" id="{799312E4-A8DE-C0F6-9194-85E81DF495C7}"/>
              </a:ext>
            </a:extLst>
          </p:cNvPr>
          <p:cNvGrpSpPr/>
          <p:nvPr/>
        </p:nvGrpSpPr>
        <p:grpSpPr>
          <a:xfrm>
            <a:off x="1780822" y="495568"/>
            <a:ext cx="8834639" cy="757228"/>
            <a:chOff x="1437503" y="1214667"/>
            <a:chExt cx="8834639" cy="757228"/>
          </a:xfrm>
        </p:grpSpPr>
        <p:grpSp>
          <p:nvGrpSpPr>
            <p:cNvPr id="7" name="Group 6">
              <a:extLst>
                <a:ext uri="{FF2B5EF4-FFF2-40B4-BE49-F238E27FC236}">
                  <a16:creationId xmlns:a16="http://schemas.microsoft.com/office/drawing/2014/main" id="{697DC3F4-1BDE-A76B-2EE9-24AEEBC70847}"/>
                </a:ext>
              </a:extLst>
            </p:cNvPr>
            <p:cNvGrpSpPr/>
            <p:nvPr/>
          </p:nvGrpSpPr>
          <p:grpSpPr>
            <a:xfrm>
              <a:off x="1437503" y="1214667"/>
              <a:ext cx="1655644" cy="686829"/>
              <a:chOff x="1437503" y="1214667"/>
              <a:chExt cx="1655644" cy="686829"/>
            </a:xfrm>
          </p:grpSpPr>
          <p:sp>
            <p:nvSpPr>
              <p:cNvPr id="63" name="Rounded Rectangle 62">
                <a:extLst>
                  <a:ext uri="{FF2B5EF4-FFF2-40B4-BE49-F238E27FC236}">
                    <a16:creationId xmlns:a16="http://schemas.microsoft.com/office/drawing/2014/main" id="{0E021BBB-9985-09DB-890C-F4AA9006E966}"/>
                  </a:ext>
                </a:extLst>
              </p:cNvPr>
              <p:cNvSpPr/>
              <p:nvPr/>
            </p:nvSpPr>
            <p:spPr>
              <a:xfrm>
                <a:off x="1499446" y="1237974"/>
                <a:ext cx="1593701" cy="663522"/>
              </a:xfrm>
              <a:prstGeom prst="roundRect">
                <a:avLst>
                  <a:gd name="adj" fmla="val 6304"/>
                </a:avLst>
              </a:prstGeom>
              <a:solidFill>
                <a:schemeClr val="accent1"/>
              </a:solidFill>
              <a:ln>
                <a:no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defRPr/>
                </a:pPr>
                <a:r>
                  <a:rPr lang="en-US" sz="1000" dirty="0">
                    <a:solidFill>
                      <a:srgbClr val="FFFFFF"/>
                    </a:solidFill>
                    <a:latin typeface="Source Sans Pro" panose="020B0503030403020204" pitchFamily="34" charset="0"/>
                    <a:ea typeface="Source Sans Pro" panose="020B0503030403020204" pitchFamily="34" charset="0"/>
                    <a:cs typeface="Arial" panose="020B0604020202020204" pitchFamily="34" charset="0"/>
                  </a:rPr>
                  <a:t>VEE Port</a:t>
                </a:r>
                <a:endParaRPr lang="en-US" sz="1000" dirty="0">
                  <a:solidFill>
                    <a:srgbClr val="FFFFFF"/>
                  </a:solidFill>
                  <a:latin typeface="Source Sans Pro" panose="020B0503030403020204" pitchFamily="34" charset="0"/>
                  <a:ea typeface="Source Sans Pro" panose="020B0503030403020204" pitchFamily="34" charset="0"/>
                  <a:cs typeface="Source Sans Pro Light" charset="0"/>
                </a:endParaRPr>
              </a:p>
            </p:txBody>
          </p:sp>
          <p:grpSp>
            <p:nvGrpSpPr>
              <p:cNvPr id="6" name="Group 5">
                <a:extLst>
                  <a:ext uri="{FF2B5EF4-FFF2-40B4-BE49-F238E27FC236}">
                    <a16:creationId xmlns:a16="http://schemas.microsoft.com/office/drawing/2014/main" id="{9E76CBFC-C4F4-2CF2-DDC6-54096CB5A2B4}"/>
                  </a:ext>
                </a:extLst>
              </p:cNvPr>
              <p:cNvGrpSpPr/>
              <p:nvPr/>
            </p:nvGrpSpPr>
            <p:grpSpPr>
              <a:xfrm>
                <a:off x="1437503" y="1214667"/>
                <a:ext cx="344751" cy="303135"/>
                <a:chOff x="1437503" y="1214667"/>
                <a:chExt cx="344751" cy="303135"/>
              </a:xfrm>
            </p:grpSpPr>
            <p:sp>
              <p:nvSpPr>
                <p:cNvPr id="82" name="Bande diagonale 197">
                  <a:extLst>
                    <a:ext uri="{FF2B5EF4-FFF2-40B4-BE49-F238E27FC236}">
                      <a16:creationId xmlns:a16="http://schemas.microsoft.com/office/drawing/2014/main" id="{053FC002-07CD-0B0F-DF64-8C6A06F4A25B}"/>
                    </a:ext>
                  </a:extLst>
                </p:cNvPr>
                <p:cNvSpPr/>
                <p:nvPr/>
              </p:nvSpPr>
              <p:spPr>
                <a:xfrm>
                  <a:off x="1502426" y="1237974"/>
                  <a:ext cx="279828" cy="279828"/>
                </a:xfrm>
                <a:prstGeom prst="diagStripe">
                  <a:avLst>
                    <a:gd name="adj" fmla="val 41991"/>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dirty="0">
                    <a:solidFill>
                      <a:srgbClr val="FFFFFF"/>
                    </a:solidFill>
                    <a:latin typeface="Source Sans Pro Light" charset="0"/>
                    <a:ea typeface="Source Sans Pro Light" charset="0"/>
                    <a:cs typeface="Source Sans Pro Light" charset="0"/>
                  </a:endParaRPr>
                </a:p>
              </p:txBody>
            </p:sp>
            <p:sp>
              <p:nvSpPr>
                <p:cNvPr id="83" name="ZoneTexte 198">
                  <a:extLst>
                    <a:ext uri="{FF2B5EF4-FFF2-40B4-BE49-F238E27FC236}">
                      <a16:creationId xmlns:a16="http://schemas.microsoft.com/office/drawing/2014/main" id="{42B8CC75-F1EE-5181-E2A8-15C73B87E514}"/>
                    </a:ext>
                  </a:extLst>
                </p:cNvPr>
                <p:cNvSpPr txBox="1"/>
                <p:nvPr/>
              </p:nvSpPr>
              <p:spPr>
                <a:xfrm rot="18945775">
                  <a:off x="1437503" y="1214667"/>
                  <a:ext cx="333746" cy="230832"/>
                </a:xfrm>
                <a:prstGeom prst="rect">
                  <a:avLst/>
                </a:prstGeom>
                <a:noFill/>
              </p:spPr>
              <p:txBody>
                <a:bodyPr wrap="none" rtlCol="0">
                  <a:spAutoFit/>
                </a:bodyPr>
                <a:lstStyle/>
                <a:p>
                  <a:pPr>
                    <a:defRPr/>
                  </a:pPr>
                  <a:r>
                    <a:rPr lang="en-US" sz="900" dirty="0">
                      <a:solidFill>
                        <a:srgbClr val="FFFFFF"/>
                      </a:solidFill>
                      <a:latin typeface="Source Sans Pro Light" charset="0"/>
                      <a:ea typeface="Source Sans Pro Light" charset="0"/>
                      <a:cs typeface="Source Sans Pro Light" charset="0"/>
                    </a:rPr>
                    <a:t>bin</a:t>
                  </a:r>
                </a:p>
              </p:txBody>
            </p:sp>
          </p:grpSp>
        </p:grpSp>
        <p:grpSp>
          <p:nvGrpSpPr>
            <p:cNvPr id="13" name="Group 12">
              <a:extLst>
                <a:ext uri="{FF2B5EF4-FFF2-40B4-BE49-F238E27FC236}">
                  <a16:creationId xmlns:a16="http://schemas.microsoft.com/office/drawing/2014/main" id="{650D0DF8-BA44-DBE7-799F-22D21C2222E5}"/>
                </a:ext>
              </a:extLst>
            </p:cNvPr>
            <p:cNvGrpSpPr/>
            <p:nvPr/>
          </p:nvGrpSpPr>
          <p:grpSpPr>
            <a:xfrm>
              <a:off x="5027000" y="1239025"/>
              <a:ext cx="1655644" cy="686829"/>
              <a:chOff x="4830339" y="1239025"/>
              <a:chExt cx="1655644" cy="686829"/>
            </a:xfrm>
          </p:grpSpPr>
          <p:sp>
            <p:nvSpPr>
              <p:cNvPr id="86" name="Rounded Rectangle 85">
                <a:extLst>
                  <a:ext uri="{FF2B5EF4-FFF2-40B4-BE49-F238E27FC236}">
                    <a16:creationId xmlns:a16="http://schemas.microsoft.com/office/drawing/2014/main" id="{E3C1ACA6-FEC0-C815-AD59-445AFDA45453}"/>
                  </a:ext>
                </a:extLst>
              </p:cNvPr>
              <p:cNvSpPr/>
              <p:nvPr/>
            </p:nvSpPr>
            <p:spPr>
              <a:xfrm>
                <a:off x="4892282" y="1262332"/>
                <a:ext cx="1593701" cy="663522"/>
              </a:xfrm>
              <a:prstGeom prst="roundRect">
                <a:avLst>
                  <a:gd name="adj" fmla="val 6304"/>
                </a:avLst>
              </a:prstGeom>
              <a:solidFill>
                <a:schemeClr val="accent4"/>
              </a:solidFill>
              <a:ln>
                <a:no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000" dirty="0">
                    <a:solidFill>
                      <a:srgbClr val="FFFFFF"/>
                    </a:solidFill>
                    <a:latin typeface="Source Sans Pro" panose="020B0503030403020204" pitchFamily="34" charset="0"/>
                    <a:ea typeface="Source Sans Pro" panose="020B0503030403020204" pitchFamily="34" charset="0"/>
                    <a:cs typeface="Arial" panose="020B0604020202020204" pitchFamily="34" charset="0"/>
                  </a:rPr>
                  <a:t>Libraries</a:t>
                </a:r>
              </a:p>
            </p:txBody>
          </p:sp>
          <p:grpSp>
            <p:nvGrpSpPr>
              <p:cNvPr id="12" name="Group 11">
                <a:extLst>
                  <a:ext uri="{FF2B5EF4-FFF2-40B4-BE49-F238E27FC236}">
                    <a16:creationId xmlns:a16="http://schemas.microsoft.com/office/drawing/2014/main" id="{B3C13367-32E5-EC52-8C5B-AF9FDC4D9009}"/>
                  </a:ext>
                </a:extLst>
              </p:cNvPr>
              <p:cNvGrpSpPr/>
              <p:nvPr/>
            </p:nvGrpSpPr>
            <p:grpSpPr>
              <a:xfrm>
                <a:off x="4830339" y="1239025"/>
                <a:ext cx="344751" cy="303135"/>
                <a:chOff x="4830339" y="1239025"/>
                <a:chExt cx="344751" cy="303135"/>
              </a:xfrm>
            </p:grpSpPr>
            <p:sp>
              <p:nvSpPr>
                <p:cNvPr id="88" name="Bande diagonale 197">
                  <a:extLst>
                    <a:ext uri="{FF2B5EF4-FFF2-40B4-BE49-F238E27FC236}">
                      <a16:creationId xmlns:a16="http://schemas.microsoft.com/office/drawing/2014/main" id="{8F677C6B-9A1E-30F5-BDFF-61868EDF60C4}"/>
                    </a:ext>
                  </a:extLst>
                </p:cNvPr>
                <p:cNvSpPr/>
                <p:nvPr/>
              </p:nvSpPr>
              <p:spPr>
                <a:xfrm>
                  <a:off x="4895262" y="1262332"/>
                  <a:ext cx="279828" cy="279828"/>
                </a:xfrm>
                <a:prstGeom prst="diagStripe">
                  <a:avLst>
                    <a:gd name="adj" fmla="val 41991"/>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dirty="0">
                    <a:solidFill>
                      <a:srgbClr val="FFFFFF"/>
                    </a:solidFill>
                    <a:latin typeface="Source Sans Pro Light" charset="0"/>
                    <a:ea typeface="Source Sans Pro Light" charset="0"/>
                    <a:cs typeface="Source Sans Pro Light" charset="0"/>
                  </a:endParaRPr>
                </a:p>
              </p:txBody>
            </p:sp>
            <p:sp>
              <p:nvSpPr>
                <p:cNvPr id="89" name="ZoneTexte 198">
                  <a:extLst>
                    <a:ext uri="{FF2B5EF4-FFF2-40B4-BE49-F238E27FC236}">
                      <a16:creationId xmlns:a16="http://schemas.microsoft.com/office/drawing/2014/main" id="{0147FDED-D8E8-1CB5-9B36-C58FCDA859CF}"/>
                    </a:ext>
                  </a:extLst>
                </p:cNvPr>
                <p:cNvSpPr txBox="1"/>
                <p:nvPr/>
              </p:nvSpPr>
              <p:spPr>
                <a:xfrm rot="18945775">
                  <a:off x="4830339" y="1239025"/>
                  <a:ext cx="333746" cy="230832"/>
                </a:xfrm>
                <a:prstGeom prst="rect">
                  <a:avLst/>
                </a:prstGeom>
                <a:noFill/>
              </p:spPr>
              <p:txBody>
                <a:bodyPr wrap="none" rtlCol="0">
                  <a:spAutoFit/>
                </a:bodyPr>
                <a:lstStyle/>
                <a:p>
                  <a:pPr>
                    <a:defRPr/>
                  </a:pPr>
                  <a:r>
                    <a:rPr lang="en-US" sz="900" dirty="0">
                      <a:solidFill>
                        <a:srgbClr val="FFFFFF"/>
                      </a:solidFill>
                      <a:latin typeface="Source Sans Pro Light" charset="0"/>
                      <a:ea typeface="Source Sans Pro Light" charset="0"/>
                      <a:cs typeface="Source Sans Pro Light" charset="0"/>
                    </a:rPr>
                    <a:t>bin</a:t>
                  </a:r>
                </a:p>
              </p:txBody>
            </p:sp>
          </p:grpSp>
        </p:grpSp>
        <p:grpSp>
          <p:nvGrpSpPr>
            <p:cNvPr id="9" name="Group 8">
              <a:extLst>
                <a:ext uri="{FF2B5EF4-FFF2-40B4-BE49-F238E27FC236}">
                  <a16:creationId xmlns:a16="http://schemas.microsoft.com/office/drawing/2014/main" id="{AC157AC0-027B-A153-DB97-D3506B611217}"/>
                </a:ext>
              </a:extLst>
            </p:cNvPr>
            <p:cNvGrpSpPr/>
            <p:nvPr/>
          </p:nvGrpSpPr>
          <p:grpSpPr>
            <a:xfrm>
              <a:off x="3226500" y="1236171"/>
              <a:ext cx="1667147" cy="685715"/>
              <a:chOff x="3092919" y="1236171"/>
              <a:chExt cx="1667147" cy="685715"/>
            </a:xfrm>
          </p:grpSpPr>
          <p:sp>
            <p:nvSpPr>
              <p:cNvPr id="92" name="Rounded Rectangle 91">
                <a:extLst>
                  <a:ext uri="{FF2B5EF4-FFF2-40B4-BE49-F238E27FC236}">
                    <a16:creationId xmlns:a16="http://schemas.microsoft.com/office/drawing/2014/main" id="{4633038C-8BC9-7B4D-396F-B555E20A40D8}"/>
                  </a:ext>
                </a:extLst>
              </p:cNvPr>
              <p:cNvSpPr/>
              <p:nvPr/>
            </p:nvSpPr>
            <p:spPr>
              <a:xfrm>
                <a:off x="3166365" y="1258364"/>
                <a:ext cx="1593701" cy="663522"/>
              </a:xfrm>
              <a:prstGeom prst="roundRect">
                <a:avLst>
                  <a:gd name="adj" fmla="val 6304"/>
                </a:avLst>
              </a:prstGeom>
              <a:solidFill>
                <a:schemeClr val="accent4"/>
              </a:solidFill>
              <a:ln>
                <a:no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000" dirty="0">
                    <a:solidFill>
                      <a:srgbClr val="FFFFFF"/>
                    </a:solidFill>
                    <a:latin typeface="Source Sans Pro" panose="020B0503030403020204" pitchFamily="34" charset="0"/>
                    <a:ea typeface="Source Sans Pro" panose="020B0503030403020204" pitchFamily="34" charset="0"/>
                    <a:cs typeface="Arial" panose="020B0604020202020204" pitchFamily="34" charset="0"/>
                  </a:rPr>
                  <a:t>Application</a:t>
                </a:r>
              </a:p>
            </p:txBody>
          </p:sp>
          <p:grpSp>
            <p:nvGrpSpPr>
              <p:cNvPr id="8" name="Group 7">
                <a:extLst>
                  <a:ext uri="{FF2B5EF4-FFF2-40B4-BE49-F238E27FC236}">
                    <a16:creationId xmlns:a16="http://schemas.microsoft.com/office/drawing/2014/main" id="{EECEE874-A308-70C7-A965-9FF98ED7B88D}"/>
                  </a:ext>
                </a:extLst>
              </p:cNvPr>
              <p:cNvGrpSpPr/>
              <p:nvPr/>
            </p:nvGrpSpPr>
            <p:grpSpPr>
              <a:xfrm>
                <a:off x="3092919" y="1236171"/>
                <a:ext cx="355332" cy="305989"/>
                <a:chOff x="3092919" y="1236171"/>
                <a:chExt cx="355332" cy="305989"/>
              </a:xfrm>
            </p:grpSpPr>
            <p:sp>
              <p:nvSpPr>
                <p:cNvPr id="97" name="Bande diagonale 192">
                  <a:extLst>
                    <a:ext uri="{FF2B5EF4-FFF2-40B4-BE49-F238E27FC236}">
                      <a16:creationId xmlns:a16="http://schemas.microsoft.com/office/drawing/2014/main" id="{D6543F36-CED3-3E71-C1DF-A47C07C28EBA}"/>
                    </a:ext>
                  </a:extLst>
                </p:cNvPr>
                <p:cNvSpPr/>
                <p:nvPr/>
              </p:nvSpPr>
              <p:spPr>
                <a:xfrm>
                  <a:off x="3168423" y="1262332"/>
                  <a:ext cx="279828" cy="279828"/>
                </a:xfrm>
                <a:prstGeom prst="diagStripe">
                  <a:avLst>
                    <a:gd name="adj" fmla="val 41991"/>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defRPr/>
                  </a:pPr>
                  <a:endParaRPr lang="en-US" dirty="0">
                    <a:solidFill>
                      <a:srgbClr val="FFFFFF"/>
                    </a:solidFill>
                  </a:endParaRPr>
                </a:p>
              </p:txBody>
            </p:sp>
            <p:sp>
              <p:nvSpPr>
                <p:cNvPr id="98" name="ZoneTexte 182">
                  <a:extLst>
                    <a:ext uri="{FF2B5EF4-FFF2-40B4-BE49-F238E27FC236}">
                      <a16:creationId xmlns:a16="http://schemas.microsoft.com/office/drawing/2014/main" id="{EAE1BE84-013F-DB90-B5DF-D32BDBC0B7EB}"/>
                    </a:ext>
                  </a:extLst>
                </p:cNvPr>
                <p:cNvSpPr txBox="1"/>
                <p:nvPr/>
              </p:nvSpPr>
              <p:spPr>
                <a:xfrm rot="18945775">
                  <a:off x="3092919" y="1236171"/>
                  <a:ext cx="317716" cy="230832"/>
                </a:xfrm>
                <a:prstGeom prst="rect">
                  <a:avLst/>
                </a:prstGeom>
                <a:noFill/>
              </p:spPr>
              <p:txBody>
                <a:bodyPr wrap="none" rtlCol="0">
                  <a:spAutoFit/>
                </a:bodyPr>
                <a:ls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defRPr/>
                  </a:pPr>
                  <a:r>
                    <a:rPr lang="en-US" sz="900" dirty="0" err="1">
                      <a:solidFill>
                        <a:srgbClr val="FFFFFF"/>
                      </a:solidFill>
                      <a:latin typeface="Source Sans Pro Light" panose="020B0403030403020204" pitchFamily="34" charset="0"/>
                      <a:ea typeface="Source Sans Pro Light" panose="020B0403030403020204" pitchFamily="34" charset="0"/>
                    </a:rPr>
                    <a:t>src</a:t>
                  </a:r>
                  <a:endParaRPr lang="en-US" sz="900" dirty="0">
                    <a:solidFill>
                      <a:srgbClr val="FFFFFF"/>
                    </a:solidFill>
                    <a:latin typeface="Source Sans Pro Light" panose="020B0403030403020204" pitchFamily="34" charset="0"/>
                    <a:ea typeface="Source Sans Pro Light" panose="020B0403030403020204" pitchFamily="34" charset="0"/>
                  </a:endParaRPr>
                </a:p>
              </p:txBody>
            </p:sp>
          </p:grpSp>
        </p:grpSp>
        <p:grpSp>
          <p:nvGrpSpPr>
            <p:cNvPr id="21" name="Group 20">
              <a:extLst>
                <a:ext uri="{FF2B5EF4-FFF2-40B4-BE49-F238E27FC236}">
                  <a16:creationId xmlns:a16="http://schemas.microsoft.com/office/drawing/2014/main" id="{6DB54FC2-133C-644A-F502-329D0BBD87AA}"/>
                </a:ext>
              </a:extLst>
            </p:cNvPr>
            <p:cNvGrpSpPr/>
            <p:nvPr/>
          </p:nvGrpSpPr>
          <p:grpSpPr>
            <a:xfrm>
              <a:off x="8616498" y="1285066"/>
              <a:ext cx="1655644" cy="686829"/>
              <a:chOff x="8616498" y="1285066"/>
              <a:chExt cx="1655644" cy="686829"/>
            </a:xfrm>
          </p:grpSpPr>
          <p:sp>
            <p:nvSpPr>
              <p:cNvPr id="102" name="Rounded Rectangle 101">
                <a:extLst>
                  <a:ext uri="{FF2B5EF4-FFF2-40B4-BE49-F238E27FC236}">
                    <a16:creationId xmlns:a16="http://schemas.microsoft.com/office/drawing/2014/main" id="{7E0E3BCA-547A-B3A4-2AE4-B2F264671B0B}"/>
                  </a:ext>
                </a:extLst>
              </p:cNvPr>
              <p:cNvSpPr/>
              <p:nvPr/>
            </p:nvSpPr>
            <p:spPr>
              <a:xfrm>
                <a:off x="8678441" y="1308373"/>
                <a:ext cx="1593701" cy="663522"/>
              </a:xfrm>
              <a:prstGeom prst="roundRect">
                <a:avLst>
                  <a:gd name="adj" fmla="val 6304"/>
                </a:avLst>
              </a:prstGeom>
              <a:solidFill>
                <a:schemeClr val="accent3">
                  <a:lumMod val="75000"/>
                </a:schemeClr>
              </a:solidFill>
              <a:ln>
                <a:no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000" dirty="0">
                    <a:solidFill>
                      <a:srgbClr val="FFFFFF"/>
                    </a:solidFill>
                    <a:latin typeface="Source Sans Pro" panose="020B0503030403020204" pitchFamily="34" charset="0"/>
                    <a:ea typeface="Source Sans Pro" panose="020B0503030403020204" pitchFamily="34" charset="0"/>
                    <a:cs typeface="Arial" panose="020B0604020202020204" pitchFamily="34" charset="0"/>
                  </a:rPr>
                  <a:t>C Libraries</a:t>
                </a:r>
              </a:p>
              <a:p>
                <a:pPr algn="ctr"/>
                <a:r>
                  <a:rPr lang="en-US" sz="1000" dirty="0">
                    <a:solidFill>
                      <a:srgbClr val="FFFFFF"/>
                    </a:solidFill>
                    <a:latin typeface="Source Sans Pro" panose="020B0503030403020204" pitchFamily="34" charset="0"/>
                    <a:ea typeface="Source Sans Pro" panose="020B0503030403020204" pitchFamily="34" charset="0"/>
                    <a:cs typeface="Arial" panose="020B0604020202020204" pitchFamily="34" charset="0"/>
                  </a:rPr>
                  <a:t>Legacy C Libraries</a:t>
                </a:r>
              </a:p>
            </p:txBody>
          </p:sp>
          <p:grpSp>
            <p:nvGrpSpPr>
              <p:cNvPr id="19" name="Group 18">
                <a:extLst>
                  <a:ext uri="{FF2B5EF4-FFF2-40B4-BE49-F238E27FC236}">
                    <a16:creationId xmlns:a16="http://schemas.microsoft.com/office/drawing/2014/main" id="{FD849BCE-EC66-2431-6B3F-FE5409369301}"/>
                  </a:ext>
                </a:extLst>
              </p:cNvPr>
              <p:cNvGrpSpPr/>
              <p:nvPr/>
            </p:nvGrpSpPr>
            <p:grpSpPr>
              <a:xfrm>
                <a:off x="8616498" y="1285066"/>
                <a:ext cx="344751" cy="303135"/>
                <a:chOff x="8616498" y="1285066"/>
                <a:chExt cx="344751" cy="303135"/>
              </a:xfrm>
            </p:grpSpPr>
            <p:sp>
              <p:nvSpPr>
                <p:cNvPr id="104" name="Bande diagonale 197">
                  <a:extLst>
                    <a:ext uri="{FF2B5EF4-FFF2-40B4-BE49-F238E27FC236}">
                      <a16:creationId xmlns:a16="http://schemas.microsoft.com/office/drawing/2014/main" id="{09AC477B-465F-A78F-A64F-B427F291E699}"/>
                    </a:ext>
                  </a:extLst>
                </p:cNvPr>
                <p:cNvSpPr/>
                <p:nvPr/>
              </p:nvSpPr>
              <p:spPr>
                <a:xfrm>
                  <a:off x="8681421" y="1308373"/>
                  <a:ext cx="279828" cy="279828"/>
                </a:xfrm>
                <a:prstGeom prst="diagStripe">
                  <a:avLst>
                    <a:gd name="adj" fmla="val 41991"/>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dirty="0">
                    <a:solidFill>
                      <a:srgbClr val="FFFFFF"/>
                    </a:solidFill>
                    <a:latin typeface="Source Sans Pro Light" charset="0"/>
                    <a:ea typeface="Source Sans Pro Light" charset="0"/>
                    <a:cs typeface="Source Sans Pro Light" charset="0"/>
                  </a:endParaRPr>
                </a:p>
              </p:txBody>
            </p:sp>
            <p:sp>
              <p:nvSpPr>
                <p:cNvPr id="105" name="ZoneTexte 198">
                  <a:extLst>
                    <a:ext uri="{FF2B5EF4-FFF2-40B4-BE49-F238E27FC236}">
                      <a16:creationId xmlns:a16="http://schemas.microsoft.com/office/drawing/2014/main" id="{635FCD09-8050-CFB9-4DE9-523CCA8DD8ED}"/>
                    </a:ext>
                  </a:extLst>
                </p:cNvPr>
                <p:cNvSpPr txBox="1"/>
                <p:nvPr/>
              </p:nvSpPr>
              <p:spPr>
                <a:xfrm rot="18945775">
                  <a:off x="8616498" y="1285066"/>
                  <a:ext cx="333746" cy="230832"/>
                </a:xfrm>
                <a:prstGeom prst="rect">
                  <a:avLst/>
                </a:prstGeom>
                <a:noFill/>
              </p:spPr>
              <p:txBody>
                <a:bodyPr wrap="none" rtlCol="0">
                  <a:spAutoFit/>
                </a:bodyPr>
                <a:lstStyle/>
                <a:p>
                  <a:pPr>
                    <a:defRPr/>
                  </a:pPr>
                  <a:r>
                    <a:rPr lang="en-US" sz="900" dirty="0">
                      <a:solidFill>
                        <a:srgbClr val="FFFFFF"/>
                      </a:solidFill>
                      <a:latin typeface="Source Sans Pro Light" charset="0"/>
                      <a:ea typeface="Source Sans Pro Light" charset="0"/>
                      <a:cs typeface="Source Sans Pro Light" charset="0"/>
                    </a:rPr>
                    <a:t>bin</a:t>
                  </a:r>
                </a:p>
              </p:txBody>
            </p:sp>
          </p:grpSp>
        </p:grpSp>
        <p:grpSp>
          <p:nvGrpSpPr>
            <p:cNvPr id="17" name="Group 16">
              <a:extLst>
                <a:ext uri="{FF2B5EF4-FFF2-40B4-BE49-F238E27FC236}">
                  <a16:creationId xmlns:a16="http://schemas.microsoft.com/office/drawing/2014/main" id="{88079B19-C6A9-87AD-61EB-DEDA418FA1B2}"/>
                </a:ext>
              </a:extLst>
            </p:cNvPr>
            <p:cNvGrpSpPr/>
            <p:nvPr/>
          </p:nvGrpSpPr>
          <p:grpSpPr>
            <a:xfrm>
              <a:off x="6815997" y="1264770"/>
              <a:ext cx="1667147" cy="685715"/>
              <a:chOff x="6622365" y="1264770"/>
              <a:chExt cx="1667147" cy="685715"/>
            </a:xfrm>
          </p:grpSpPr>
          <p:sp>
            <p:nvSpPr>
              <p:cNvPr id="108" name="Rounded Rectangle 107">
                <a:extLst>
                  <a:ext uri="{FF2B5EF4-FFF2-40B4-BE49-F238E27FC236}">
                    <a16:creationId xmlns:a16="http://schemas.microsoft.com/office/drawing/2014/main" id="{02B138B5-7CE0-3594-0B69-729040A40724}"/>
                  </a:ext>
                </a:extLst>
              </p:cNvPr>
              <p:cNvSpPr/>
              <p:nvPr/>
            </p:nvSpPr>
            <p:spPr>
              <a:xfrm>
                <a:off x="6695811" y="1286963"/>
                <a:ext cx="1593701" cy="663522"/>
              </a:xfrm>
              <a:prstGeom prst="roundRect">
                <a:avLst>
                  <a:gd name="adj" fmla="val 6304"/>
                </a:avLst>
              </a:prstGeom>
              <a:solidFill>
                <a:schemeClr val="accent3">
                  <a:lumMod val="75000"/>
                </a:schemeClr>
              </a:solidFill>
              <a:ln>
                <a:no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000" dirty="0">
                    <a:solidFill>
                      <a:srgbClr val="FFFFFF"/>
                    </a:solidFill>
                    <a:latin typeface="Source Sans Pro" panose="020B0503030403020204" pitchFamily="34" charset="0"/>
                    <a:ea typeface="Source Sans Pro" panose="020B0503030403020204" pitchFamily="34" charset="0"/>
                    <a:cs typeface="Arial" panose="020B0604020202020204" pitchFamily="34" charset="0"/>
                  </a:rPr>
                  <a:t>C Code</a:t>
                </a:r>
              </a:p>
              <a:p>
                <a:pPr algn="ctr"/>
                <a:r>
                  <a:rPr lang="en-US" sz="1000" dirty="0">
                    <a:solidFill>
                      <a:srgbClr val="FFFFFF"/>
                    </a:solidFill>
                    <a:latin typeface="Source Sans Pro" panose="020B0503030403020204" pitchFamily="34" charset="0"/>
                    <a:ea typeface="Source Sans Pro" panose="020B0503030403020204" pitchFamily="34" charset="0"/>
                    <a:cs typeface="Arial" panose="020B0604020202020204" pitchFamily="34" charset="0"/>
                  </a:rPr>
                  <a:t>Abstraction Layers</a:t>
                </a:r>
              </a:p>
              <a:p>
                <a:pPr algn="ctr"/>
                <a:r>
                  <a:rPr lang="en-US" sz="1000" dirty="0">
                    <a:solidFill>
                      <a:srgbClr val="FFFFFF"/>
                    </a:solidFill>
                    <a:latin typeface="Source Sans Pro" panose="020B0503030403020204" pitchFamily="34" charset="0"/>
                    <a:ea typeface="Source Sans Pro" panose="020B0503030403020204" pitchFamily="34" charset="0"/>
                    <a:cs typeface="Arial" panose="020B0604020202020204" pitchFamily="34" charset="0"/>
                  </a:rPr>
                  <a:t>+ VEE Startup</a:t>
                </a:r>
              </a:p>
            </p:txBody>
          </p:sp>
          <p:grpSp>
            <p:nvGrpSpPr>
              <p:cNvPr id="14" name="Group 13">
                <a:extLst>
                  <a:ext uri="{FF2B5EF4-FFF2-40B4-BE49-F238E27FC236}">
                    <a16:creationId xmlns:a16="http://schemas.microsoft.com/office/drawing/2014/main" id="{5C978194-977D-722A-6487-DD9104D96AB2}"/>
                  </a:ext>
                </a:extLst>
              </p:cNvPr>
              <p:cNvGrpSpPr/>
              <p:nvPr/>
            </p:nvGrpSpPr>
            <p:grpSpPr>
              <a:xfrm>
                <a:off x="6622365" y="1264770"/>
                <a:ext cx="353191" cy="302021"/>
                <a:chOff x="6622365" y="1264770"/>
                <a:chExt cx="353191" cy="302021"/>
              </a:xfrm>
            </p:grpSpPr>
            <p:sp>
              <p:nvSpPr>
                <p:cNvPr id="110" name="Bande diagonale 192">
                  <a:extLst>
                    <a:ext uri="{FF2B5EF4-FFF2-40B4-BE49-F238E27FC236}">
                      <a16:creationId xmlns:a16="http://schemas.microsoft.com/office/drawing/2014/main" id="{441D063E-2AD4-52D7-290E-77DD3FD7680D}"/>
                    </a:ext>
                  </a:extLst>
                </p:cNvPr>
                <p:cNvSpPr/>
                <p:nvPr/>
              </p:nvSpPr>
              <p:spPr>
                <a:xfrm>
                  <a:off x="6695728" y="1286963"/>
                  <a:ext cx="279828" cy="279828"/>
                </a:xfrm>
                <a:prstGeom prst="diagStripe">
                  <a:avLst>
                    <a:gd name="adj" fmla="val 41991"/>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defRPr/>
                  </a:pPr>
                  <a:endParaRPr lang="en-US" dirty="0">
                    <a:solidFill>
                      <a:srgbClr val="FFFFFF"/>
                    </a:solidFill>
                  </a:endParaRPr>
                </a:p>
              </p:txBody>
            </p:sp>
            <p:sp>
              <p:nvSpPr>
                <p:cNvPr id="111" name="ZoneTexte 182">
                  <a:extLst>
                    <a:ext uri="{FF2B5EF4-FFF2-40B4-BE49-F238E27FC236}">
                      <a16:creationId xmlns:a16="http://schemas.microsoft.com/office/drawing/2014/main" id="{628A20B5-ADF7-BFBB-3B88-84D6D64D217D}"/>
                    </a:ext>
                  </a:extLst>
                </p:cNvPr>
                <p:cNvSpPr txBox="1"/>
                <p:nvPr/>
              </p:nvSpPr>
              <p:spPr>
                <a:xfrm rot="18945775">
                  <a:off x="6622365" y="1264770"/>
                  <a:ext cx="317716" cy="230832"/>
                </a:xfrm>
                <a:prstGeom prst="rect">
                  <a:avLst/>
                </a:prstGeom>
                <a:noFill/>
              </p:spPr>
              <p:txBody>
                <a:bodyPr wrap="none" rtlCol="0">
                  <a:spAutoFit/>
                </a:bodyPr>
                <a:lstStyle>
                  <a:defPPr>
                    <a:defRPr lang="en-US"/>
                  </a:defPPr>
                  <a:lvl1pPr>
                    <a:defRPr sz="900">
                      <a:solidFill>
                        <a:srgbClr val="FFFFFF"/>
                      </a:solidFill>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r>
                    <a:rPr lang="en-US"/>
                    <a:t>src</a:t>
                  </a:r>
                  <a:endParaRPr lang="en-US" dirty="0"/>
                </a:p>
              </p:txBody>
            </p:sp>
          </p:grpSp>
        </p:grpSp>
      </p:grpSp>
      <p:sp>
        <p:nvSpPr>
          <p:cNvPr id="115" name="Rounded Rectangle 114">
            <a:extLst>
              <a:ext uri="{FF2B5EF4-FFF2-40B4-BE49-F238E27FC236}">
                <a16:creationId xmlns:a16="http://schemas.microsoft.com/office/drawing/2014/main" id="{1D19062C-D319-6F7D-E065-E86CB1FFF3AB}"/>
              </a:ext>
            </a:extLst>
          </p:cNvPr>
          <p:cNvSpPr/>
          <p:nvPr/>
        </p:nvSpPr>
        <p:spPr>
          <a:xfrm>
            <a:off x="3648530" y="3257586"/>
            <a:ext cx="6463191" cy="385889"/>
          </a:xfrm>
          <a:prstGeom prst="roundRect">
            <a:avLst/>
          </a:prstGeom>
          <a:solidFill>
            <a:schemeClr val="tx1"/>
          </a:solidFill>
          <a:ln>
            <a:no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000" dirty="0">
                <a:solidFill>
                  <a:srgbClr val="FFFFFF"/>
                </a:solidFill>
                <a:latin typeface="Source Sans Pro" panose="020B0503030403020204" pitchFamily="34" charset="0"/>
                <a:ea typeface="Source Sans Pro" panose="020B0503030403020204" pitchFamily="34" charset="0"/>
                <a:cs typeface="Source Sans Pro Light" charset="0"/>
              </a:rPr>
              <a:t>Third Party ELF Linker</a:t>
            </a:r>
          </a:p>
        </p:txBody>
      </p:sp>
      <p:sp>
        <p:nvSpPr>
          <p:cNvPr id="116" name="Rounded Rectangle 115">
            <a:extLst>
              <a:ext uri="{FF2B5EF4-FFF2-40B4-BE49-F238E27FC236}">
                <a16:creationId xmlns:a16="http://schemas.microsoft.com/office/drawing/2014/main" id="{157A4DC4-596A-6962-5239-D21619ACC607}"/>
              </a:ext>
            </a:extLst>
          </p:cNvPr>
          <p:cNvSpPr/>
          <p:nvPr/>
        </p:nvSpPr>
        <p:spPr>
          <a:xfrm>
            <a:off x="7232679" y="2297616"/>
            <a:ext cx="1594800" cy="385889"/>
          </a:xfrm>
          <a:prstGeom prst="roundRect">
            <a:avLst/>
          </a:prstGeom>
          <a:solidFill>
            <a:schemeClr val="tx1"/>
          </a:solidFill>
          <a:ln>
            <a:no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000" dirty="0">
                <a:solidFill>
                  <a:srgbClr val="FFFFFF"/>
                </a:solidFill>
                <a:latin typeface="Source Sans Pro" panose="020B0503030403020204" pitchFamily="34" charset="0"/>
                <a:ea typeface="Source Sans Pro" panose="020B0503030403020204" pitchFamily="34" charset="0"/>
                <a:cs typeface="Source Sans Pro Light" charset="0"/>
              </a:rPr>
              <a:t>C Compiler</a:t>
            </a:r>
          </a:p>
        </p:txBody>
      </p:sp>
      <p:sp>
        <p:nvSpPr>
          <p:cNvPr id="117" name="Rounded Rectangle 116">
            <a:extLst>
              <a:ext uri="{FF2B5EF4-FFF2-40B4-BE49-F238E27FC236}">
                <a16:creationId xmlns:a16="http://schemas.microsoft.com/office/drawing/2014/main" id="{4DB8CCDC-5832-C8A1-7634-71D9C2951DFC}"/>
              </a:ext>
            </a:extLst>
          </p:cNvPr>
          <p:cNvSpPr/>
          <p:nvPr/>
        </p:nvSpPr>
        <p:spPr>
          <a:xfrm>
            <a:off x="2294474" y="2302375"/>
            <a:ext cx="4382148" cy="385889"/>
          </a:xfrm>
          <a:prstGeom prst="roundRect">
            <a:avLst/>
          </a:prstGeom>
          <a:solidFill>
            <a:schemeClr val="tx1"/>
          </a:solidFill>
          <a:ln>
            <a:no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000" dirty="0">
                <a:solidFill>
                  <a:srgbClr val="FFFFFF"/>
                </a:solidFill>
                <a:latin typeface="Source Sans Pro" panose="020B0503030403020204" pitchFamily="34" charset="0"/>
                <a:ea typeface="Source Sans Pro" panose="020B0503030403020204" pitchFamily="34" charset="0"/>
                <a:cs typeface="Source Sans Pro Light" charset="0"/>
              </a:rPr>
              <a:t>MICROEJ SDK</a:t>
            </a:r>
          </a:p>
          <a:p>
            <a:pPr algn="ctr"/>
            <a:r>
              <a:rPr lang="en-US" sz="1000" dirty="0">
                <a:solidFill>
                  <a:srgbClr val="FFFFFF"/>
                </a:solidFill>
                <a:latin typeface="Source Sans Pro" panose="020B0503030403020204" pitchFamily="34" charset="0"/>
                <a:ea typeface="Source Sans Pro" panose="020B0503030403020204" pitchFamily="34" charset="0"/>
                <a:cs typeface="Source Sans Pro Light" charset="0"/>
              </a:rPr>
              <a:t>(SOAR + Gradle Plugin)</a:t>
            </a:r>
          </a:p>
        </p:txBody>
      </p:sp>
      <p:sp>
        <p:nvSpPr>
          <p:cNvPr id="118" name="Rounded Rectangle 117">
            <a:extLst>
              <a:ext uri="{FF2B5EF4-FFF2-40B4-BE49-F238E27FC236}">
                <a16:creationId xmlns:a16="http://schemas.microsoft.com/office/drawing/2014/main" id="{5EABDBBB-A30D-F59E-6E17-F5BF46C03B98}"/>
              </a:ext>
            </a:extLst>
          </p:cNvPr>
          <p:cNvSpPr/>
          <p:nvPr/>
        </p:nvSpPr>
        <p:spPr>
          <a:xfrm>
            <a:off x="3642166" y="1588812"/>
            <a:ext cx="1594800" cy="473017"/>
          </a:xfrm>
          <a:prstGeom prst="roundRect">
            <a:avLst/>
          </a:prstGeom>
          <a:solidFill>
            <a:schemeClr val="tx1"/>
          </a:solidFill>
          <a:ln>
            <a:no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000" dirty="0">
                <a:solidFill>
                  <a:srgbClr val="FFFFFF"/>
                </a:solidFill>
                <a:latin typeface="Source Sans Pro" panose="020B0503030403020204" pitchFamily="34" charset="0"/>
                <a:ea typeface="Source Sans Pro" panose="020B0503030403020204" pitchFamily="34" charset="0"/>
                <a:cs typeface="Source Sans Pro Light" charset="0"/>
              </a:rPr>
              <a:t>Managed Code Compiler</a:t>
            </a:r>
          </a:p>
          <a:p>
            <a:pPr algn="ctr"/>
            <a:r>
              <a:rPr lang="en-US" sz="1000" dirty="0">
                <a:solidFill>
                  <a:srgbClr val="FFFFFF"/>
                </a:solidFill>
                <a:latin typeface="Source Sans Pro" panose="020B0503030403020204" pitchFamily="34" charset="0"/>
                <a:ea typeface="Source Sans Pro" panose="020B0503030403020204" pitchFamily="34" charset="0"/>
                <a:cs typeface="Source Sans Pro Light" charset="0"/>
              </a:rPr>
              <a:t>(e.g., JDT)</a:t>
            </a:r>
          </a:p>
        </p:txBody>
      </p:sp>
      <p:grpSp>
        <p:nvGrpSpPr>
          <p:cNvPr id="52" name="Group 51">
            <a:extLst>
              <a:ext uri="{FF2B5EF4-FFF2-40B4-BE49-F238E27FC236}">
                <a16:creationId xmlns:a16="http://schemas.microsoft.com/office/drawing/2014/main" id="{74F41D5B-EFB0-FC08-6FEC-C3BBC759F17F}"/>
              </a:ext>
            </a:extLst>
          </p:cNvPr>
          <p:cNvGrpSpPr/>
          <p:nvPr/>
        </p:nvGrpSpPr>
        <p:grpSpPr>
          <a:xfrm>
            <a:off x="4514207" y="3993334"/>
            <a:ext cx="4639123" cy="1917792"/>
            <a:chOff x="3776438" y="4620770"/>
            <a:chExt cx="4639123" cy="1917792"/>
          </a:xfrm>
        </p:grpSpPr>
        <p:sp>
          <p:nvSpPr>
            <p:cNvPr id="120" name="Rounded Rectangle 119">
              <a:extLst>
                <a:ext uri="{FF2B5EF4-FFF2-40B4-BE49-F238E27FC236}">
                  <a16:creationId xmlns:a16="http://schemas.microsoft.com/office/drawing/2014/main" id="{D9F76079-BEFC-010A-E877-B237C09EDC96}"/>
                </a:ext>
              </a:extLst>
            </p:cNvPr>
            <p:cNvSpPr/>
            <p:nvPr/>
          </p:nvSpPr>
          <p:spPr>
            <a:xfrm>
              <a:off x="3841019" y="4639259"/>
              <a:ext cx="4574542" cy="1899303"/>
            </a:xfrm>
            <a:prstGeom prst="roundRect">
              <a:avLst>
                <a:gd name="adj" fmla="val 6304"/>
              </a:avLst>
            </a:prstGeom>
            <a:solidFill>
              <a:schemeClr val="accent1"/>
            </a:solidFill>
            <a:ln>
              <a:noFill/>
            </a:ln>
            <a:effectLst/>
          </p:spPr>
          <p:style>
            <a:lnRef idx="2">
              <a:schemeClr val="dk1">
                <a:shade val="50000"/>
              </a:schemeClr>
            </a:lnRef>
            <a:fillRef idx="1">
              <a:schemeClr val="dk1"/>
            </a:fillRef>
            <a:effectRef idx="0">
              <a:schemeClr val="dk1"/>
            </a:effectRef>
            <a:fontRef idx="minor">
              <a:schemeClr val="lt1"/>
            </a:fontRef>
          </p:style>
          <p:txBody>
            <a:bodyPr rtlCol="0" anchor="t" anchorCtr="0"/>
            <a:lstStyle/>
            <a:p>
              <a:pPr algn="ctr">
                <a:defRPr/>
              </a:pPr>
              <a:r>
                <a:rPr lang="en-US" sz="1000" b="1" dirty="0">
                  <a:solidFill>
                    <a:srgbClr val="FFFFFF"/>
                  </a:solidFill>
                  <a:latin typeface="Source Sans Pro" panose="020B0503030403020204" pitchFamily="34" charset="0"/>
                  <a:ea typeface="Source Sans Pro" panose="020B0503030403020204" pitchFamily="34" charset="0"/>
                  <a:cs typeface="Source Sans Pro Light" charset="0"/>
                </a:rPr>
                <a:t>Executable</a:t>
              </a:r>
            </a:p>
          </p:txBody>
        </p:sp>
        <p:grpSp>
          <p:nvGrpSpPr>
            <p:cNvPr id="51" name="Group 50">
              <a:extLst>
                <a:ext uri="{FF2B5EF4-FFF2-40B4-BE49-F238E27FC236}">
                  <a16:creationId xmlns:a16="http://schemas.microsoft.com/office/drawing/2014/main" id="{73DD2165-8CA8-7660-7270-C51F20B5D955}"/>
                </a:ext>
              </a:extLst>
            </p:cNvPr>
            <p:cNvGrpSpPr/>
            <p:nvPr/>
          </p:nvGrpSpPr>
          <p:grpSpPr>
            <a:xfrm>
              <a:off x="3776438" y="4620770"/>
              <a:ext cx="344751" cy="303135"/>
              <a:chOff x="3776438" y="4620770"/>
              <a:chExt cx="344751" cy="303135"/>
            </a:xfrm>
          </p:grpSpPr>
          <p:sp>
            <p:nvSpPr>
              <p:cNvPr id="130" name="Bande diagonale 197">
                <a:extLst>
                  <a:ext uri="{FF2B5EF4-FFF2-40B4-BE49-F238E27FC236}">
                    <a16:creationId xmlns:a16="http://schemas.microsoft.com/office/drawing/2014/main" id="{F5F745B9-F9D3-0F49-0BC0-E417C2BCCC75}"/>
                  </a:ext>
                </a:extLst>
              </p:cNvPr>
              <p:cNvSpPr/>
              <p:nvPr/>
            </p:nvSpPr>
            <p:spPr>
              <a:xfrm>
                <a:off x="3841361" y="4644077"/>
                <a:ext cx="279828" cy="279828"/>
              </a:xfrm>
              <a:prstGeom prst="diagStripe">
                <a:avLst>
                  <a:gd name="adj" fmla="val 41991"/>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dirty="0">
                  <a:solidFill>
                    <a:srgbClr val="FFFFFF"/>
                  </a:solidFill>
                  <a:latin typeface="Source Sans Pro Light" charset="0"/>
                  <a:ea typeface="Source Sans Pro Light" charset="0"/>
                  <a:cs typeface="Source Sans Pro Light" charset="0"/>
                </a:endParaRPr>
              </a:p>
            </p:txBody>
          </p:sp>
          <p:sp>
            <p:nvSpPr>
              <p:cNvPr id="131" name="ZoneTexte 198">
                <a:extLst>
                  <a:ext uri="{FF2B5EF4-FFF2-40B4-BE49-F238E27FC236}">
                    <a16:creationId xmlns:a16="http://schemas.microsoft.com/office/drawing/2014/main" id="{E1B66D91-B5E9-E878-1E93-EDED2DF33C84}"/>
                  </a:ext>
                </a:extLst>
              </p:cNvPr>
              <p:cNvSpPr txBox="1"/>
              <p:nvPr/>
            </p:nvSpPr>
            <p:spPr>
              <a:xfrm rot="18945775">
                <a:off x="3776438" y="4620770"/>
                <a:ext cx="333746" cy="230832"/>
              </a:xfrm>
              <a:prstGeom prst="rect">
                <a:avLst/>
              </a:prstGeom>
              <a:noFill/>
            </p:spPr>
            <p:txBody>
              <a:bodyPr wrap="none" rtlCol="0">
                <a:spAutoFit/>
              </a:bodyPr>
              <a:lstStyle/>
              <a:p>
                <a:pPr>
                  <a:defRPr/>
                </a:pPr>
                <a:r>
                  <a:rPr lang="en-US" sz="900" dirty="0">
                    <a:solidFill>
                      <a:srgbClr val="FFFFFF"/>
                    </a:solidFill>
                    <a:latin typeface="Source Sans Pro Light" charset="0"/>
                    <a:ea typeface="Source Sans Pro Light" charset="0"/>
                    <a:cs typeface="Source Sans Pro Light" charset="0"/>
                  </a:rPr>
                  <a:t>bin</a:t>
                </a:r>
              </a:p>
            </p:txBody>
          </p:sp>
        </p:grpSp>
        <p:grpSp>
          <p:nvGrpSpPr>
            <p:cNvPr id="49" name="Group 48">
              <a:extLst>
                <a:ext uri="{FF2B5EF4-FFF2-40B4-BE49-F238E27FC236}">
                  <a16:creationId xmlns:a16="http://schemas.microsoft.com/office/drawing/2014/main" id="{01576D47-ECB6-5928-B821-C45F15878E0B}"/>
                </a:ext>
              </a:extLst>
            </p:cNvPr>
            <p:cNvGrpSpPr/>
            <p:nvPr/>
          </p:nvGrpSpPr>
          <p:grpSpPr>
            <a:xfrm>
              <a:off x="4179994" y="5047890"/>
              <a:ext cx="3932566" cy="1082040"/>
              <a:chOff x="4179994" y="5047890"/>
              <a:chExt cx="3932566" cy="1082040"/>
            </a:xfrm>
          </p:grpSpPr>
          <p:sp>
            <p:nvSpPr>
              <p:cNvPr id="124" name="Rounded Rectangle 123">
                <a:extLst>
                  <a:ext uri="{FF2B5EF4-FFF2-40B4-BE49-F238E27FC236}">
                    <a16:creationId xmlns:a16="http://schemas.microsoft.com/office/drawing/2014/main" id="{C468012A-79F8-86DD-3DE2-7F6C9E0EEFDF}"/>
                  </a:ext>
                </a:extLst>
              </p:cNvPr>
              <p:cNvSpPr/>
              <p:nvPr/>
            </p:nvSpPr>
            <p:spPr>
              <a:xfrm>
                <a:off x="5591098" y="5048910"/>
                <a:ext cx="1080000" cy="1080000"/>
              </a:xfrm>
              <a:prstGeom prst="roundRect">
                <a:avLst>
                  <a:gd name="adj" fmla="val 7525"/>
                </a:avLst>
              </a:prstGeom>
              <a:solidFill>
                <a:schemeClr val="accent4"/>
              </a:solidFill>
              <a:ln w="9525">
                <a:noFill/>
              </a:ln>
              <a:effectLst>
                <a:outerShdw blurRad="50800" dist="38100" dir="2700000" algn="tl"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defRPr/>
                </a:pPr>
                <a:r>
                  <a:rPr lang="en-US" sz="1000" dirty="0">
                    <a:solidFill>
                      <a:srgbClr val="FFFFFF"/>
                    </a:solidFill>
                    <a:latin typeface="Source Sans Pro" panose="020B0503030403020204" pitchFamily="34" charset="0"/>
                    <a:ea typeface="Source Sans Pro" panose="020B0503030403020204" pitchFamily="34" charset="0"/>
                    <a:cs typeface="Source Sans Pro Light" charset="0"/>
                  </a:rPr>
                  <a:t>Application</a:t>
                </a:r>
              </a:p>
            </p:txBody>
          </p:sp>
          <p:grpSp>
            <p:nvGrpSpPr>
              <p:cNvPr id="125" name="Group 124">
                <a:extLst>
                  <a:ext uri="{FF2B5EF4-FFF2-40B4-BE49-F238E27FC236}">
                    <a16:creationId xmlns:a16="http://schemas.microsoft.com/office/drawing/2014/main" id="{DB69D866-706A-D382-B59C-539B252937F6}"/>
                  </a:ext>
                </a:extLst>
              </p:cNvPr>
              <p:cNvGrpSpPr/>
              <p:nvPr/>
            </p:nvGrpSpPr>
            <p:grpSpPr>
              <a:xfrm>
                <a:off x="4179994" y="5047890"/>
                <a:ext cx="1080000" cy="1082040"/>
                <a:chOff x="4365199" y="4865917"/>
                <a:chExt cx="1080000" cy="1082040"/>
              </a:xfrm>
            </p:grpSpPr>
            <p:sp>
              <p:nvSpPr>
                <p:cNvPr id="127" name="Rounded Rectangle 126">
                  <a:extLst>
                    <a:ext uri="{FF2B5EF4-FFF2-40B4-BE49-F238E27FC236}">
                      <a16:creationId xmlns:a16="http://schemas.microsoft.com/office/drawing/2014/main" id="{B90EA847-10C7-F6C0-1778-2450E1C31F62}"/>
                    </a:ext>
                  </a:extLst>
                </p:cNvPr>
                <p:cNvSpPr/>
                <p:nvPr/>
              </p:nvSpPr>
              <p:spPr>
                <a:xfrm>
                  <a:off x="4365199" y="4867957"/>
                  <a:ext cx="1080000" cy="1080000"/>
                </a:xfrm>
                <a:prstGeom prst="roundRect">
                  <a:avLst>
                    <a:gd name="adj" fmla="val 7525"/>
                  </a:avLst>
                </a:prstGeom>
                <a:solidFill>
                  <a:schemeClr val="bg1"/>
                </a:solidFill>
                <a:ln>
                  <a:noFill/>
                </a:ln>
                <a:effectLst>
                  <a:outerShdw blurRad="50800" dist="38100" dir="2700000" algn="tl"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defRPr/>
                  </a:pPr>
                  <a:endParaRPr lang="en-US" sz="1000" dirty="0">
                    <a:solidFill>
                      <a:srgbClr val="FFFFFF"/>
                    </a:solidFill>
                    <a:latin typeface="Source Sans Pro Light" charset="0"/>
                    <a:ea typeface="Source Sans Pro Light" charset="0"/>
                    <a:cs typeface="Source Sans Pro Light" charset="0"/>
                  </a:endParaRPr>
                </a:p>
              </p:txBody>
            </p:sp>
            <p:sp>
              <p:nvSpPr>
                <p:cNvPr id="128" name="Rectangle 127">
                  <a:extLst>
                    <a:ext uri="{FF2B5EF4-FFF2-40B4-BE49-F238E27FC236}">
                      <a16:creationId xmlns:a16="http://schemas.microsoft.com/office/drawing/2014/main" id="{23AF8CEA-A12D-4C49-CDF6-9D2F76E72536}"/>
                    </a:ext>
                  </a:extLst>
                </p:cNvPr>
                <p:cNvSpPr/>
                <p:nvPr/>
              </p:nvSpPr>
              <p:spPr>
                <a:xfrm>
                  <a:off x="4469546" y="4865917"/>
                  <a:ext cx="871306" cy="219744"/>
                </a:xfrm>
                <a:prstGeom prst="rect">
                  <a:avLst/>
                </a:prstGeom>
                <a:noFill/>
                <a:ln>
                  <a:noFill/>
                </a:ln>
                <a:effectLst/>
              </p:spPr>
              <p:style>
                <a:lnRef idx="2">
                  <a:schemeClr val="dk1">
                    <a:shade val="50000"/>
                  </a:schemeClr>
                </a:lnRef>
                <a:fillRef idx="1">
                  <a:schemeClr val="dk1"/>
                </a:fillRef>
                <a:effectRef idx="0">
                  <a:schemeClr val="dk1"/>
                </a:effectRef>
                <a:fontRef idx="minor">
                  <a:schemeClr val="lt1"/>
                </a:fontRef>
              </p:style>
              <p:txBody>
                <a:bodyPr rtlCol="0" anchor="t"/>
                <a:lstStyle/>
                <a:p>
                  <a:pPr algn="ctr">
                    <a:defRPr/>
                  </a:pPr>
                  <a:r>
                    <a:rPr lang="en-US" sz="1000" b="1" dirty="0">
                      <a:solidFill>
                        <a:schemeClr val="tx1"/>
                      </a:solidFill>
                      <a:latin typeface="Source Sans Pro" charset="0"/>
                      <a:ea typeface="Source Sans Pro" charset="0"/>
                      <a:cs typeface="Source Sans Pro" charset="0"/>
                    </a:rPr>
                    <a:t>MEJ32 Core</a:t>
                  </a:r>
                </a:p>
              </p:txBody>
            </p:sp>
            <p:pic>
              <p:nvPicPr>
                <p:cNvPr id="129" name="Picture 128">
                  <a:extLst>
                    <a:ext uri="{FF2B5EF4-FFF2-40B4-BE49-F238E27FC236}">
                      <a16:creationId xmlns:a16="http://schemas.microsoft.com/office/drawing/2014/main" id="{8A007E6C-2946-23F7-86FE-A591B60DCD7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19836" y="5085494"/>
                  <a:ext cx="718808" cy="723599"/>
                </a:xfrm>
                <a:prstGeom prst="rect">
                  <a:avLst/>
                </a:prstGeom>
              </p:spPr>
            </p:pic>
          </p:grpSp>
          <p:sp>
            <p:nvSpPr>
              <p:cNvPr id="126" name="Rounded Rectangle 125">
                <a:extLst>
                  <a:ext uri="{FF2B5EF4-FFF2-40B4-BE49-F238E27FC236}">
                    <a16:creationId xmlns:a16="http://schemas.microsoft.com/office/drawing/2014/main" id="{5811CB13-2A4D-A8A4-C6B6-FE767BC4E8DF}"/>
                  </a:ext>
                </a:extLst>
              </p:cNvPr>
              <p:cNvSpPr/>
              <p:nvPr/>
            </p:nvSpPr>
            <p:spPr>
              <a:xfrm>
                <a:off x="7032560" y="5047890"/>
                <a:ext cx="1080000" cy="1080000"/>
              </a:xfrm>
              <a:prstGeom prst="roundRect">
                <a:avLst>
                  <a:gd name="adj" fmla="val 7525"/>
                </a:avLst>
              </a:prstGeom>
              <a:solidFill>
                <a:schemeClr val="accent6"/>
              </a:solidFill>
              <a:ln w="9525">
                <a:noFill/>
              </a:ln>
              <a:effectLst>
                <a:outerShdw blurRad="50800" dist="38100" dir="2700000" algn="tl"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000" dirty="0">
                    <a:solidFill>
                      <a:srgbClr val="FFFFFF"/>
                    </a:solidFill>
                    <a:latin typeface="Source Sans Pro" panose="020B0503030403020204" pitchFamily="34" charset="0"/>
                    <a:ea typeface="Source Sans Pro" panose="020B0503030403020204" pitchFamily="34" charset="0"/>
                    <a:cs typeface="Arial" panose="020B0604020202020204" pitchFamily="34" charset="0"/>
                  </a:rPr>
                  <a:t>Abstraction Layers</a:t>
                </a:r>
              </a:p>
              <a:p>
                <a:pPr algn="ctr"/>
                <a:r>
                  <a:rPr lang="en-US" sz="1000" dirty="0">
                    <a:solidFill>
                      <a:srgbClr val="FFFFFF"/>
                    </a:solidFill>
                    <a:latin typeface="Source Sans Pro" panose="020B0503030403020204" pitchFamily="34" charset="0"/>
                    <a:ea typeface="Source Sans Pro" panose="020B0503030403020204" pitchFamily="34" charset="0"/>
                    <a:cs typeface="Arial" panose="020B0604020202020204" pitchFamily="34" charset="0"/>
                  </a:rPr>
                  <a:t>+</a:t>
                </a:r>
              </a:p>
              <a:p>
                <a:pPr algn="ctr"/>
                <a:r>
                  <a:rPr lang="en-US" sz="1000" dirty="0">
                    <a:solidFill>
                      <a:srgbClr val="FFFFFF"/>
                    </a:solidFill>
                    <a:latin typeface="Source Sans Pro" panose="020B0503030403020204" pitchFamily="34" charset="0"/>
                    <a:ea typeface="Source Sans Pro" panose="020B0503030403020204" pitchFamily="34" charset="0"/>
                    <a:cs typeface="Arial" panose="020B0604020202020204" pitchFamily="34" charset="0"/>
                  </a:rPr>
                  <a:t>C Libraries</a:t>
                </a:r>
              </a:p>
            </p:txBody>
          </p:sp>
        </p:grpSp>
      </p:grpSp>
      <p:grpSp>
        <p:nvGrpSpPr>
          <p:cNvPr id="69" name="Group 68">
            <a:extLst>
              <a:ext uri="{FF2B5EF4-FFF2-40B4-BE49-F238E27FC236}">
                <a16:creationId xmlns:a16="http://schemas.microsoft.com/office/drawing/2014/main" id="{0B05B03F-17A7-31F9-960A-86132F9146A4}"/>
              </a:ext>
            </a:extLst>
          </p:cNvPr>
          <p:cNvGrpSpPr/>
          <p:nvPr/>
        </p:nvGrpSpPr>
        <p:grpSpPr>
          <a:xfrm>
            <a:off x="518625" y="3022942"/>
            <a:ext cx="1963733" cy="2888436"/>
            <a:chOff x="661623" y="3086108"/>
            <a:chExt cx="1963733" cy="2888436"/>
          </a:xfrm>
        </p:grpSpPr>
        <p:grpSp>
          <p:nvGrpSpPr>
            <p:cNvPr id="68" name="Group 67">
              <a:extLst>
                <a:ext uri="{FF2B5EF4-FFF2-40B4-BE49-F238E27FC236}">
                  <a16:creationId xmlns:a16="http://schemas.microsoft.com/office/drawing/2014/main" id="{EFDBE5FA-D516-0B34-80E4-29A758DA0F4E}"/>
                </a:ext>
              </a:extLst>
            </p:cNvPr>
            <p:cNvGrpSpPr/>
            <p:nvPr/>
          </p:nvGrpSpPr>
          <p:grpSpPr>
            <a:xfrm>
              <a:off x="661623" y="3086108"/>
              <a:ext cx="1963733" cy="2888436"/>
              <a:chOff x="661623" y="3086108"/>
              <a:chExt cx="1963733" cy="2888436"/>
            </a:xfrm>
          </p:grpSpPr>
          <p:sp>
            <p:nvSpPr>
              <p:cNvPr id="145" name="Rounded Rectangle 174">
                <a:extLst>
                  <a:ext uri="{FF2B5EF4-FFF2-40B4-BE49-F238E27FC236}">
                    <a16:creationId xmlns:a16="http://schemas.microsoft.com/office/drawing/2014/main" id="{4A664727-DE47-8048-FE3A-2493DC3715CD}"/>
                  </a:ext>
                </a:extLst>
              </p:cNvPr>
              <p:cNvSpPr/>
              <p:nvPr/>
            </p:nvSpPr>
            <p:spPr>
              <a:xfrm>
                <a:off x="661623" y="3242994"/>
                <a:ext cx="1963733" cy="2731550"/>
              </a:xfrm>
              <a:prstGeom prst="roundRect">
                <a:avLst>
                  <a:gd name="adj" fmla="val 8585"/>
                </a:avLst>
              </a:prstGeom>
              <a:solidFill>
                <a:schemeClr val="bg1"/>
              </a:solidFill>
              <a:ln w="12700">
                <a:solidFill>
                  <a:schemeClr val="bg2"/>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600" dirty="0">
                  <a:ln w="0">
                    <a:solidFill>
                      <a:sysClr val="windowText" lastClr="000000"/>
                    </a:solidFill>
                  </a:ln>
                  <a:solidFill>
                    <a:schemeClr val="tx1"/>
                  </a:solidFill>
                  <a:effectLst>
                    <a:outerShdw blurRad="38100" dist="19050" dir="2700000" algn="tl" rotWithShape="0">
                      <a:schemeClr val="dk1">
                        <a:alpha val="40000"/>
                      </a:schemeClr>
                    </a:outerShdw>
                  </a:effectLst>
                </a:endParaRPr>
              </a:p>
            </p:txBody>
          </p:sp>
          <p:sp>
            <p:nvSpPr>
              <p:cNvPr id="146" name="TextBox 145">
                <a:extLst>
                  <a:ext uri="{FF2B5EF4-FFF2-40B4-BE49-F238E27FC236}">
                    <a16:creationId xmlns:a16="http://schemas.microsoft.com/office/drawing/2014/main" id="{9C2C7D91-5FC9-F469-E2F5-23536C094A7C}"/>
                  </a:ext>
                </a:extLst>
              </p:cNvPr>
              <p:cNvSpPr txBox="1"/>
              <p:nvPr/>
            </p:nvSpPr>
            <p:spPr>
              <a:xfrm>
                <a:off x="1219483" y="3086108"/>
                <a:ext cx="848012" cy="303536"/>
              </a:xfrm>
              <a:prstGeom prst="rect">
                <a:avLst/>
              </a:prstGeom>
              <a:solidFill>
                <a:schemeClr val="bg1"/>
              </a:solidFill>
            </p:spPr>
            <p:txBody>
              <a:bodyPr wrap="square" tIns="36000" bIns="36000" rtlCol="0">
                <a:spAutoFit/>
              </a:bodyPr>
              <a:lstStyle/>
              <a:p>
                <a:pPr defTabSz="685783">
                  <a:buClrTx/>
                </a:pPr>
                <a:r>
                  <a:rPr lang="en-US" sz="1500" dirty="0">
                    <a:solidFill>
                      <a:schemeClr val="tx1">
                        <a:lumMod val="75000"/>
                      </a:schemeClr>
                    </a:solidFill>
                    <a:latin typeface="Source Sans Pro" panose="020B0503030403020204" pitchFamily="34" charset="0"/>
                    <a:ea typeface="Source Sans Pro" panose="020B0503030403020204" pitchFamily="34" charset="0"/>
                    <a:cs typeface="Source Sans Pro Light" charset="0"/>
                  </a:rPr>
                  <a:t>Legend</a:t>
                </a:r>
              </a:p>
            </p:txBody>
          </p:sp>
        </p:grpSp>
        <p:sp>
          <p:nvSpPr>
            <p:cNvPr id="136" name="Rounded Rectangle 135">
              <a:extLst>
                <a:ext uri="{FF2B5EF4-FFF2-40B4-BE49-F238E27FC236}">
                  <a16:creationId xmlns:a16="http://schemas.microsoft.com/office/drawing/2014/main" id="{B6D62123-BD46-A079-328A-3F4FEA0854FA}"/>
                </a:ext>
              </a:extLst>
            </p:cNvPr>
            <p:cNvSpPr/>
            <p:nvPr/>
          </p:nvSpPr>
          <p:spPr>
            <a:xfrm>
              <a:off x="843418" y="3438608"/>
              <a:ext cx="1620000" cy="385200"/>
            </a:xfrm>
            <a:prstGeom prst="roundRect">
              <a:avLst>
                <a:gd name="adj" fmla="val 6304"/>
              </a:avLst>
            </a:prstGeom>
            <a:solidFill>
              <a:schemeClr val="accent1"/>
            </a:solidFill>
            <a:ln>
              <a:no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defRPr/>
              </a:pPr>
              <a:r>
                <a:rPr lang="en-US" sz="1000" dirty="0">
                  <a:solidFill>
                    <a:srgbClr val="FFFFFF"/>
                  </a:solidFill>
                  <a:latin typeface="Source Sans Pro" panose="020B0503030403020204" pitchFamily="34" charset="0"/>
                  <a:ea typeface="Source Sans Pro" panose="020B0503030403020204" pitchFamily="34" charset="0"/>
                  <a:cs typeface="Source Sans Pro Light" charset="0"/>
                </a:rPr>
                <a:t>Core Modules</a:t>
              </a:r>
            </a:p>
          </p:txBody>
        </p:sp>
        <p:sp>
          <p:nvSpPr>
            <p:cNvPr id="137" name="Rounded Rectangle 136">
              <a:extLst>
                <a:ext uri="{FF2B5EF4-FFF2-40B4-BE49-F238E27FC236}">
                  <a16:creationId xmlns:a16="http://schemas.microsoft.com/office/drawing/2014/main" id="{C045BDBA-F061-BB5F-BABA-A1D9E764D9D0}"/>
                </a:ext>
              </a:extLst>
            </p:cNvPr>
            <p:cNvSpPr/>
            <p:nvPr/>
          </p:nvSpPr>
          <p:spPr>
            <a:xfrm>
              <a:off x="843418" y="4155285"/>
              <a:ext cx="1620000" cy="385200"/>
            </a:xfrm>
            <a:prstGeom prst="roundRect">
              <a:avLst>
                <a:gd name="adj" fmla="val 11196"/>
              </a:avLst>
            </a:prstGeom>
            <a:solidFill>
              <a:schemeClr val="accent4"/>
            </a:solidFill>
            <a:ln>
              <a:no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defRPr/>
              </a:pPr>
              <a:r>
                <a:rPr lang="en-US" sz="1000" dirty="0">
                  <a:solidFill>
                    <a:srgbClr val="FFFFFF"/>
                  </a:solidFill>
                  <a:latin typeface="Source Sans Pro" panose="020B0503030403020204" pitchFamily="34" charset="0"/>
                  <a:ea typeface="Source Sans Pro" panose="020B0503030403020204" pitchFamily="34" charset="0"/>
                  <a:cs typeface="Arial" panose="020B0604020202020204" pitchFamily="34" charset="0"/>
                </a:rPr>
                <a:t>Managed Code</a:t>
              </a:r>
            </a:p>
          </p:txBody>
        </p:sp>
        <p:sp>
          <p:nvSpPr>
            <p:cNvPr id="138" name="Rounded Rectangle 137">
              <a:extLst>
                <a:ext uri="{FF2B5EF4-FFF2-40B4-BE49-F238E27FC236}">
                  <a16:creationId xmlns:a16="http://schemas.microsoft.com/office/drawing/2014/main" id="{D58012A7-2BB5-B032-5DAF-4EE63162E17D}"/>
                </a:ext>
              </a:extLst>
            </p:cNvPr>
            <p:cNvSpPr/>
            <p:nvPr/>
          </p:nvSpPr>
          <p:spPr>
            <a:xfrm>
              <a:off x="843418" y="4671134"/>
              <a:ext cx="1620000" cy="385200"/>
            </a:xfrm>
            <a:prstGeom prst="roundRect">
              <a:avLst>
                <a:gd name="adj" fmla="val 11196"/>
              </a:avLst>
            </a:prstGeom>
            <a:solidFill>
              <a:schemeClr val="accent6"/>
            </a:solidFill>
            <a:ln>
              <a:no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defRPr/>
              </a:pPr>
              <a:r>
                <a:rPr lang="en-US" sz="1000" dirty="0">
                  <a:solidFill>
                    <a:srgbClr val="FFFFFF"/>
                  </a:solidFill>
                  <a:latin typeface="Source Sans Pro" panose="020B0503030403020204" pitchFamily="34" charset="0"/>
                  <a:ea typeface="Source Sans Pro" panose="020B0503030403020204" pitchFamily="34" charset="0"/>
                  <a:cs typeface="Arial" panose="020B0604020202020204" pitchFamily="34" charset="0"/>
                </a:rPr>
                <a:t>Native Code</a:t>
              </a:r>
            </a:p>
          </p:txBody>
        </p:sp>
        <p:sp>
          <p:nvSpPr>
            <p:cNvPr id="139" name="Rounded Rectangle 7">
              <a:extLst>
                <a:ext uri="{FF2B5EF4-FFF2-40B4-BE49-F238E27FC236}">
                  <a16:creationId xmlns:a16="http://schemas.microsoft.com/office/drawing/2014/main" id="{52BF3F00-ADCD-3257-AA7D-90D34C319116}"/>
                </a:ext>
              </a:extLst>
            </p:cNvPr>
            <p:cNvSpPr/>
            <p:nvPr/>
          </p:nvSpPr>
          <p:spPr>
            <a:xfrm>
              <a:off x="843418" y="5387811"/>
              <a:ext cx="1620000" cy="385889"/>
            </a:xfrm>
            <a:prstGeom prst="roundRect">
              <a:avLst/>
            </a:prstGeom>
            <a:solidFill>
              <a:schemeClr val="tx1"/>
            </a:solidFill>
            <a:ln>
              <a:no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000" dirty="0">
                  <a:solidFill>
                    <a:srgbClr val="FFFFFF"/>
                  </a:solidFill>
                  <a:latin typeface="Source Sans Pro" panose="020B0503030403020204" pitchFamily="34" charset="0"/>
                  <a:ea typeface="Source Sans Pro" panose="020B0503030403020204" pitchFamily="34" charset="0"/>
                  <a:cs typeface="Source Sans Pro Light" charset="0"/>
                </a:rPr>
                <a:t>Build Tool</a:t>
              </a:r>
            </a:p>
          </p:txBody>
        </p:sp>
      </p:grpSp>
    </p:spTree>
    <p:extLst>
      <p:ext uri="{BB962C8B-B14F-4D97-AF65-F5344CB8AC3E}">
        <p14:creationId xmlns:p14="http://schemas.microsoft.com/office/powerpoint/2010/main" val="2577483227"/>
      </p:ext>
    </p:extLst>
  </p:cSld>
  <p:clrMapOvr>
    <a:masterClrMapping/>
  </p:clrMapOvr>
</p:sld>
</file>

<file path=ppt/theme/theme1.xml><?xml version="1.0" encoding="utf-8"?>
<a:theme xmlns:a="http://schemas.openxmlformats.org/drawingml/2006/main" name="Template-MicroEJ">
  <a:themeElements>
    <a:clrScheme name="MICROEJ Colors">
      <a:dk1>
        <a:srgbClr val="4B5357"/>
      </a:dk1>
      <a:lt1>
        <a:srgbClr val="FFFFFF"/>
      </a:lt1>
      <a:dk2>
        <a:srgbClr val="717D83"/>
      </a:dk2>
      <a:lt2>
        <a:srgbClr val="CBD3D7"/>
      </a:lt2>
      <a:accent1>
        <a:srgbClr val="EE502E"/>
      </a:accent1>
      <a:accent2>
        <a:srgbClr val="00AEC7"/>
      </a:accent2>
      <a:accent3>
        <a:srgbClr val="FFC845"/>
      </a:accent3>
      <a:accent4>
        <a:srgbClr val="6CC24A"/>
      </a:accent4>
      <a:accent5>
        <a:srgbClr val="48A13E"/>
      </a:accent5>
      <a:accent6>
        <a:srgbClr val="F7A330"/>
      </a:accent6>
      <a:hlink>
        <a:srgbClr val="CF4520"/>
      </a:hlink>
      <a:folHlink>
        <a:srgbClr val="008EAA"/>
      </a:folHlink>
    </a:clrScheme>
    <a:fontScheme name="MicroEJ">
      <a:majorFont>
        <a:latin typeface="Calibri Light"/>
        <a:ea typeface=""/>
        <a:cs typeface=""/>
      </a:majorFont>
      <a:minorFont>
        <a:latin typeface="Calibri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vert="horz" wrap="square" lIns="0" tIns="0" rIns="0" bIns="0" numCol="1" spcCol="288000" rtlCol="0" anchor="t" anchorCtr="0">
        <a:spAutoFit/>
      </a:bodyPr>
      <a:lstStyle>
        <a:defPPr algn="l">
          <a:spcBef>
            <a:spcPts val="0"/>
          </a:spcBef>
          <a:spcAft>
            <a:spcPts val="600"/>
          </a:spcAft>
          <a:defRPr sz="1400" b="0" i="0" spc="0" dirty="0" smtClean="0">
            <a:ln>
              <a:noFill/>
            </a:ln>
            <a:solidFill>
              <a:schemeClr val="tx2"/>
            </a:solidFill>
            <a:latin typeface="Source Sans Pro Light" charset="0"/>
            <a:ea typeface="Source Sans Pro Light" charset="0"/>
            <a:cs typeface="Source Sans Pro Light" charset="0"/>
          </a:defRPr>
        </a:defPPr>
      </a:lstStyle>
    </a:txDef>
  </a:objectDefaults>
  <a:extraClrSchemeLst/>
  <a:extLst>
    <a:ext uri="{05A4C25C-085E-4340-85A3-A5531E510DB2}">
      <thm15:themeFamily xmlns:thm15="http://schemas.microsoft.com/office/thememl/2012/main" name="Presentation1" id="{EE3A07ED-0379-E24A-BC90-FACFD2A0C780}" vid="{80386DEA-1A03-5749-9349-642315992A9F}"/>
    </a:ext>
  </a:extLst>
</a:theme>
</file>

<file path=ppt/theme/theme2.xml><?xml version="1.0" encoding="utf-8"?>
<a:theme xmlns:a="http://schemas.openxmlformats.org/drawingml/2006/main" name="Theme1">
  <a:themeElements>
    <a:clrScheme name="MICROEJ Colors">
      <a:dk1>
        <a:srgbClr val="4B5357"/>
      </a:dk1>
      <a:lt1>
        <a:srgbClr val="FFFFFF"/>
      </a:lt1>
      <a:dk2>
        <a:srgbClr val="717D83"/>
      </a:dk2>
      <a:lt2>
        <a:srgbClr val="CBD3D7"/>
      </a:lt2>
      <a:accent1>
        <a:srgbClr val="EE502E"/>
      </a:accent1>
      <a:accent2>
        <a:srgbClr val="00AEC7"/>
      </a:accent2>
      <a:accent3>
        <a:srgbClr val="FFC845"/>
      </a:accent3>
      <a:accent4>
        <a:srgbClr val="6CC24A"/>
      </a:accent4>
      <a:accent5>
        <a:srgbClr val="48A13E"/>
      </a:accent5>
      <a:accent6>
        <a:srgbClr val="F7A330"/>
      </a:accent6>
      <a:hlink>
        <a:srgbClr val="CF4520"/>
      </a:hlink>
      <a:folHlink>
        <a:srgbClr val="008EAA"/>
      </a:folHlink>
    </a:clrScheme>
    <a:fontScheme name="MICOREJ / Font charter">
      <a:majorFont>
        <a:latin typeface="Source Sans Pro"/>
        <a:ea typeface=""/>
        <a:cs typeface=""/>
      </a:majorFont>
      <a:minorFont>
        <a:latin typeface="Source Sans Pro"/>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vert="horz" wrap="square" lIns="0" tIns="0" rIns="0" bIns="0" numCol="1" spcCol="288000" rtlCol="0" anchor="t" anchorCtr="0">
        <a:spAutoFit/>
      </a:bodyPr>
      <a:lstStyle>
        <a:defPPr algn="l">
          <a:spcBef>
            <a:spcPts val="0"/>
          </a:spcBef>
          <a:spcAft>
            <a:spcPts val="600"/>
          </a:spcAft>
          <a:defRPr sz="1400" b="0" i="0" spc="0" dirty="0" smtClean="0">
            <a:ln>
              <a:noFill/>
            </a:ln>
            <a:solidFill>
              <a:schemeClr val="tx2"/>
            </a:solidFill>
            <a:latin typeface="Source Sans Pro Light" charset="0"/>
            <a:ea typeface="Source Sans Pro Light" charset="0"/>
            <a:cs typeface="Source Sans Pro Light" charset="0"/>
          </a:defRPr>
        </a:defPPr>
      </a:lstStyle>
    </a:txDef>
  </a:objectDefaults>
  <a:extraClrSchemeLst/>
  <a:extLst>
    <a:ext uri="{05A4C25C-085E-4340-85A3-A5531E510DB2}">
      <thm15:themeFamily xmlns:thm15="http://schemas.microsoft.com/office/thememl/2012/main" name="Presentation1" id="{EE3A07ED-0379-E24A-BC90-FACFD2A0C780}" vid="{A964CB80-56DF-884E-837B-88722CDEAB88}"/>
    </a:ext>
  </a:extLst>
</a:theme>
</file>

<file path=ppt/theme/theme3.xml><?xml version="1.0" encoding="utf-8"?>
<a:theme xmlns:a="http://schemas.openxmlformats.org/drawingml/2006/main" name="1_Theme1">
  <a:themeElements>
    <a:clrScheme name="MICROEJ Colors">
      <a:dk1>
        <a:srgbClr val="4B5357"/>
      </a:dk1>
      <a:lt1>
        <a:srgbClr val="FFFFFF"/>
      </a:lt1>
      <a:dk2>
        <a:srgbClr val="717D83"/>
      </a:dk2>
      <a:lt2>
        <a:srgbClr val="CBD3D7"/>
      </a:lt2>
      <a:accent1>
        <a:srgbClr val="EE502E"/>
      </a:accent1>
      <a:accent2>
        <a:srgbClr val="00AEC7"/>
      </a:accent2>
      <a:accent3>
        <a:srgbClr val="FFC845"/>
      </a:accent3>
      <a:accent4>
        <a:srgbClr val="6CC24A"/>
      </a:accent4>
      <a:accent5>
        <a:srgbClr val="48A13E"/>
      </a:accent5>
      <a:accent6>
        <a:srgbClr val="F7A330"/>
      </a:accent6>
      <a:hlink>
        <a:srgbClr val="CF4520"/>
      </a:hlink>
      <a:folHlink>
        <a:srgbClr val="008EAA"/>
      </a:folHlink>
    </a:clrScheme>
    <a:fontScheme name="MICOREJ / Font charter">
      <a:majorFont>
        <a:latin typeface="Source Sans Pro"/>
        <a:ea typeface=""/>
        <a:cs typeface=""/>
      </a:majorFont>
      <a:minorFont>
        <a:latin typeface="Source Sans Pro"/>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vert="horz" wrap="square" lIns="0" tIns="0" rIns="0" bIns="0" numCol="1" spcCol="288000" rtlCol="0" anchor="t" anchorCtr="0">
        <a:spAutoFit/>
      </a:bodyPr>
      <a:lstStyle>
        <a:defPPr algn="l">
          <a:spcBef>
            <a:spcPts val="0"/>
          </a:spcBef>
          <a:spcAft>
            <a:spcPts val="600"/>
          </a:spcAft>
          <a:defRPr sz="1400" b="0" i="0" spc="0" dirty="0" smtClean="0">
            <a:ln>
              <a:noFill/>
            </a:ln>
            <a:solidFill>
              <a:schemeClr val="tx2"/>
            </a:solidFill>
            <a:latin typeface="Source Sans Pro Light" charset="0"/>
            <a:ea typeface="Source Sans Pro Light" charset="0"/>
            <a:cs typeface="Source Sans Pro Light" charset="0"/>
          </a:defRPr>
        </a:defPPr>
      </a:lstStyle>
    </a:txDef>
  </a:objectDefaults>
  <a:extraClrSchemeLst/>
  <a:extLst>
    <a:ext uri="{05A4C25C-085E-4340-85A3-A5531E510DB2}">
      <thm15:themeFamily xmlns:thm15="http://schemas.microsoft.com/office/thememl/2012/main" name="Presentation1" id="{EE3A07ED-0379-E24A-BC90-FACFD2A0C780}" vid="{A964CB80-56DF-884E-837B-88722CDEAB88}"/>
    </a:ext>
  </a:extLst>
</a:theme>
</file>

<file path=ppt/theme/theme4.xml><?xml version="1.0" encoding="utf-8"?>
<a:theme xmlns:a="http://schemas.openxmlformats.org/drawingml/2006/main" name="2_Theme1">
  <a:themeElements>
    <a:clrScheme name="MICROEJ Colors">
      <a:dk1>
        <a:srgbClr val="4B5357"/>
      </a:dk1>
      <a:lt1>
        <a:srgbClr val="FFFFFF"/>
      </a:lt1>
      <a:dk2>
        <a:srgbClr val="717D83"/>
      </a:dk2>
      <a:lt2>
        <a:srgbClr val="CBD3D7"/>
      </a:lt2>
      <a:accent1>
        <a:srgbClr val="EE502E"/>
      </a:accent1>
      <a:accent2>
        <a:srgbClr val="00AEC7"/>
      </a:accent2>
      <a:accent3>
        <a:srgbClr val="FFC845"/>
      </a:accent3>
      <a:accent4>
        <a:srgbClr val="6CC24A"/>
      </a:accent4>
      <a:accent5>
        <a:srgbClr val="48A13E"/>
      </a:accent5>
      <a:accent6>
        <a:srgbClr val="F7A330"/>
      </a:accent6>
      <a:hlink>
        <a:srgbClr val="CF4520"/>
      </a:hlink>
      <a:folHlink>
        <a:srgbClr val="008EAA"/>
      </a:folHlink>
    </a:clrScheme>
    <a:fontScheme name="MICOREJ / Font charter">
      <a:majorFont>
        <a:latin typeface="Source Sans Pro"/>
        <a:ea typeface=""/>
        <a:cs typeface=""/>
      </a:majorFont>
      <a:minorFont>
        <a:latin typeface="Source Sans Pro"/>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vert="horz" wrap="square" lIns="0" tIns="0" rIns="0" bIns="0" numCol="1" spcCol="288000" rtlCol="0" anchor="t" anchorCtr="0">
        <a:spAutoFit/>
      </a:bodyPr>
      <a:lstStyle>
        <a:defPPr algn="l">
          <a:spcBef>
            <a:spcPts val="0"/>
          </a:spcBef>
          <a:spcAft>
            <a:spcPts val="600"/>
          </a:spcAft>
          <a:defRPr sz="1400" b="0" i="0" spc="0" dirty="0" smtClean="0">
            <a:ln>
              <a:noFill/>
            </a:ln>
            <a:solidFill>
              <a:schemeClr val="tx2"/>
            </a:solidFill>
            <a:latin typeface="Source Sans Pro Light" charset="0"/>
            <a:ea typeface="Source Sans Pro Light" charset="0"/>
            <a:cs typeface="Source Sans Pro Light" charset="0"/>
          </a:defRPr>
        </a:defPPr>
      </a:lstStyle>
    </a:txDef>
  </a:objectDefaults>
  <a:extraClrSchemeLst/>
  <a:extLst>
    <a:ext uri="{05A4C25C-085E-4340-85A3-A5531E510DB2}">
      <thm15:themeFamily xmlns:thm15="http://schemas.microsoft.com/office/thememl/2012/main" name="Presentation1" id="{EE3A07ED-0379-E24A-BC90-FACFD2A0C780}" vid="{A964CB80-56DF-884E-837B-88722CDEAB88}"/>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Template_16-9_Microej_Charter</Template>
  <TotalTime>3983</TotalTime>
  <Words>530</Words>
  <Application>Microsoft Office PowerPoint</Application>
  <PresentationFormat>Widescreen</PresentationFormat>
  <Paragraphs>174</Paragraphs>
  <Slides>5</Slides>
  <Notes>0</Notes>
  <HiddenSlides>0</HiddenSlides>
  <MMClips>0</MMClips>
  <ScaleCrop>false</ScaleCrop>
  <HeadingPairs>
    <vt:vector size="6" baseType="variant">
      <vt:variant>
        <vt:lpstr>Fonts Used</vt:lpstr>
      </vt:variant>
      <vt:variant>
        <vt:i4>9</vt:i4>
      </vt:variant>
      <vt:variant>
        <vt:lpstr>Theme</vt:lpstr>
      </vt:variant>
      <vt:variant>
        <vt:i4>4</vt:i4>
      </vt:variant>
      <vt:variant>
        <vt:lpstr>Slide Titles</vt:lpstr>
      </vt:variant>
      <vt:variant>
        <vt:i4>5</vt:i4>
      </vt:variant>
    </vt:vector>
  </HeadingPairs>
  <TitlesOfParts>
    <vt:vector size="18" baseType="lpstr">
      <vt:lpstr>Arial</vt:lpstr>
      <vt:lpstr>Brandon Grotesque Black</vt:lpstr>
      <vt:lpstr>Calibri Light</vt:lpstr>
      <vt:lpstr>Calibri Regular</vt:lpstr>
      <vt:lpstr>Courier New</vt:lpstr>
      <vt:lpstr>Source Sans Pro</vt:lpstr>
      <vt:lpstr>Source Sans Pro Black</vt:lpstr>
      <vt:lpstr>Source Sans Pro ExtraLight</vt:lpstr>
      <vt:lpstr>Source Sans Pro Light</vt:lpstr>
      <vt:lpstr>Template-MicroEJ</vt:lpstr>
      <vt:lpstr>Theme1</vt:lpstr>
      <vt:lpstr>1_Theme1</vt:lpstr>
      <vt:lpstr>2_Theme1</vt:lpstr>
      <vt:lpstr>PowerPoint Presentation</vt:lpstr>
      <vt:lpstr>PowerPoint Presentation</vt:lpstr>
      <vt:lpstr>PowerPoint Presentation</vt:lpstr>
      <vt:lpstr>OLD </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Pierre Rivron</dc:creator>
  <cp:keywords/>
  <dc:description/>
  <cp:lastModifiedBy>Frédéric Rivière</cp:lastModifiedBy>
  <cp:revision>411</cp:revision>
  <cp:lastPrinted>2019-09-26T12:34:57Z</cp:lastPrinted>
  <dcterms:created xsi:type="dcterms:W3CDTF">2019-10-29T10:44:00Z</dcterms:created>
  <dcterms:modified xsi:type="dcterms:W3CDTF">2025-11-06T14:23:51Z</dcterms:modified>
  <cp:category/>
</cp:coreProperties>
</file>