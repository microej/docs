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3.xml" ContentType="application/vnd.openxmlformats-officedocument.theme+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2" saveSubsetFonts="1">
  <p:sldMasterIdLst>
    <p:sldMasterId id="2147483660" r:id="rId1"/>
    <p:sldMasterId id="2147483750" r:id="rId2"/>
    <p:sldMasterId id="2147483789" r:id="rId3"/>
    <p:sldMasterId id="2147483811" r:id="rId4"/>
  </p:sldMasterIdLst>
  <p:notesMasterIdLst>
    <p:notesMasterId r:id="rId10"/>
  </p:notesMasterIdLst>
  <p:handoutMasterIdLst>
    <p:handoutMasterId r:id="rId11"/>
  </p:handoutMasterIdLst>
  <p:sldIdLst>
    <p:sldId id="306" r:id="rId5"/>
    <p:sldId id="544" r:id="rId6"/>
    <p:sldId id="548" r:id="rId7"/>
    <p:sldId id="549" r:id="rId8"/>
    <p:sldId id="545" r:id="rId9"/>
  </p:sldIdLst>
  <p:sldSz cx="12192000" cy="6858000"/>
  <p:notesSz cx="6858000" cy="9144000"/>
  <p:defaultTex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érôme Leroux" initials="JL" lastIdx="10" clrIdx="0"/>
  <p:cmAuthor id="2" name="Rémy Louedec" initials=""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6D76"/>
    <a:srgbClr val="71B84D"/>
    <a:srgbClr val="EE502E"/>
    <a:srgbClr val="00AEC7"/>
    <a:srgbClr val="A9B1B5"/>
    <a:srgbClr val="FFA300"/>
    <a:srgbClr val="E64213"/>
    <a:srgbClr val="FFC845"/>
    <a:srgbClr val="E5E9EB"/>
    <a:srgbClr val="463A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10" autoAdjust="0"/>
    <p:restoredTop sz="96646" autoAdjust="0"/>
  </p:normalViewPr>
  <p:slideViewPr>
    <p:cSldViewPr>
      <p:cViewPr varScale="1">
        <p:scale>
          <a:sx n="110" d="100"/>
          <a:sy n="110" d="100"/>
        </p:scale>
        <p:origin x="870" y="9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p:cViewPr varScale="1">
        <p:scale>
          <a:sx n="105" d="100"/>
          <a:sy n="105" d="100"/>
        </p:scale>
        <p:origin x="4368" y="1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slide" Target="slides/slide3.xml"/><Relationship Id="rId12"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r>
              <a:rPr lang="en-US">
                <a:latin typeface="Calibri Regular" charset="0"/>
              </a:rPr>
              <a:t>ddddd</a:t>
            </a:r>
            <a:endParaRPr lang="en-US" dirty="0">
              <a:latin typeface="Calibri Regular"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28231F4-865A-3043-956B-D8F8DAEB626F}" type="datetime1">
              <a:rPr lang="fr-FR" smtClean="0">
                <a:latin typeface="Calibri Regular" charset="0"/>
              </a:rPr>
              <a:t>07/11/2025</a:t>
            </a:fld>
            <a:endParaRPr lang="en-US" dirty="0">
              <a:latin typeface="Calibri Regular"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en-US">
                <a:latin typeface="Calibri Regular" charset="0"/>
              </a:rPr>
              <a:t>dddddd</a:t>
            </a:r>
            <a:endParaRPr lang="en-US" dirty="0">
              <a:latin typeface="Calibri Regular"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C1BCF83-E995-406B-90B7-34CBC7B459E2}" type="slidenum">
              <a:rPr lang="en-US" smtClean="0">
                <a:latin typeface="Calibri Regular" charset="0"/>
              </a:rPr>
              <a:t>‹#›</a:t>
            </a:fld>
            <a:endParaRPr lang="en-US" dirty="0">
              <a:latin typeface="Calibri Regular" charset="0"/>
            </a:endParaRPr>
          </a:p>
        </p:txBody>
      </p:sp>
    </p:spTree>
    <p:extLst>
      <p:ext uri="{BB962C8B-B14F-4D97-AF65-F5344CB8AC3E}">
        <p14:creationId xmlns:p14="http://schemas.microsoft.com/office/powerpoint/2010/main" val="150386224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b="0" i="0">
                <a:latin typeface="Calibri Regular" charset="0"/>
              </a:defRPr>
            </a:lvl1pPr>
          </a:lstStyle>
          <a:p>
            <a:r>
              <a:rPr lang="en-US"/>
              <a:t>ddddd</a:t>
            </a: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b="0" i="0">
                <a:latin typeface="Calibri Regular" charset="0"/>
              </a:defRPr>
            </a:lvl1pPr>
          </a:lstStyle>
          <a:p>
            <a:fld id="{D125E8DA-58CB-F841-A404-E11EC1E2C988}" type="datetime1">
              <a:rPr lang="fr-FR" smtClean="0"/>
              <a:t>07/11/2025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b="0" i="0">
                <a:latin typeface="Calibri Regular" charset="0"/>
              </a:defRPr>
            </a:lvl1pPr>
          </a:lstStyle>
          <a:p>
            <a:r>
              <a:rPr lang="en-US"/>
              <a:t>dddddd</a:t>
            </a: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b="0" i="0">
                <a:latin typeface="Calibri Regular" charset="0"/>
              </a:defRPr>
            </a:lvl1pPr>
          </a:lstStyle>
          <a:p>
            <a:fld id="{63D2F4DC-CE54-4109-8EF4-A6E1D0DA46F1}" type="slidenum">
              <a:rPr lang="en-US" smtClean="0"/>
              <a:pPr/>
              <a:t>‹#›</a:t>
            </a:fld>
            <a:endParaRPr lang="en-US" dirty="0"/>
          </a:p>
        </p:txBody>
      </p:sp>
    </p:spTree>
    <p:extLst>
      <p:ext uri="{BB962C8B-B14F-4D97-AF65-F5344CB8AC3E}">
        <p14:creationId xmlns:p14="http://schemas.microsoft.com/office/powerpoint/2010/main" val="2834552350"/>
      </p:ext>
    </p:extLst>
  </p:cSld>
  <p:clrMap bg1="lt1" tx1="dk1" bg2="lt2" tx2="dk2" accent1="accent1" accent2="accent2" accent3="accent3" accent4="accent4" accent5="accent5" accent6="accent6" hlink="hlink" folHlink="folHlink"/>
  <p:hf sldNum="0" hdr="0" ftr="0" dt="0"/>
  <p:notesStyle>
    <a:lvl1pPr marL="0" algn="l" defTabSz="914377" rtl="0" eaLnBrk="1" latinLnBrk="0" hangingPunct="1">
      <a:defRPr sz="1200" b="0" i="0" kern="1200">
        <a:solidFill>
          <a:schemeClr val="tx1"/>
        </a:solidFill>
        <a:latin typeface="Calibri Regular" charset="0"/>
        <a:ea typeface="+mn-ea"/>
        <a:cs typeface="+mn-cs"/>
      </a:defRPr>
    </a:lvl1pPr>
    <a:lvl2pPr marL="457189" algn="l" defTabSz="914377" rtl="0" eaLnBrk="1" latinLnBrk="0" hangingPunct="1">
      <a:defRPr sz="1200" b="0" i="0" kern="1200">
        <a:solidFill>
          <a:schemeClr val="tx1"/>
        </a:solidFill>
        <a:latin typeface="Calibri Regular" charset="0"/>
        <a:ea typeface="+mn-ea"/>
        <a:cs typeface="+mn-cs"/>
      </a:defRPr>
    </a:lvl2pPr>
    <a:lvl3pPr marL="914377" algn="l" defTabSz="914377" rtl="0" eaLnBrk="1" latinLnBrk="0" hangingPunct="1">
      <a:defRPr sz="1200" b="0" i="0" kern="1200">
        <a:solidFill>
          <a:schemeClr val="tx1"/>
        </a:solidFill>
        <a:latin typeface="Calibri Regular" charset="0"/>
        <a:ea typeface="+mn-ea"/>
        <a:cs typeface="+mn-cs"/>
      </a:defRPr>
    </a:lvl3pPr>
    <a:lvl4pPr marL="1371566" algn="l" defTabSz="914377" rtl="0" eaLnBrk="1" latinLnBrk="0" hangingPunct="1">
      <a:defRPr sz="1200" b="0" i="0" kern="1200">
        <a:solidFill>
          <a:schemeClr val="tx1"/>
        </a:solidFill>
        <a:latin typeface="Calibri Regular" charset="0"/>
        <a:ea typeface="+mn-ea"/>
        <a:cs typeface="+mn-cs"/>
      </a:defRPr>
    </a:lvl4pPr>
    <a:lvl5pPr marL="1828754" algn="l" defTabSz="914377" rtl="0" eaLnBrk="1" latinLnBrk="0" hangingPunct="1">
      <a:defRPr sz="1200" b="0" i="0" kern="1200">
        <a:solidFill>
          <a:schemeClr val="tx1"/>
        </a:solidFill>
        <a:latin typeface="Calibri Regular" charset="0"/>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d Chapter / Title_subtitle">
    <p:spTree>
      <p:nvGrpSpPr>
        <p:cNvPr id="1" name=""/>
        <p:cNvGrpSpPr/>
        <p:nvPr/>
      </p:nvGrpSpPr>
      <p:grpSpPr>
        <a:xfrm>
          <a:off x="0" y="0"/>
          <a:ext cx="0" cy="0"/>
          <a:chOff x="0" y="0"/>
          <a:chExt cx="0" cy="0"/>
        </a:xfrm>
      </p:grpSpPr>
      <p:sp>
        <p:nvSpPr>
          <p:cNvPr id="2"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raphic Chapter / Title_subtitle">
    <p:spTree>
      <p:nvGrpSpPr>
        <p:cNvPr id="1" name=""/>
        <p:cNvGrpSpPr/>
        <p:nvPr/>
      </p:nvGrpSpPr>
      <p:grpSpPr>
        <a:xfrm>
          <a:off x="0" y="0"/>
          <a:ext cx="0" cy="0"/>
          <a:chOff x="0" y="0"/>
          <a:chExt cx="0" cy="0"/>
        </a:xfrm>
      </p:grpSpPr>
      <p:cxnSp>
        <p:nvCxnSpPr>
          <p:cNvPr id="20" name="Straight Connector 19"/>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Click icon to add picture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Red Chapter / Title_Subtitle_Number">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Click icon to add picture</a:t>
            </a:r>
          </a:p>
        </p:txBody>
      </p:sp>
      <p:cxnSp>
        <p:nvCxnSpPr>
          <p:cNvPr id="20" name="Straight Connector 19"/>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ed SubChapter / Title ">
    <p:spTree>
      <p:nvGrpSpPr>
        <p:cNvPr id="1" name=""/>
        <p:cNvGrpSpPr/>
        <p:nvPr/>
      </p:nvGrpSpPr>
      <p:grpSpPr>
        <a:xfrm>
          <a:off x="0" y="0"/>
          <a:ext cx="0" cy="0"/>
          <a:chOff x="0" y="0"/>
          <a:chExt cx="0" cy="0"/>
        </a:xfrm>
      </p:grpSpPr>
      <p:sp>
        <p:nvSpPr>
          <p:cNvPr id="15" name="Rectangle 14"/>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514217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2lines_Only">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Column / Title-2lines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lumn / Title-2lines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3985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 Column / Title_Subtitle_Content">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898394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s / Title_Content">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 / Title_Subtitle_Content">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8106013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s/ Comparison">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 / Title_Content">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 Title_Subtitle_Content">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Columns / Comparison">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ntroduce Page">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3819956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Legal - Disclaimer">
    <p:spTree>
      <p:nvGrpSpPr>
        <p:cNvPr id="1" name=""/>
        <p:cNvGrpSpPr/>
        <p:nvPr/>
      </p:nvGrpSpPr>
      <p:grpSpPr>
        <a:xfrm>
          <a:off x="0" y="0"/>
          <a:ext cx="0" cy="0"/>
          <a:chOff x="0" y="0"/>
          <a:chExt cx="0" cy="0"/>
        </a:xfrm>
      </p:grpSpPr>
      <p:sp>
        <p:nvSpPr>
          <p:cNvPr id="6" name="Rectangle 5"/>
          <p:cNvSpPr/>
          <p:nvPr userDrawn="1"/>
        </p:nvSpPr>
        <p:spPr>
          <a:xfrm>
            <a:off x="1031082" y="1556791"/>
            <a:ext cx="10129837" cy="461665"/>
          </a:xfrm>
          <a:prstGeom prst="rect">
            <a:avLst/>
          </a:prstGeom>
        </p:spPr>
        <p:txBody>
          <a:bodyPr wrap="square">
            <a:spAutoFit/>
          </a:bodyPr>
          <a:lstStyle/>
          <a:p>
            <a:pPr algn="ctr"/>
            <a:r>
              <a:rPr lang="en-US" sz="2400" b="0" i="0" dirty="0">
                <a:latin typeface="Source Sans Pro" charset="0"/>
                <a:ea typeface="Source Sans Pro" charset="0"/>
                <a:cs typeface="Source Sans Pro" charset="0"/>
              </a:rPr>
              <a:t>DISCLAIMER</a:t>
            </a:r>
          </a:p>
        </p:txBody>
      </p:sp>
      <p:sp>
        <p:nvSpPr>
          <p:cNvPr id="10" name="TextBox 9"/>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cross-VEE Port,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a:p>
            <a:pPr marL="0" algn="ctr" defTabSz="914377" rtl="0" eaLnBrk="1" latinLnBrk="0" hangingPunct="1">
              <a:spcBef>
                <a:spcPts val="0"/>
              </a:spcBef>
              <a:spcAft>
                <a:spcPts val="600"/>
              </a:spcAft>
            </a:pPr>
            <a:endParaRPr lang="fr-FR" sz="1400" b="0" i="0" kern="1200" spc="0" dirty="0">
              <a:ln>
                <a:noFill/>
              </a:ln>
              <a:solidFill>
                <a:schemeClr val="tx2"/>
              </a:solidFill>
              <a:latin typeface="Source Sans Pro Light" charset="0"/>
              <a:ea typeface="Source Sans Pro Light" charset="0"/>
              <a:cs typeface="Source Sans Pro Light" charset="0"/>
            </a:endParaRPr>
          </a:p>
        </p:txBody>
      </p:sp>
      <p:cxnSp>
        <p:nvCxnSpPr>
          <p:cNvPr id="11" name="Straight Connector 10"/>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14436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itle and Content">
    <p:bg>
      <p:bgPr>
        <a:solidFill>
          <a:schemeClr val="bg1"/>
        </a:solidFill>
        <a:effectLst/>
      </p:bgPr>
    </p:bg>
    <p:spTree>
      <p:nvGrpSpPr>
        <p:cNvPr id="1" name=""/>
        <p:cNvGrpSpPr/>
        <p:nvPr/>
      </p:nvGrpSpPr>
      <p:grpSpPr>
        <a:xfrm>
          <a:off x="0" y="0"/>
          <a:ext cx="0" cy="0"/>
          <a:chOff x="0" y="0"/>
          <a:chExt cx="0" cy="0"/>
        </a:xfrm>
      </p:grpSpPr>
      <p:sp>
        <p:nvSpPr>
          <p:cNvPr id="8" name="Content Placeholder 2"/>
          <p:cNvSpPr>
            <a:spLocks noGrp="1"/>
          </p:cNvSpPr>
          <p:nvPr>
            <p:ph idx="1" hasCustomPrompt="1"/>
          </p:nvPr>
        </p:nvSpPr>
        <p:spPr>
          <a:xfrm>
            <a:off x="609600" y="1340768"/>
            <a:ext cx="10972800" cy="4785395"/>
          </a:xfrm>
          <a:prstGeom prst="rect">
            <a:avLst/>
          </a:prstGeom>
        </p:spPr>
        <p:txBody>
          <a:bodyPr/>
          <a:lstStyle>
            <a:lvl1pPr marL="0" indent="0">
              <a:buNone/>
              <a:defRPr>
                <a:solidFill>
                  <a:schemeClr val="tx2"/>
                </a:solidFill>
              </a:defRPr>
            </a:lvl1pPr>
            <a:lvl3pPr>
              <a:defRPr sz="1600"/>
            </a:lvl3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5" name="Titre 4"/>
          <p:cNvSpPr>
            <a:spLocks noGrp="1"/>
          </p:cNvSpPr>
          <p:nvPr>
            <p:ph type="title"/>
          </p:nvPr>
        </p:nvSpPr>
        <p:spPr>
          <a:xfrm>
            <a:off x="609600" y="274649"/>
            <a:ext cx="10972800" cy="922115"/>
          </a:xfrm>
          <a:prstGeom prst="rect">
            <a:avLst/>
          </a:prstGeom>
        </p:spPr>
        <p:txBody>
          <a:bodyPr/>
          <a:lstStyle/>
          <a:p>
            <a:r>
              <a:rPr lang="en-US"/>
              <a:t>Click to edit Master title style</a:t>
            </a:r>
            <a:endParaRPr lang="fr-FR" dirty="0"/>
          </a:p>
        </p:txBody>
      </p:sp>
      <p:sp>
        <p:nvSpPr>
          <p:cNvPr id="22" name="Date Placeholder 21"/>
          <p:cNvSpPr>
            <a:spLocks noGrp="1"/>
          </p:cNvSpPr>
          <p:nvPr>
            <p:ph type="dt" sz="half" idx="10"/>
          </p:nvPr>
        </p:nvSpPr>
        <p:spPr>
          <a:xfrm>
            <a:off x="609600" y="6344628"/>
            <a:ext cx="2592288" cy="268139"/>
          </a:xfrm>
          <a:prstGeom prst="rect">
            <a:avLst/>
          </a:prstGeom>
        </p:spPr>
        <p:txBody>
          <a:bodyPr/>
          <a:lstStyle/>
          <a:p>
            <a:fld id="{198ED07F-DFCB-4ABE-A311-845A3D30E5DB}" type="datetime7">
              <a:rPr lang="en-US" smtClean="0"/>
              <a:t>Nov-25</a:t>
            </a:fld>
            <a:endParaRPr lang="en-US" dirty="0"/>
          </a:p>
        </p:txBody>
      </p:sp>
      <p:sp>
        <p:nvSpPr>
          <p:cNvPr id="24" name="Slide Number Placeholder 23"/>
          <p:cNvSpPr>
            <a:spLocks noGrp="1"/>
          </p:cNvSpPr>
          <p:nvPr>
            <p:ph type="sldNum" sz="quarter" idx="12"/>
          </p:nvPr>
        </p:nvSpPr>
        <p:spPr>
          <a:xfrm>
            <a:off x="10922000" y="6344627"/>
            <a:ext cx="660400" cy="268139"/>
          </a:xfrm>
          <a:prstGeom prst="rect">
            <a:avLst/>
          </a:prstGeom>
        </p:spPr>
        <p:txBody>
          <a:bodyPr/>
          <a:lstStyle/>
          <a:p>
            <a:fld id="{23812E9D-E9B0-4B65-9D5D-15A6863C0BC0}" type="slidenum">
              <a:rPr lang="en-US" smtClean="0"/>
              <a:pPr/>
              <a:t>‹#›</a:t>
            </a:fld>
            <a:endParaRPr lang="en-US" dirty="0"/>
          </a:p>
        </p:txBody>
      </p:sp>
      <p:pic>
        <p:nvPicPr>
          <p:cNvPr id="25" name="Picture 2" descr="C:\Users\cmorineau\Marketing-Private\Marcom\Graphics\Artwork_Corp\Logos\Logo-microej-grey-h50.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5327916" y="6398415"/>
            <a:ext cx="1536169" cy="214349"/>
          </a:xfrm>
          <a:prstGeom prst="rect">
            <a:avLst/>
          </a:prstGeom>
          <a:noFill/>
          <a:extLst>
            <a:ext uri="{909E8E84-426E-40DD-AFC4-6F175D3DCCD1}">
              <a14:hiddenFill xmlns:a14="http://schemas.microsoft.com/office/drawing/2010/main">
                <a:solidFill>
                  <a:srgbClr val="FFFFFF"/>
                </a:solidFill>
              </a14:hiddenFill>
            </a:ext>
          </a:extLst>
        </p:spPr>
      </p:pic>
      <p:sp>
        <p:nvSpPr>
          <p:cNvPr id="7" name="Footer Placeholder 11"/>
          <p:cNvSpPr>
            <a:spLocks noGrp="1"/>
          </p:cNvSpPr>
          <p:nvPr>
            <p:ph type="ftr" sz="quarter" idx="3"/>
          </p:nvPr>
        </p:nvSpPr>
        <p:spPr>
          <a:xfrm>
            <a:off x="7677151" y="6343650"/>
            <a:ext cx="3187700" cy="271463"/>
          </a:xfrm>
          <a:prstGeom prst="rect">
            <a:avLst/>
          </a:prstGeom>
        </p:spPr>
        <p:txBody>
          <a:bodyPr vert="horz" lIns="91440" tIns="45720" rIns="91440" bIns="45720" rtlCol="0" anchor="b" anchorCtr="0"/>
          <a:lstStyle>
            <a:lvl1pPr algn="ctr">
              <a:defRPr lang="en-US" sz="1000" b="0" i="0" cap="none" spc="38" smtClean="0">
                <a:ln w="13500">
                  <a:noFill/>
                  <a:prstDash val="solid"/>
                </a:ln>
                <a:solidFill>
                  <a:schemeClr val="tx2">
                    <a:alpha val="95000"/>
                  </a:schemeClr>
                </a:solidFill>
                <a:effectLst/>
                <a:ea typeface="Calibri Regular" charset="0"/>
                <a:cs typeface="Calibri Regular" charset="0"/>
              </a:defRPr>
            </a:lvl1pPr>
          </a:lstStyle>
          <a:p>
            <a:r>
              <a:rPr lang="en-US"/>
              <a:t>© IS2T S.A. 2016. All rights reserved.</a:t>
            </a:r>
            <a:endParaRPr lang="en-US" dirty="0"/>
          </a:p>
        </p:txBody>
      </p:sp>
    </p:spTree>
    <p:extLst>
      <p:ext uri="{BB962C8B-B14F-4D97-AF65-F5344CB8AC3E}">
        <p14:creationId xmlns:p14="http://schemas.microsoft.com/office/powerpoint/2010/main" val="7644377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cross-VEE Port,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extLst>
      <p:ext uri="{BB962C8B-B14F-4D97-AF65-F5344CB8AC3E}">
        <p14:creationId xmlns:p14="http://schemas.microsoft.com/office/powerpoint/2010/main" val="1229246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164708895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102453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924512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194942612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7405226"/>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4705393"/>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24133372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051784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48405219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53524245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26954894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3616169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21289378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8051628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6722346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5836860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582813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316601190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cross-VEE Port,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extLst>
      <p:ext uri="{BB962C8B-B14F-4D97-AF65-F5344CB8AC3E}">
        <p14:creationId xmlns:p14="http://schemas.microsoft.com/office/powerpoint/2010/main" val="386863421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extLst>
      <p:ext uri="{BB962C8B-B14F-4D97-AF65-F5344CB8AC3E}">
        <p14:creationId xmlns:p14="http://schemas.microsoft.com/office/powerpoint/2010/main" val="231594854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1_CoverPage">
    <p:spTree>
      <p:nvGrpSpPr>
        <p:cNvPr id="1" name=""/>
        <p:cNvGrpSpPr/>
        <p:nvPr/>
      </p:nvGrpSpPr>
      <p:grpSpPr>
        <a:xfrm>
          <a:off x="0" y="0"/>
          <a:ext cx="0" cy="0"/>
          <a:chOff x="0" y="0"/>
          <a:chExt cx="0" cy="0"/>
        </a:xfrm>
      </p:grpSpPr>
      <p:sp>
        <p:nvSpPr>
          <p:cNvPr id="18" name="Picture Placeholder 13"/>
          <p:cNvSpPr>
            <a:spLocks noGrp="1"/>
          </p:cNvSpPr>
          <p:nvPr>
            <p:ph type="pic" sz="quarter" idx="11"/>
          </p:nvPr>
        </p:nvSpPr>
        <p:spPr>
          <a:xfrm>
            <a:off x="0" y="1"/>
            <a:ext cx="8588779" cy="6881149"/>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 name="connsiteX0" fmla="*/ 0 w 3971634"/>
              <a:gd name="connsiteY0" fmla="*/ 8164 h 6871855"/>
              <a:gd name="connsiteX1" fmla="*/ 3971634 w 3971634"/>
              <a:gd name="connsiteY1" fmla="*/ 0 h 6871855"/>
              <a:gd name="connsiteX2" fmla="*/ 2926 w 3971634"/>
              <a:gd name="connsiteY2" fmla="*/ 6871855 h 6871855"/>
              <a:gd name="connsiteX3" fmla="*/ 717631 w 3971634"/>
              <a:gd name="connsiteY3" fmla="*/ 6866164 h 6871855"/>
              <a:gd name="connsiteX4" fmla="*/ 0 w 3971634"/>
              <a:gd name="connsiteY4" fmla="*/ 8164 h 6871855"/>
              <a:gd name="connsiteX0" fmla="*/ 0 w 4621225"/>
              <a:gd name="connsiteY0" fmla="*/ 8164 h 6883429"/>
              <a:gd name="connsiteX1" fmla="*/ 3971634 w 4621225"/>
              <a:gd name="connsiteY1" fmla="*/ 0 h 6883429"/>
              <a:gd name="connsiteX2" fmla="*/ 4621225 w 4621225"/>
              <a:gd name="connsiteY2" fmla="*/ 6883429 h 6883429"/>
              <a:gd name="connsiteX3" fmla="*/ 717631 w 4621225"/>
              <a:gd name="connsiteY3" fmla="*/ 6866164 h 6883429"/>
              <a:gd name="connsiteX4" fmla="*/ 0 w 4621225"/>
              <a:gd name="connsiteY4" fmla="*/ 8164 h 6883429"/>
              <a:gd name="connsiteX0" fmla="*/ 0 w 9133943"/>
              <a:gd name="connsiteY0" fmla="*/ 8164 h 6883429"/>
              <a:gd name="connsiteX1" fmla="*/ 9133943 w 9133943"/>
              <a:gd name="connsiteY1" fmla="*/ 0 h 6883429"/>
              <a:gd name="connsiteX2" fmla="*/ 4621225 w 9133943"/>
              <a:gd name="connsiteY2" fmla="*/ 6883429 h 6883429"/>
              <a:gd name="connsiteX3" fmla="*/ 717631 w 9133943"/>
              <a:gd name="connsiteY3" fmla="*/ 6866164 h 6883429"/>
              <a:gd name="connsiteX4" fmla="*/ 0 w 9133943"/>
              <a:gd name="connsiteY4" fmla="*/ 8164 h 6883429"/>
              <a:gd name="connsiteX0" fmla="*/ 0 w 9133943"/>
              <a:gd name="connsiteY0" fmla="*/ 8164 h 6889313"/>
              <a:gd name="connsiteX1" fmla="*/ 9133943 w 9133943"/>
              <a:gd name="connsiteY1" fmla="*/ 0 h 6889313"/>
              <a:gd name="connsiteX2" fmla="*/ 4621225 w 9133943"/>
              <a:gd name="connsiteY2" fmla="*/ 6883429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1225 w 9133943"/>
              <a:gd name="connsiteY2" fmla="*/ 6673455 h 6889313"/>
              <a:gd name="connsiteX3" fmla="*/ 1 w 9133943"/>
              <a:gd name="connsiteY3" fmla="*/ 6889313 h 6889313"/>
              <a:gd name="connsiteX4" fmla="*/ 0 w 9133943"/>
              <a:gd name="connsiteY4" fmla="*/ 8164 h 6889313"/>
              <a:gd name="connsiteX0" fmla="*/ 0 w 9133943"/>
              <a:gd name="connsiteY0" fmla="*/ 8164 h 6889313"/>
              <a:gd name="connsiteX1" fmla="*/ 9133943 w 9133943"/>
              <a:gd name="connsiteY1" fmla="*/ 0 h 6889313"/>
              <a:gd name="connsiteX2" fmla="*/ 4627999 w 9133943"/>
              <a:gd name="connsiteY2" fmla="*/ 6873269 h 6889313"/>
              <a:gd name="connsiteX3" fmla="*/ 1 w 9133943"/>
              <a:gd name="connsiteY3" fmla="*/ 6889313 h 6889313"/>
              <a:gd name="connsiteX4" fmla="*/ 0 w 9133943"/>
              <a:gd name="connsiteY4" fmla="*/ 8164 h 6889313"/>
              <a:gd name="connsiteX0" fmla="*/ 0 w 9154263"/>
              <a:gd name="connsiteY0" fmla="*/ 1391 h 6882540"/>
              <a:gd name="connsiteX1" fmla="*/ 9154263 w 9154263"/>
              <a:gd name="connsiteY1" fmla="*/ 0 h 6882540"/>
              <a:gd name="connsiteX2" fmla="*/ 4627999 w 9154263"/>
              <a:gd name="connsiteY2" fmla="*/ 6866496 h 6882540"/>
              <a:gd name="connsiteX3" fmla="*/ 1 w 9154263"/>
              <a:gd name="connsiteY3" fmla="*/ 6882540 h 6882540"/>
              <a:gd name="connsiteX4" fmla="*/ 0 w 9154263"/>
              <a:gd name="connsiteY4" fmla="*/ 1391 h 6882540"/>
              <a:gd name="connsiteX0" fmla="*/ 0 w 9157650"/>
              <a:gd name="connsiteY0" fmla="*/ 0 h 6881149"/>
              <a:gd name="connsiteX1" fmla="*/ 9157650 w 9157650"/>
              <a:gd name="connsiteY1" fmla="*/ 32476 h 6881149"/>
              <a:gd name="connsiteX2" fmla="*/ 4627999 w 9157650"/>
              <a:gd name="connsiteY2" fmla="*/ 6865105 h 6881149"/>
              <a:gd name="connsiteX3" fmla="*/ 1 w 9157650"/>
              <a:gd name="connsiteY3" fmla="*/ 6881149 h 6881149"/>
              <a:gd name="connsiteX4" fmla="*/ 0 w 9157650"/>
              <a:gd name="connsiteY4" fmla="*/ 0 h 6881149"/>
              <a:gd name="connsiteX0" fmla="*/ 0 w 9154263"/>
              <a:gd name="connsiteY0" fmla="*/ 0 h 6881149"/>
              <a:gd name="connsiteX1" fmla="*/ 9154263 w 9154263"/>
              <a:gd name="connsiteY1" fmla="*/ 1996 h 6881149"/>
              <a:gd name="connsiteX2" fmla="*/ 4627999 w 9154263"/>
              <a:gd name="connsiteY2" fmla="*/ 6865105 h 6881149"/>
              <a:gd name="connsiteX3" fmla="*/ 1 w 9154263"/>
              <a:gd name="connsiteY3" fmla="*/ 6881149 h 6881149"/>
              <a:gd name="connsiteX4" fmla="*/ 0 w 9154263"/>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 name="connsiteX0" fmla="*/ 0 w 8588779"/>
              <a:gd name="connsiteY0" fmla="*/ 0 h 6881149"/>
              <a:gd name="connsiteX1" fmla="*/ 8588779 w 8588779"/>
              <a:gd name="connsiteY1" fmla="*/ 1996 h 6881149"/>
              <a:gd name="connsiteX2" fmla="*/ 4627999 w 8588779"/>
              <a:gd name="connsiteY2" fmla="*/ 6865105 h 6881149"/>
              <a:gd name="connsiteX3" fmla="*/ 1 w 8588779"/>
              <a:gd name="connsiteY3" fmla="*/ 6881149 h 6881149"/>
              <a:gd name="connsiteX4" fmla="*/ 0 w 8588779"/>
              <a:gd name="connsiteY4" fmla="*/ 0 h 6881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8779" h="6881149">
                <a:moveTo>
                  <a:pt x="0" y="0"/>
                </a:moveTo>
                <a:lnTo>
                  <a:pt x="8588779" y="1996"/>
                </a:lnTo>
                <a:cubicBezTo>
                  <a:pt x="8363393" y="388709"/>
                  <a:pt x="5948259" y="4577402"/>
                  <a:pt x="4627999" y="6865105"/>
                </a:cubicBezTo>
                <a:lnTo>
                  <a:pt x="1" y="6881149"/>
                </a:lnTo>
                <a:cubicBezTo>
                  <a:pt x="1" y="4587433"/>
                  <a:pt x="0" y="2293716"/>
                  <a:pt x="0" y="0"/>
                </a:cubicBezTo>
                <a:close/>
              </a:path>
            </a:pathLst>
          </a:custGeom>
          <a:solidFill>
            <a:schemeClr val="bg1">
              <a:lumMod val="95000"/>
            </a:schemeClr>
          </a:solidFill>
        </p:spPr>
        <p:txBody>
          <a:bodyPr/>
          <a:lstStyle/>
          <a:p>
            <a:r>
              <a:rPr lang="en-US"/>
              <a:t>Drag picture to placeholder or click icon to add</a:t>
            </a:r>
          </a:p>
        </p:txBody>
      </p:sp>
      <p:sp>
        <p:nvSpPr>
          <p:cNvPr id="2" name="Rectangle 1"/>
          <p:cNvSpPr/>
          <p:nvPr/>
        </p:nvSpPr>
        <p:spPr>
          <a:xfrm>
            <a:off x="10632504" y="6165304"/>
            <a:ext cx="1080120"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6" name="Rectangle 5"/>
          <p:cNvSpPr/>
          <p:nvPr/>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
        <p:nvSpPr>
          <p:cNvPr id="9" name="Rectangle 8"/>
          <p:cNvSpPr/>
          <p:nvPr userDrawn="1"/>
        </p:nvSpPr>
        <p:spPr>
          <a:xfrm>
            <a:off x="10776520" y="6165304"/>
            <a:ext cx="936104"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803676" y="5661566"/>
            <a:ext cx="2961767" cy="744145"/>
          </a:xfrm>
          <a:prstGeom prst="rect">
            <a:avLst/>
          </a:prstGeom>
        </p:spPr>
      </p:pic>
      <p:sp>
        <p:nvSpPr>
          <p:cNvPr id="11" name="Rectangle 10"/>
          <p:cNvSpPr/>
          <p:nvPr userDrawn="1"/>
        </p:nvSpPr>
        <p:spPr>
          <a:xfrm>
            <a:off x="10669578" y="404664"/>
            <a:ext cx="1149988" cy="2880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8762926" y="1975081"/>
            <a:ext cx="868787" cy="768875"/>
          </a:xfrm>
          <a:prstGeom prst="rect">
            <a:avLst/>
          </a:prstGeom>
        </p:spPr>
      </p:pic>
      <p:pic>
        <p:nvPicPr>
          <p:cNvPr id="13" name="Picture 12"/>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8506073" y="1611066"/>
            <a:ext cx="313478" cy="277426"/>
          </a:xfrm>
          <a:prstGeom prst="rect">
            <a:avLst/>
          </a:prstGeom>
        </p:spPr>
      </p:pic>
    </p:spTree>
    <p:extLst>
      <p:ext uri="{BB962C8B-B14F-4D97-AF65-F5344CB8AC3E}">
        <p14:creationId xmlns:p14="http://schemas.microsoft.com/office/powerpoint/2010/main" val="3106160334"/>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Red Chapter / Title_subtitle - Conf">
    <p:spTree>
      <p:nvGrpSpPr>
        <p:cNvPr id="1" name=""/>
        <p:cNvGrpSpPr/>
        <p:nvPr/>
      </p:nvGrpSpPr>
      <p:grpSpPr>
        <a:xfrm>
          <a:off x="0" y="0"/>
          <a:ext cx="0" cy="0"/>
          <a:chOff x="0" y="0"/>
          <a:chExt cx="0" cy="0"/>
        </a:xfrm>
      </p:grpSpPr>
      <p:sp>
        <p:nvSpPr>
          <p:cNvPr id="2" name="Rectangle 1"/>
          <p:cNvSpPr/>
          <p:nvPr/>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p:cNvSpPr>
            <a:spLocks noGrp="1"/>
          </p:cNvSpPr>
          <p:nvPr>
            <p:ph type="ctrTitle" hasCustomPrompt="1"/>
          </p:nvPr>
        </p:nvSpPr>
        <p:spPr>
          <a:xfrm>
            <a:off x="1657349" y="644525"/>
            <a:ext cx="4500331" cy="2726185"/>
          </a:xfrm>
          <a:prstGeom prst="rect">
            <a:avLst/>
          </a:prstGeom>
        </p:spPr>
        <p:txBody>
          <a:bodyPr lIns="0" tIns="0" rIns="0" bIns="0" anchor="b" anchorCtr="0">
            <a:noAutofit/>
          </a:bodyPr>
          <a:lstStyle>
            <a:lvl1pPr algn="r">
              <a:defRPr sz="4000" b="1" i="0" cap="none"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cxnSp>
        <p:nvCxnSpPr>
          <p:cNvPr id="9" name="Straight Connector 8"/>
          <p:cNvCxnSpPr/>
          <p:nvPr/>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6"/>
          <p:cNvSpPr>
            <a:spLocks noGrp="1"/>
          </p:cNvSpPr>
          <p:nvPr>
            <p:ph type="body" sz="quarter" idx="10" hasCustomPrompt="1"/>
          </p:nvPr>
        </p:nvSpPr>
        <p:spPr>
          <a:xfrm>
            <a:off x="7680324" y="3645024"/>
            <a:ext cx="3960814" cy="2398589"/>
          </a:xfrm>
          <a:prstGeom prst="rect">
            <a:avLst/>
          </a:prstGeom>
        </p:spPr>
        <p:txBody>
          <a:bodyPr lIns="0" tIns="0" rIns="0" bIns="0"/>
          <a:lstStyle>
            <a:lvl1pPr>
              <a:defRPr sz="2600"/>
            </a:lvl1pPr>
          </a:lstStyle>
          <a:p>
            <a:pPr lvl="0"/>
            <a:r>
              <a:rPr lang="en-US" dirty="0"/>
              <a:t>Click to edit Intro text styles</a:t>
            </a:r>
          </a:p>
        </p:txBody>
      </p:sp>
      <p:cxnSp>
        <p:nvCxnSpPr>
          <p:cNvPr id="13" name="Straight Connector 12"/>
          <p:cNvCxnSpPr/>
          <p:nvPr/>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7" name="Rectangle 1"/>
          <p:cNvSpPr/>
          <p:nvPr userDrawn="1"/>
        </p:nvSpPr>
        <p:spPr>
          <a:xfrm>
            <a:off x="0" y="0"/>
            <a:ext cx="9192067" cy="6884633"/>
          </a:xfrm>
          <a:custGeom>
            <a:avLst/>
            <a:gdLst>
              <a:gd name="connsiteX0" fmla="*/ 0 w 8832304"/>
              <a:gd name="connsiteY0" fmla="*/ 0 h 6858000"/>
              <a:gd name="connsiteX1" fmla="*/ 8832304 w 8832304"/>
              <a:gd name="connsiteY1" fmla="*/ 0 h 6858000"/>
              <a:gd name="connsiteX2" fmla="*/ 8832304 w 8832304"/>
              <a:gd name="connsiteY2" fmla="*/ 6858000 h 6858000"/>
              <a:gd name="connsiteX3" fmla="*/ 0 w 8832304"/>
              <a:gd name="connsiteY3" fmla="*/ 6858000 h 6858000"/>
              <a:gd name="connsiteX4" fmla="*/ 0 w 8832304"/>
              <a:gd name="connsiteY4" fmla="*/ 0 h 6858000"/>
              <a:gd name="connsiteX0" fmla="*/ 0 w 8832304"/>
              <a:gd name="connsiteY0" fmla="*/ 0 h 6872990"/>
              <a:gd name="connsiteX1" fmla="*/ 8832304 w 8832304"/>
              <a:gd name="connsiteY1" fmla="*/ 0 h 6872990"/>
              <a:gd name="connsiteX2" fmla="*/ 4650048 w 8832304"/>
              <a:gd name="connsiteY2" fmla="*/ 6872990 h 6872990"/>
              <a:gd name="connsiteX3" fmla="*/ 0 w 8832304"/>
              <a:gd name="connsiteY3" fmla="*/ 6858000 h 6872990"/>
              <a:gd name="connsiteX4" fmla="*/ 0 w 8832304"/>
              <a:gd name="connsiteY4" fmla="*/ 0 h 6872990"/>
              <a:gd name="connsiteX0" fmla="*/ 0 w 9147097"/>
              <a:gd name="connsiteY0" fmla="*/ 0 h 6872990"/>
              <a:gd name="connsiteX1" fmla="*/ 9147097 w 9147097"/>
              <a:gd name="connsiteY1" fmla="*/ 0 h 6872990"/>
              <a:gd name="connsiteX2" fmla="*/ 4650048 w 9147097"/>
              <a:gd name="connsiteY2" fmla="*/ 6872990 h 6872990"/>
              <a:gd name="connsiteX3" fmla="*/ 0 w 9147097"/>
              <a:gd name="connsiteY3" fmla="*/ 6858000 h 6872990"/>
              <a:gd name="connsiteX4" fmla="*/ 0 w 9147097"/>
              <a:gd name="connsiteY4" fmla="*/ 0 h 6872990"/>
              <a:gd name="connsiteX0" fmla="*/ 0 w 9192067"/>
              <a:gd name="connsiteY0" fmla="*/ 0 h 6872990"/>
              <a:gd name="connsiteX1" fmla="*/ 9192067 w 9192067"/>
              <a:gd name="connsiteY1" fmla="*/ 0 h 6872990"/>
              <a:gd name="connsiteX2" fmla="*/ 4650048 w 9192067"/>
              <a:gd name="connsiteY2" fmla="*/ 6872990 h 6872990"/>
              <a:gd name="connsiteX3" fmla="*/ 0 w 9192067"/>
              <a:gd name="connsiteY3" fmla="*/ 6858000 h 6872990"/>
              <a:gd name="connsiteX4" fmla="*/ 0 w 9192067"/>
              <a:gd name="connsiteY4" fmla="*/ 0 h 6872990"/>
              <a:gd name="connsiteX0" fmla="*/ 0 w 9192067"/>
              <a:gd name="connsiteY0" fmla="*/ 0 h 6858000"/>
              <a:gd name="connsiteX1" fmla="*/ 9192067 w 9192067"/>
              <a:gd name="connsiteY1" fmla="*/ 0 h 6858000"/>
              <a:gd name="connsiteX2" fmla="*/ 5039792 w 9192067"/>
              <a:gd name="connsiteY2" fmla="*/ 6858000 h 6858000"/>
              <a:gd name="connsiteX3" fmla="*/ 0 w 9192067"/>
              <a:gd name="connsiteY3" fmla="*/ 6858000 h 6858000"/>
              <a:gd name="connsiteX4" fmla="*/ 0 w 9192067"/>
              <a:gd name="connsiteY4" fmla="*/ 0 h 6858000"/>
              <a:gd name="connsiteX0" fmla="*/ 0 w 9192067"/>
              <a:gd name="connsiteY0" fmla="*/ 0 h 6884633"/>
              <a:gd name="connsiteX1" fmla="*/ 9192067 w 9192067"/>
              <a:gd name="connsiteY1" fmla="*/ 0 h 6884633"/>
              <a:gd name="connsiteX2" fmla="*/ 5030914 w 9192067"/>
              <a:gd name="connsiteY2" fmla="*/ 6884633 h 6884633"/>
              <a:gd name="connsiteX3" fmla="*/ 0 w 9192067"/>
              <a:gd name="connsiteY3" fmla="*/ 6858000 h 6884633"/>
              <a:gd name="connsiteX4" fmla="*/ 0 w 9192067"/>
              <a:gd name="connsiteY4" fmla="*/ 0 h 6884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92067" h="6884633">
                <a:moveTo>
                  <a:pt x="0" y="0"/>
                </a:moveTo>
                <a:lnTo>
                  <a:pt x="9192067" y="0"/>
                </a:lnTo>
                <a:lnTo>
                  <a:pt x="5030914" y="6884633"/>
                </a:lnTo>
                <a:lnTo>
                  <a:pt x="0" y="6858000"/>
                </a:lnTo>
                <a:lnTo>
                  <a:pt x="0" y="0"/>
                </a:ln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p:cNvCxnSpPr/>
          <p:nvPr userDrawn="1"/>
        </p:nvCxnSpPr>
        <p:spPr>
          <a:xfrm flipH="1">
            <a:off x="5776094" y="3569020"/>
            <a:ext cx="38158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7680326" y="3552512"/>
            <a:ext cx="39052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58275801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Graphic Chapter / Title_subtitle - Conf">
    <p:spTree>
      <p:nvGrpSpPr>
        <p:cNvPr id="1" name=""/>
        <p:cNvGrpSpPr/>
        <p:nvPr/>
      </p:nvGrpSpPr>
      <p:grpSpPr>
        <a:xfrm>
          <a:off x="0" y="0"/>
          <a:ext cx="0" cy="0"/>
          <a:chOff x="0" y="0"/>
          <a:chExt cx="0" cy="0"/>
        </a:xfrm>
      </p:grpSpPr>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27"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28" name="Straight Connector 27"/>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8"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7" name="Straight Connector 6"/>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586088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Red Chapter / Title_Subtitle_Number -  Conf">
    <p:spTree>
      <p:nvGrpSpPr>
        <p:cNvPr id="1" name=""/>
        <p:cNvGrpSpPr/>
        <p:nvPr/>
      </p:nvGrpSpPr>
      <p:grpSpPr>
        <a:xfrm>
          <a:off x="0" y="0"/>
          <a:ext cx="0" cy="0"/>
          <a:chOff x="0" y="0"/>
          <a:chExt cx="0" cy="0"/>
        </a:xfrm>
      </p:grpSpPr>
      <p:sp>
        <p:nvSpPr>
          <p:cNvPr id="14" name="Picture Placeholder 13"/>
          <p:cNvSpPr>
            <a:spLocks noGrp="1"/>
          </p:cNvSpPr>
          <p:nvPr>
            <p:ph type="pic" sz="quarter" idx="11"/>
          </p:nvPr>
        </p:nvSpPr>
        <p:spPr>
          <a:xfrm>
            <a:off x="37827" y="-8164"/>
            <a:ext cx="3971634" cy="6871855"/>
          </a:xfrm>
          <a:custGeom>
            <a:avLst/>
            <a:gdLst>
              <a:gd name="connsiteX0" fmla="*/ 0 w 4057359"/>
              <a:gd name="connsiteY0" fmla="*/ 0 h 6858000"/>
              <a:gd name="connsiteX1" fmla="*/ 4057359 w 4057359"/>
              <a:gd name="connsiteY1" fmla="*/ 0 h 6858000"/>
              <a:gd name="connsiteX2" fmla="*/ 4057359 w 4057359"/>
              <a:gd name="connsiteY2" fmla="*/ 6858000 h 6858000"/>
              <a:gd name="connsiteX3" fmla="*/ 0 w 4057359"/>
              <a:gd name="connsiteY3" fmla="*/ 6858000 h 6858000"/>
              <a:gd name="connsiteX4" fmla="*/ 0 w 4057359"/>
              <a:gd name="connsiteY4" fmla="*/ 0 h 6858000"/>
              <a:gd name="connsiteX0" fmla="*/ 29731 w 4087090"/>
              <a:gd name="connsiteY0" fmla="*/ 0 h 6871855"/>
              <a:gd name="connsiteX1" fmla="*/ 4087090 w 4087090"/>
              <a:gd name="connsiteY1" fmla="*/ 0 h 6871855"/>
              <a:gd name="connsiteX2" fmla="*/ 0 w 4087090"/>
              <a:gd name="connsiteY2" fmla="*/ 6871855 h 6871855"/>
              <a:gd name="connsiteX3" fmla="*/ 29731 w 4087090"/>
              <a:gd name="connsiteY3" fmla="*/ 6858000 h 6871855"/>
              <a:gd name="connsiteX4" fmla="*/ 29731 w 4087090"/>
              <a:gd name="connsiteY4" fmla="*/ 0 h 6871855"/>
              <a:gd name="connsiteX0" fmla="*/ 0 w 4057359"/>
              <a:gd name="connsiteY0" fmla="*/ 0 h 6941252"/>
              <a:gd name="connsiteX1" fmla="*/ 4057359 w 4057359"/>
              <a:gd name="connsiteY1" fmla="*/ 0 h 6941252"/>
              <a:gd name="connsiteX2" fmla="*/ 27419 w 4057359"/>
              <a:gd name="connsiteY2" fmla="*/ 6941252 h 6941252"/>
              <a:gd name="connsiteX3" fmla="*/ 0 w 4057359"/>
              <a:gd name="connsiteY3" fmla="*/ 6858000 h 6941252"/>
              <a:gd name="connsiteX4" fmla="*/ 0 w 4057359"/>
              <a:gd name="connsiteY4" fmla="*/ 0 h 6941252"/>
              <a:gd name="connsiteX0" fmla="*/ 0 w 4057359"/>
              <a:gd name="connsiteY0" fmla="*/ 0 h 6863691"/>
              <a:gd name="connsiteX1" fmla="*/ 4057359 w 4057359"/>
              <a:gd name="connsiteY1" fmla="*/ 0 h 6863691"/>
              <a:gd name="connsiteX2" fmla="*/ 2926 w 4057359"/>
              <a:gd name="connsiteY2" fmla="*/ 6863691 h 6863691"/>
              <a:gd name="connsiteX3" fmla="*/ 0 w 4057359"/>
              <a:gd name="connsiteY3" fmla="*/ 6858000 h 6863691"/>
              <a:gd name="connsiteX4" fmla="*/ 0 w 4057359"/>
              <a:gd name="connsiteY4" fmla="*/ 0 h 6863691"/>
              <a:gd name="connsiteX0" fmla="*/ 0 w 3971634"/>
              <a:gd name="connsiteY0" fmla="*/ 8164 h 6871855"/>
              <a:gd name="connsiteX1" fmla="*/ 3971634 w 3971634"/>
              <a:gd name="connsiteY1" fmla="*/ 0 h 6871855"/>
              <a:gd name="connsiteX2" fmla="*/ 2926 w 3971634"/>
              <a:gd name="connsiteY2" fmla="*/ 6871855 h 6871855"/>
              <a:gd name="connsiteX3" fmla="*/ 0 w 3971634"/>
              <a:gd name="connsiteY3" fmla="*/ 6866164 h 6871855"/>
              <a:gd name="connsiteX4" fmla="*/ 0 w 3971634"/>
              <a:gd name="connsiteY4" fmla="*/ 8164 h 6871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1634" h="6871855">
                <a:moveTo>
                  <a:pt x="0" y="8164"/>
                </a:moveTo>
                <a:lnTo>
                  <a:pt x="3971634" y="0"/>
                </a:lnTo>
                <a:lnTo>
                  <a:pt x="2926" y="6871855"/>
                </a:lnTo>
                <a:lnTo>
                  <a:pt x="0" y="6866164"/>
                </a:lnTo>
                <a:lnTo>
                  <a:pt x="0" y="8164"/>
                </a:lnTo>
                <a:close/>
              </a:path>
            </a:pathLst>
          </a:custGeom>
          <a:solidFill>
            <a:schemeClr val="accent1"/>
          </a:solidFill>
        </p:spPr>
        <p:txBody>
          <a:bodyPr/>
          <a:lstStyle/>
          <a:p>
            <a:r>
              <a:rPr lang="en-US"/>
              <a:t>Drag picture to placeholder or click icon to add</a:t>
            </a:r>
          </a:p>
        </p:txBody>
      </p:sp>
      <p:cxnSp>
        <p:nvCxnSpPr>
          <p:cNvPr id="20" name="Straight Connector 19"/>
          <p:cNvCxnSpPr/>
          <p:nvPr/>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4"/>
          <p:cNvSpPr>
            <a:spLocks noGrp="1"/>
          </p:cNvSpPr>
          <p:nvPr>
            <p:ph type="body" sz="quarter" idx="12" hasCustomPrompt="1"/>
          </p:nvPr>
        </p:nvSpPr>
        <p:spPr>
          <a:xfrm>
            <a:off x="9182100" y="3645024"/>
            <a:ext cx="2602532" cy="2029941"/>
          </a:xfrm>
          <a:prstGeom prst="rect">
            <a:avLst/>
          </a:prstGeom>
        </p:spPr>
        <p:txBody>
          <a:bodyPr vert="horz" anchor="b" anchorCtr="0"/>
          <a:lstStyle>
            <a:lvl1pPr algn="r">
              <a:spcBef>
                <a:spcPts val="0"/>
              </a:spcBef>
              <a:spcAft>
                <a:spcPts val="0"/>
              </a:spcAft>
              <a:defRPr sz="17000"/>
            </a:lvl1pPr>
            <a:lvl2pPr algn="just">
              <a:defRPr sz="17000"/>
            </a:lvl2pPr>
            <a:lvl3pPr algn="just">
              <a:defRPr sz="17000"/>
            </a:lvl3pPr>
            <a:lvl4pPr algn="just">
              <a:defRPr sz="17000"/>
            </a:lvl4pPr>
            <a:lvl5pPr algn="just">
              <a:defRPr sz="17000"/>
            </a:lvl5pPr>
          </a:lstStyle>
          <a:p>
            <a:pPr lvl="0"/>
            <a:r>
              <a:rPr lang="en-US" dirty="0"/>
              <a:t>N°</a:t>
            </a:r>
          </a:p>
        </p:txBody>
      </p:sp>
      <p:sp>
        <p:nvSpPr>
          <p:cNvPr id="8" name="Title 1"/>
          <p:cNvSpPr>
            <a:spLocks noGrp="1"/>
          </p:cNvSpPr>
          <p:nvPr>
            <p:ph type="ctrTitle" hasCustomPrompt="1"/>
          </p:nvPr>
        </p:nvSpPr>
        <p:spPr>
          <a:xfrm>
            <a:off x="3560644" y="644525"/>
            <a:ext cx="7120056" cy="2726186"/>
          </a:xfrm>
          <a:prstGeom prst="rect">
            <a:avLst/>
          </a:prstGeom>
        </p:spPr>
        <p:txBody>
          <a:bodyPr lIns="0" tIns="0" rIns="0" bIns="0" anchor="b" anchorCtr="0">
            <a:noAutofit/>
          </a:bodyPr>
          <a:lstStyle>
            <a:lvl1pPr algn="l">
              <a:defRPr sz="4000" b="1" i="0" cap="none" baseline="0">
                <a:solidFill>
                  <a:schemeClr val="accent1"/>
                </a:solidFill>
                <a:latin typeface="Source Sans Pro Black" charset="0"/>
                <a:ea typeface="Source Sans Pro Black" charset="0"/>
                <a:cs typeface="Source Sans Pro Black" charset="0"/>
              </a:defRPr>
            </a:lvl1pPr>
          </a:lstStyle>
          <a:p>
            <a:r>
              <a:rPr lang="en-US" dirty="0"/>
              <a:t>Click to edit master title style</a:t>
            </a:r>
          </a:p>
        </p:txBody>
      </p:sp>
      <p:sp>
        <p:nvSpPr>
          <p:cNvPr id="9" name="Text Placeholder 6"/>
          <p:cNvSpPr>
            <a:spLocks noGrp="1"/>
          </p:cNvSpPr>
          <p:nvPr>
            <p:ph type="body" sz="quarter" idx="10" hasCustomPrompt="1"/>
          </p:nvPr>
        </p:nvSpPr>
        <p:spPr>
          <a:xfrm>
            <a:off x="3560643" y="3645024"/>
            <a:ext cx="4119681" cy="2398589"/>
          </a:xfrm>
          <a:prstGeom prst="rect">
            <a:avLst/>
          </a:prstGeom>
        </p:spPr>
        <p:txBody>
          <a:bodyPr lIns="0" tIns="0" rIns="0" bIns="0"/>
          <a:lstStyle>
            <a:lvl1pPr>
              <a:defRPr sz="2600"/>
            </a:lvl1pPr>
          </a:lstStyle>
          <a:p>
            <a:pPr lvl="0"/>
            <a:r>
              <a:rPr lang="en-US" dirty="0"/>
              <a:t>Click to edit Intro text styles</a:t>
            </a:r>
          </a:p>
        </p:txBody>
      </p:sp>
      <p:cxnSp>
        <p:nvCxnSpPr>
          <p:cNvPr id="10" name="Straight Connector 9"/>
          <p:cNvCxnSpPr/>
          <p:nvPr/>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flipH="1">
            <a:off x="5663952" y="3552512"/>
            <a:ext cx="45359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flipH="1">
            <a:off x="3555867" y="3552512"/>
            <a:ext cx="379893"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550107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Red SubChapter / Title - Conf">
    <p:spTree>
      <p:nvGrpSpPr>
        <p:cNvPr id="1" name=""/>
        <p:cNvGrpSpPr/>
        <p:nvPr/>
      </p:nvGrpSpPr>
      <p:grpSpPr>
        <a:xfrm>
          <a:off x="0" y="0"/>
          <a:ext cx="0" cy="0"/>
          <a:chOff x="0" y="0"/>
          <a:chExt cx="0" cy="0"/>
        </a:xfrm>
      </p:grpSpPr>
      <p:sp>
        <p:nvSpPr>
          <p:cNvPr id="15" name="Rectangle 14"/>
          <p:cNvSpPr/>
          <p:nvPr/>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2" descr="C:\Users\cmorineau\Marketing-Private\Marcom\Graphics\Artwork_Corp\Logos\Logo-microej-grey-h50.png"/>
          <p:cNvPicPr>
            <a:picLocks noChangeAspect="1" noChangeArrowheads="1"/>
          </p:cNvPicPr>
          <p:nvPr/>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Connector 18"/>
          <p:cNvCxnSpPr/>
          <p:nvPr/>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itle 1"/>
          <p:cNvSpPr>
            <a:spLocks noGrp="1"/>
          </p:cNvSpPr>
          <p:nvPr>
            <p:ph type="ctrTitle" hasCustomPrompt="1"/>
          </p:nvPr>
        </p:nvSpPr>
        <p:spPr>
          <a:xfrm>
            <a:off x="1657350" y="1772816"/>
            <a:ext cx="9023349" cy="1512168"/>
          </a:xfrm>
          <a:prstGeom prst="rect">
            <a:avLst/>
          </a:prstGeom>
        </p:spPr>
        <p:txBody>
          <a:bodyPr lIns="0" tIns="0" rIns="0" bIns="0" anchor="b" anchorCtr="1">
            <a:noAutofit/>
          </a:bodyPr>
          <a:lstStyle>
            <a:lvl1pPr algn="ctr">
              <a:defRPr sz="3000" b="1" i="0" cap="all" baseline="0">
                <a:solidFill>
                  <a:schemeClr val="bg1"/>
                </a:solidFill>
                <a:latin typeface="Source Sans Pro Black" charset="0"/>
                <a:ea typeface="Source Sans Pro Black" charset="0"/>
                <a:cs typeface="Source Sans Pro Black" charset="0"/>
              </a:defRPr>
            </a:lvl1pPr>
          </a:lstStyle>
          <a:p>
            <a:r>
              <a:rPr lang="en-US" dirty="0"/>
              <a:t>Click to edit master title style</a:t>
            </a:r>
          </a:p>
        </p:txBody>
      </p:sp>
      <p:sp>
        <p:nvSpPr>
          <p:cNvPr id="6" name="Rectangle 5"/>
          <p:cNvSpPr/>
          <p:nvPr userDrawn="1"/>
        </p:nvSpPr>
        <p:spPr>
          <a:xfrm>
            <a:off x="0" y="0"/>
            <a:ext cx="12192000" cy="6858000"/>
          </a:xfrm>
          <a:prstGeom prst="rect">
            <a:avLst/>
          </a:pr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2" descr="C:\Users\cmorineau\Marketing-Private\Marcom\Graphics\Artwork_Corp\Logos\Logo-microej-grey-h50.png"/>
          <p:cNvPicPr>
            <a:picLocks noChangeAspect="1" noChangeArrowheads="1"/>
          </p:cNvPicPr>
          <p:nvPr userDrawn="1"/>
        </p:nvPicPr>
        <p:blipFill>
          <a:blip r:embed="rId2" cstate="print">
            <a:biLevel thresh="25000"/>
            <a:extLst>
              <a:ext uri="{28A0092B-C50C-407E-A947-70E740481C1C}">
                <a14:useLocalDpi xmlns:a14="http://schemas.microsoft.com/office/drawing/2010/main" val="0"/>
              </a:ext>
            </a:extLst>
          </a:blip>
          <a:srcRect/>
          <a:stretch>
            <a:fillRect/>
          </a:stretch>
        </p:blipFill>
        <p:spPr bwMode="auto">
          <a:xfrm>
            <a:off x="11056039" y="454456"/>
            <a:ext cx="576064" cy="1071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p:cNvCxnSpPr/>
          <p:nvPr userDrawn="1"/>
        </p:nvCxnSpPr>
        <p:spPr>
          <a:xfrm>
            <a:off x="1657350" y="3429000"/>
            <a:ext cx="9023349"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9"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bg1">
                    <a:alpha val="95000"/>
                  </a:schemeClr>
                </a:solidFill>
              </a:rPr>
              <a:t>© </a:t>
            </a:r>
            <a:r>
              <a:rPr lang="en-US" dirty="0">
                <a:solidFill>
                  <a:schemeClr val="bg1">
                    <a:alpha val="95000"/>
                  </a:schemeClr>
                </a:solidFill>
                <a:latin typeface="Brandon Grotesque Black" charset="0"/>
                <a:ea typeface="Brandon Grotesque Black" charset="0"/>
                <a:cs typeface="Brandon Grotesque Black" charset="0"/>
              </a:rPr>
              <a:t>MICROEJ</a:t>
            </a:r>
            <a:r>
              <a:rPr lang="en-US" dirty="0">
                <a:solidFill>
                  <a:schemeClr val="bg1">
                    <a:alpha val="95000"/>
                  </a:schemeClr>
                </a:solidFill>
              </a:rPr>
              <a:t> 2019 - C O N F I D E N T I A L</a:t>
            </a:r>
          </a:p>
        </p:txBody>
      </p:sp>
    </p:spTree>
    <p:extLst>
      <p:ext uri="{BB962C8B-B14F-4D97-AF65-F5344CB8AC3E}">
        <p14:creationId xmlns:p14="http://schemas.microsoft.com/office/powerpoint/2010/main" val="28975634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_Title Only - Conf">
    <p:spTree>
      <p:nvGrpSpPr>
        <p:cNvPr id="1" name=""/>
        <p:cNvGrpSpPr/>
        <p:nvPr/>
      </p:nvGrpSpPr>
      <p:grpSpPr>
        <a:xfrm>
          <a:off x="0" y="0"/>
          <a:ext cx="0" cy="0"/>
          <a:chOff x="0" y="0"/>
          <a:chExt cx="0" cy="0"/>
        </a:xfrm>
      </p:grpSpPr>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3" name="Straight Connector 12"/>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3368199"/>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_Title-2lines_Only - Conf">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5" name="Straight Connector 4"/>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2889923"/>
      </p:ext>
    </p:extLst>
  </p:cSld>
  <p:clrMapOvr>
    <a:masterClrMapping/>
  </p:clrMapOvr>
  <p:extLst>
    <p:ext uri="{DCECCB84-F9BA-43D5-87BE-67443E8EF086}">
      <p15:sldGuideLst xmlns:p15="http://schemas.microsoft.com/office/powerpoint/2012/main"/>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1 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09"/>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75065523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_Column / Title-2lines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606476"/>
            <a:ext cx="10129837" cy="4437137"/>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5" name="Title Placeholder 1"/>
          <p:cNvSpPr>
            <a:spLocks noGrp="1"/>
          </p:cNvSpPr>
          <p:nvPr>
            <p:ph type="title" hasCustomPrompt="1"/>
          </p:nvPr>
        </p:nvSpPr>
        <p:spPr>
          <a:xfrm>
            <a:off x="550863" y="476672"/>
            <a:ext cx="8631237" cy="921672"/>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cxnSp>
        <p:nvCxnSpPr>
          <p:cNvPr id="16" name="Straight Connector 15"/>
          <p:cNvCxnSpPr/>
          <p:nvPr userDrawn="1"/>
        </p:nvCxnSpPr>
        <p:spPr>
          <a:xfrm>
            <a:off x="550863" y="1398344"/>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397775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_1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59"/>
            <a:ext cx="10129836"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4" name="Straight Connector 13"/>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1289685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_1 Columns / Title_Content+picture">
    <p:spTree>
      <p:nvGrpSpPr>
        <p:cNvPr id="1" name=""/>
        <p:cNvGrpSpPr/>
        <p:nvPr/>
      </p:nvGrpSpPr>
      <p:grpSpPr>
        <a:xfrm>
          <a:off x="0" y="0"/>
          <a:ext cx="0" cy="0"/>
          <a:chOff x="0" y="0"/>
          <a:chExt cx="0" cy="0"/>
        </a:xfrm>
      </p:grpSpPr>
      <p:sp>
        <p:nvSpPr>
          <p:cNvPr id="6" name="Content Placeholder 3"/>
          <p:cNvSpPr>
            <a:spLocks noGrp="1"/>
          </p:cNvSpPr>
          <p:nvPr>
            <p:ph sz="half" idx="11" hasCustomPrompt="1"/>
          </p:nvPr>
        </p:nvSpPr>
        <p:spPr>
          <a:xfrm>
            <a:off x="550863"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8" name="Content Placeholder 3"/>
          <p:cNvSpPr>
            <a:spLocks noGrp="1"/>
          </p:cNvSpPr>
          <p:nvPr>
            <p:ph sz="half" idx="12" hasCustomPrompt="1"/>
          </p:nvPr>
        </p:nvSpPr>
        <p:spPr>
          <a:xfrm>
            <a:off x="5681117" y="1293703"/>
            <a:ext cx="4999583" cy="4749910"/>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2463992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_2 Columns / Title_Content - Conf">
    <p:spTree>
      <p:nvGrpSpPr>
        <p:cNvPr id="1" name=""/>
        <p:cNvGrpSpPr/>
        <p:nvPr/>
      </p:nvGrpSpPr>
      <p:grpSpPr>
        <a:xfrm>
          <a:off x="0" y="0"/>
          <a:ext cx="0" cy="0"/>
          <a:chOff x="0" y="0"/>
          <a:chExt cx="0" cy="0"/>
        </a:xfrm>
      </p:grpSpPr>
      <p:sp>
        <p:nvSpPr>
          <p:cNvPr id="7" name="Content Placeholder 3"/>
          <p:cNvSpPr>
            <a:spLocks noGrp="1"/>
          </p:cNvSpPr>
          <p:nvPr>
            <p:ph sz="half" idx="11" hasCustomPrompt="1"/>
          </p:nvPr>
        </p:nvSpPr>
        <p:spPr>
          <a:xfrm>
            <a:off x="550863" y="1293703"/>
            <a:ext cx="10129837" cy="4749910"/>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6" name="Straight Connector 5"/>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369445456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1_2 Column / Title_Subtitle_Content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1" hasCustomPrompt="1"/>
          </p:nvPr>
        </p:nvSpPr>
        <p:spPr>
          <a:xfrm>
            <a:off x="550863" y="1869761"/>
            <a:ext cx="10129837" cy="4173852"/>
          </a:xfrm>
          <a:prstGeom prst="rect">
            <a:avLst/>
          </a:prstGeom>
        </p:spPr>
        <p:txBody>
          <a:bodyPr lIns="90000" numCol="2">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4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242781669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_2 Columns/ Comparison - Conf">
    <p:spTree>
      <p:nvGrpSpPr>
        <p:cNvPr id="1" name=""/>
        <p:cNvGrpSpPr/>
        <p:nvPr/>
      </p:nvGrpSpPr>
      <p:grpSpPr>
        <a:xfrm>
          <a:off x="0" y="0"/>
          <a:ext cx="0" cy="0"/>
          <a:chOff x="0" y="0"/>
          <a:chExt cx="0" cy="0"/>
        </a:xfrm>
      </p:grpSpPr>
      <p:sp>
        <p:nvSpPr>
          <p:cNvPr id="7" name="Text Placeholder 2"/>
          <p:cNvSpPr>
            <a:spLocks noGrp="1"/>
          </p:cNvSpPr>
          <p:nvPr>
            <p:ph type="body" idx="1" hasCustomPrompt="1"/>
          </p:nvPr>
        </p:nvSpPr>
        <p:spPr>
          <a:xfrm>
            <a:off x="554378"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9" name="Content Placeholder 3"/>
          <p:cNvSpPr>
            <a:spLocks noGrp="1"/>
          </p:cNvSpPr>
          <p:nvPr>
            <p:ph sz="half" idx="13" hasCustomPrompt="1"/>
          </p:nvPr>
        </p:nvSpPr>
        <p:spPr>
          <a:xfrm>
            <a:off x="550863"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11" name="Text Placeholder 2"/>
          <p:cNvSpPr>
            <a:spLocks noGrp="1"/>
          </p:cNvSpPr>
          <p:nvPr>
            <p:ph type="body" idx="14" hasCustomPrompt="1"/>
          </p:nvPr>
        </p:nvSpPr>
        <p:spPr>
          <a:xfrm>
            <a:off x="5684632" y="1293703"/>
            <a:ext cx="4996068"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3" name="Content Placeholder 3"/>
          <p:cNvSpPr>
            <a:spLocks noGrp="1"/>
          </p:cNvSpPr>
          <p:nvPr>
            <p:ph sz="half" idx="15" hasCustomPrompt="1"/>
          </p:nvPr>
        </p:nvSpPr>
        <p:spPr>
          <a:xfrm>
            <a:off x="5681117" y="1869761"/>
            <a:ext cx="4999583" cy="4173852"/>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10" name="Straight Connector 9"/>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4253537980"/>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_3 Column / Title_Content - Conf">
    <p:spTree>
      <p:nvGrpSpPr>
        <p:cNvPr id="1" name=""/>
        <p:cNvGrpSpPr/>
        <p:nvPr/>
      </p:nvGrpSpPr>
      <p:grpSpPr>
        <a:xfrm>
          <a:off x="0" y="0"/>
          <a:ext cx="0" cy="0"/>
          <a:chOff x="0" y="0"/>
          <a:chExt cx="0" cy="0"/>
        </a:xfrm>
      </p:grpSpPr>
      <p:sp>
        <p:nvSpPr>
          <p:cNvPr id="11" name="Content Placeholder 3"/>
          <p:cNvSpPr>
            <a:spLocks noGrp="1"/>
          </p:cNvSpPr>
          <p:nvPr>
            <p:ph sz="half" idx="2" hasCustomPrompt="1"/>
          </p:nvPr>
        </p:nvSpPr>
        <p:spPr>
          <a:xfrm>
            <a:off x="550862" y="1293703"/>
            <a:ext cx="10129837" cy="4749910"/>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
        <p:nvSpPr>
          <p:cNvPr id="2" name="TextBox 1"/>
          <p:cNvSpPr txBox="1"/>
          <p:nvPr userDrawn="1"/>
        </p:nvSpPr>
        <p:spPr>
          <a:xfrm>
            <a:off x="-3481064" y="-2043608"/>
            <a:ext cx="2376264" cy="215444"/>
          </a:xfrm>
          <a:prstGeom prst="rect">
            <a:avLst/>
          </a:prstGeom>
          <a:noFill/>
        </p:spPr>
        <p:txBody>
          <a:bodyPr wrap="square" lIns="0" tIns="0" rIns="0" bIns="0" numCol="1" spcCol="288000" rtlCol="0">
            <a:spAutoFit/>
          </a:bodyPr>
          <a:lstStyle/>
          <a:p>
            <a:pPr indent="-180000" fontAlgn="auto" latinLnBrk="0">
              <a:spcBef>
                <a:spcPts val="600"/>
              </a:spcBef>
              <a:spcAft>
                <a:spcPts val="0"/>
              </a:spcAft>
            </a:pPr>
            <a:r>
              <a:rPr lang="en-US" sz="1400" b="0" i="0" dirty="0" err="1">
                <a:latin typeface="Source Sans Pro" charset="0"/>
                <a:ea typeface="Source Sans Pro" charset="0"/>
                <a:cs typeface="Source Sans Pro" charset="0"/>
              </a:rPr>
              <a:t>zfegrhtjyufgrtntcvb</a:t>
            </a:r>
            <a:endParaRPr lang="en-US" sz="1400" b="0" i="0" dirty="0">
              <a:latin typeface="Source Sans Pro" charset="0"/>
              <a:ea typeface="Source Sans Pro" charset="0"/>
              <a:cs typeface="Source Sans Pro" charset="0"/>
            </a:endParaRPr>
          </a:p>
        </p:txBody>
      </p:sp>
      <p:cxnSp>
        <p:nvCxnSpPr>
          <p:cNvPr id="9" name="Straight Connector 8"/>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175333690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_3 Column / Title_Subtitle_Content - Conf">
    <p:spTree>
      <p:nvGrpSpPr>
        <p:cNvPr id="1" name=""/>
        <p:cNvGrpSpPr/>
        <p:nvPr/>
      </p:nvGrpSpPr>
      <p:grpSpPr>
        <a:xfrm>
          <a:off x="0" y="0"/>
          <a:ext cx="0" cy="0"/>
          <a:chOff x="0" y="0"/>
          <a:chExt cx="0" cy="0"/>
        </a:xfrm>
      </p:grpSpPr>
      <p:sp>
        <p:nvSpPr>
          <p:cNvPr id="4" name="Text Placeholder 2"/>
          <p:cNvSpPr>
            <a:spLocks noGrp="1"/>
          </p:cNvSpPr>
          <p:nvPr>
            <p:ph type="body" idx="1" hasCustomPrompt="1"/>
          </p:nvPr>
        </p:nvSpPr>
        <p:spPr>
          <a:xfrm>
            <a:off x="550861" y="1293703"/>
            <a:ext cx="10129838" cy="432049"/>
          </a:xfrm>
          <a:prstGeom prst="rect">
            <a:avLst/>
          </a:prstGeom>
        </p:spPr>
        <p:txBody>
          <a:bodyPr lIns="0" tIns="0" rIns="0" bIns="0" anchor="t" anchorCtr="0">
            <a:noAutofit/>
          </a:bodyPr>
          <a:lstStyle>
            <a:lvl1pPr marL="0" indent="0">
              <a:lnSpc>
                <a:spcPts val="2000"/>
              </a:lnSpc>
              <a:buNone/>
              <a:defRPr sz="14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5" name="Content Placeholder 3"/>
          <p:cNvSpPr>
            <a:spLocks noGrp="1"/>
          </p:cNvSpPr>
          <p:nvPr>
            <p:ph sz="half" idx="11" hasCustomPrompt="1"/>
          </p:nvPr>
        </p:nvSpPr>
        <p:spPr>
          <a:xfrm>
            <a:off x="550863" y="1869760"/>
            <a:ext cx="10129836" cy="4173853"/>
          </a:xfrm>
          <a:prstGeom prst="rect">
            <a:avLst/>
          </a:prstGeom>
        </p:spPr>
        <p:txBody>
          <a:bodyPr lIns="90000" numCol="3">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cxnSp>
        <p:nvCxnSpPr>
          <p:cNvPr id="7" name="Straight Connector 6"/>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89864123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3 Columns / Comparison - Conf">
    <p:spTree>
      <p:nvGrpSpPr>
        <p:cNvPr id="1" name=""/>
        <p:cNvGrpSpPr/>
        <p:nvPr/>
      </p:nvGrpSpPr>
      <p:grpSpPr>
        <a:xfrm>
          <a:off x="0" y="0"/>
          <a:ext cx="0" cy="0"/>
          <a:chOff x="0" y="0"/>
          <a:chExt cx="0" cy="0"/>
        </a:xfrm>
      </p:grpSpPr>
      <p:sp>
        <p:nvSpPr>
          <p:cNvPr id="3" name="Text Placeholder 2"/>
          <p:cNvSpPr>
            <a:spLocks noGrp="1"/>
          </p:cNvSpPr>
          <p:nvPr>
            <p:ph type="body" idx="1" hasCustomPrompt="1"/>
          </p:nvPr>
        </p:nvSpPr>
        <p:spPr>
          <a:xfrm>
            <a:off x="551386"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14" name="Content Placeholder 3"/>
          <p:cNvSpPr>
            <a:spLocks noGrp="1"/>
          </p:cNvSpPr>
          <p:nvPr>
            <p:ph sz="half" idx="11" hasCustomPrompt="1"/>
          </p:nvPr>
        </p:nvSpPr>
        <p:spPr>
          <a:xfrm>
            <a:off x="551385"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cxnSp>
        <p:nvCxnSpPr>
          <p:cNvPr id="11" name="Straight Connector 10"/>
          <p:cNvCxnSpPr/>
          <p:nvPr userDrawn="1"/>
        </p:nvCxnSpPr>
        <p:spPr>
          <a:xfrm>
            <a:off x="550863" y="1110312"/>
            <a:ext cx="1106487"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 Placeholder 2"/>
          <p:cNvSpPr>
            <a:spLocks noGrp="1"/>
          </p:cNvSpPr>
          <p:nvPr>
            <p:ph type="body" idx="16" hasCustomPrompt="1"/>
          </p:nvPr>
        </p:nvSpPr>
        <p:spPr>
          <a:xfrm>
            <a:off x="4149839"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0" name="Content Placeholder 3"/>
          <p:cNvSpPr>
            <a:spLocks noGrp="1"/>
          </p:cNvSpPr>
          <p:nvPr>
            <p:ph sz="half" idx="17" hasCustomPrompt="1"/>
          </p:nvPr>
        </p:nvSpPr>
        <p:spPr>
          <a:xfrm>
            <a:off x="4149838"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3" name="Text Placeholder 2"/>
          <p:cNvSpPr>
            <a:spLocks noGrp="1"/>
          </p:cNvSpPr>
          <p:nvPr>
            <p:ph type="body" idx="18" hasCustomPrompt="1"/>
          </p:nvPr>
        </p:nvSpPr>
        <p:spPr>
          <a:xfrm>
            <a:off x="7680325" y="1293703"/>
            <a:ext cx="3007790" cy="432049"/>
          </a:xfrm>
          <a:prstGeom prst="rect">
            <a:avLst/>
          </a:prstGeom>
        </p:spPr>
        <p:txBody>
          <a:bodyPr lIns="0" tIns="0" rIns="0" bIns="0" anchor="t" anchorCtr="0">
            <a:noAutofit/>
          </a:bodyPr>
          <a:lstStyle>
            <a:lvl1pPr marL="0" indent="0">
              <a:lnSpc>
                <a:spcPts val="2000"/>
              </a:lnSpc>
              <a:buNone/>
              <a:defRPr sz="1800" b="1" i="0" cap="all" baseline="0">
                <a:solidFill>
                  <a:schemeClr val="tx1"/>
                </a:solidFill>
                <a:latin typeface="Source Sans Pro" charset="0"/>
                <a:ea typeface="Source Sans Pro" charset="0"/>
                <a:cs typeface="Source Sans Pro" charset="0"/>
              </a:defRPr>
            </a:lvl1pPr>
            <a:lvl2pPr marL="457143" indent="0">
              <a:buNone/>
              <a:defRPr sz="2000" b="1"/>
            </a:lvl2pPr>
            <a:lvl3pPr marL="914286" indent="0">
              <a:buNone/>
              <a:defRPr sz="1800" b="1"/>
            </a:lvl3pPr>
            <a:lvl4pPr marL="1371430" indent="0">
              <a:buNone/>
              <a:defRPr sz="1600" b="1"/>
            </a:lvl4pPr>
            <a:lvl5pPr marL="1828573" indent="0">
              <a:buNone/>
              <a:defRPr sz="1600" b="1"/>
            </a:lvl5pPr>
            <a:lvl6pPr marL="2285718" indent="0">
              <a:buNone/>
              <a:defRPr sz="1600" b="1"/>
            </a:lvl6pPr>
            <a:lvl7pPr marL="2742858" indent="0">
              <a:buNone/>
              <a:defRPr sz="1600" b="1"/>
            </a:lvl7pPr>
            <a:lvl8pPr marL="3200000" indent="0">
              <a:buNone/>
              <a:defRPr sz="1600" b="1"/>
            </a:lvl8pPr>
            <a:lvl9pPr marL="3657143" indent="0">
              <a:buNone/>
              <a:defRPr sz="1600" b="1"/>
            </a:lvl9pPr>
          </a:lstStyle>
          <a:p>
            <a:pPr lvl="0"/>
            <a:r>
              <a:rPr lang="en-US" noProof="0" dirty="0"/>
              <a:t>Click to edit title style</a:t>
            </a:r>
          </a:p>
        </p:txBody>
      </p:sp>
      <p:sp>
        <p:nvSpPr>
          <p:cNvPr id="24" name="Content Placeholder 3"/>
          <p:cNvSpPr>
            <a:spLocks noGrp="1"/>
          </p:cNvSpPr>
          <p:nvPr>
            <p:ph sz="half" idx="19" hasCustomPrompt="1"/>
          </p:nvPr>
        </p:nvSpPr>
        <p:spPr>
          <a:xfrm>
            <a:off x="7680324" y="1869760"/>
            <a:ext cx="3007792" cy="4173853"/>
          </a:xfrm>
          <a:prstGeom prst="rect">
            <a:avLst/>
          </a:prstGeom>
        </p:spPr>
        <p:txBody>
          <a:bodyPr lIns="90000">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a:p>
            <a:pPr lvl="3"/>
            <a:r>
              <a:rPr lang="en-US" noProof="0" dirty="0"/>
              <a:t>Fourth level</a:t>
            </a:r>
          </a:p>
          <a:p>
            <a:pPr lvl="3"/>
            <a:r>
              <a:rPr lang="en-US" noProof="0" dirty="0"/>
              <a:t>	Fifth level</a:t>
            </a:r>
          </a:p>
        </p:txBody>
      </p:sp>
      <p:sp>
        <p:nvSpPr>
          <p:cNvPr id="25" name="Title Placeholder 1"/>
          <p:cNvSpPr>
            <a:spLocks noGrp="1"/>
          </p:cNvSpPr>
          <p:nvPr>
            <p:ph type="title" hasCustomPrompt="1"/>
          </p:nvPr>
        </p:nvSpPr>
        <p:spPr>
          <a:xfrm>
            <a:off x="550863" y="644525"/>
            <a:ext cx="10129837" cy="465786"/>
          </a:xfrm>
          <a:prstGeom prst="rect">
            <a:avLst/>
          </a:prstGeom>
        </p:spPr>
        <p:txBody>
          <a:bodyPr vert="horz" wrap="square" lIns="0" tIns="0" rIns="0" bIns="0" numCol="1" rtlCol="0" anchor="b" anchorCtr="0">
            <a:noAutofit/>
          </a:bodyPr>
          <a:lstStyle>
            <a:lvl1pPr>
              <a:lnSpc>
                <a:spcPts val="3600"/>
              </a:lnSpc>
              <a:defRPr sz="4400"/>
            </a:lvl1pPr>
          </a:lstStyle>
          <a:p>
            <a:r>
              <a:rPr lang="en-US" dirty="0"/>
              <a:t>click to edit title</a:t>
            </a:r>
            <a:endParaRPr lang="en-US" noProof="0" dirty="0"/>
          </a:p>
        </p:txBody>
      </p:sp>
    </p:spTree>
    <p:extLst>
      <p:ext uri="{BB962C8B-B14F-4D97-AF65-F5344CB8AC3E}">
        <p14:creationId xmlns:p14="http://schemas.microsoft.com/office/powerpoint/2010/main" val="90021349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_Blank - Conf">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162287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Introduce Page - Conf">
    <p:spTree>
      <p:nvGrpSpPr>
        <p:cNvPr id="1" name=""/>
        <p:cNvGrpSpPr/>
        <p:nvPr/>
      </p:nvGrpSpPr>
      <p:grpSpPr>
        <a:xfrm>
          <a:off x="0" y="0"/>
          <a:ext cx="0" cy="0"/>
          <a:chOff x="0" y="0"/>
          <a:chExt cx="0" cy="0"/>
        </a:xfrm>
      </p:grpSpPr>
      <p:cxnSp>
        <p:nvCxnSpPr>
          <p:cNvPr id="5" name="Straight Connector 4"/>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itle Placeholder 1"/>
          <p:cNvSpPr txBox="1">
            <a:spLocks/>
          </p:cNvSpPr>
          <p:nvPr userDrawn="1"/>
        </p:nvSpPr>
        <p:spPr>
          <a:xfrm>
            <a:off x="4145146" y="1455167"/>
            <a:ext cx="3901709" cy="461665"/>
          </a:xfrm>
          <a:prstGeom prst="rect">
            <a:avLst/>
          </a:prstGeom>
        </p:spPr>
        <p:txBody>
          <a:bodyPr vert="horz" wrap="none" lIns="0" tIns="0" rIns="0" bIns="0" numCol="1" rtlCol="0" anchor="b" anchorCtr="1">
            <a:spAutoFit/>
          </a:bodyPr>
          <a:lstStyle>
            <a:lvl1pPr algn="l" defTabSz="914286" rtl="0" eaLnBrk="1" latinLnBrk="0" hangingPunct="1">
              <a:lnSpc>
                <a:spcPts val="3600"/>
              </a:lnSpc>
              <a:spcBef>
                <a:spcPct val="0"/>
              </a:spcBef>
              <a:buNone/>
              <a:defRPr sz="4400" b="0" i="0" kern="1200" cap="small" baseline="0">
                <a:solidFill>
                  <a:schemeClr val="tx1"/>
                </a:solidFill>
                <a:latin typeface="Source Sans Pro" charset="0"/>
                <a:ea typeface="Source Sans Pro" charset="0"/>
                <a:cs typeface="Source Sans Pro" charset="0"/>
              </a:defRPr>
            </a:lvl1pPr>
          </a:lstStyle>
          <a:p>
            <a:pPr algn="ctr"/>
            <a:r>
              <a:rPr lang="en-US" dirty="0"/>
              <a:t>click to edit title</a:t>
            </a:r>
          </a:p>
        </p:txBody>
      </p:sp>
      <p:sp>
        <p:nvSpPr>
          <p:cNvPr id="8" name="Content Placeholder 3"/>
          <p:cNvSpPr>
            <a:spLocks noGrp="1"/>
          </p:cNvSpPr>
          <p:nvPr>
            <p:ph sz="half" idx="11" hasCustomPrompt="1"/>
          </p:nvPr>
        </p:nvSpPr>
        <p:spPr>
          <a:xfrm>
            <a:off x="1031082" y="2479536"/>
            <a:ext cx="10129837" cy="3564077"/>
          </a:xfrm>
          <a:prstGeom prst="rect">
            <a:avLst/>
          </a:prstGeom>
        </p:spPr>
        <p:txBody>
          <a:bodyPr lIns="90000" anchor="t" anchorCtr="1">
            <a:noAutofit/>
          </a:bodyPr>
          <a:lstStyle>
            <a:lvl1pPr>
              <a:defRPr sz="1600" b="0" i="0">
                <a:latin typeface="Source Sans Pro" charset="0"/>
                <a:ea typeface="Source Sans Pro" charset="0"/>
                <a:cs typeface="Source Sans Pro" charset="0"/>
              </a:defRPr>
            </a:lvl1pPr>
            <a:lvl2pPr>
              <a:defRPr sz="1600" b="0" i="0">
                <a:latin typeface="Source Sans Pro" charset="0"/>
                <a:ea typeface="Source Sans Pro" charset="0"/>
                <a:cs typeface="Source Sans Pro" charset="0"/>
              </a:defRPr>
            </a:lvl2pPr>
            <a:lvl3pPr>
              <a:defRPr sz="1600" b="0" i="0">
                <a:latin typeface="Source Sans Pro" charset="0"/>
                <a:ea typeface="Source Sans Pro" charset="0"/>
                <a:cs typeface="Source Sans Pro" charset="0"/>
              </a:defRPr>
            </a:lvl3pPr>
            <a:lvl4pPr>
              <a:defRPr sz="1600" b="0" i="0">
                <a:latin typeface="Source Sans Pro" charset="0"/>
                <a:ea typeface="Source Sans Pro" charset="0"/>
                <a:cs typeface="Source Sans Pro" charset="0"/>
              </a:defRPr>
            </a:lvl4pPr>
            <a:lvl5pPr>
              <a:defRPr sz="1600"/>
            </a:lvl5pPr>
            <a:lvl6pPr>
              <a:defRPr sz="1600"/>
            </a:lvl6pPr>
            <a:lvl7pPr>
              <a:defRPr sz="1600"/>
            </a:lvl7pPr>
            <a:lvl8pPr>
              <a:defRPr sz="1600"/>
            </a:lvl8pPr>
            <a:lvl9pPr>
              <a:defRPr sz="1600"/>
            </a:lvl9pPr>
          </a:lstStyle>
          <a:p>
            <a:pPr lvl="0"/>
            <a:r>
              <a:rPr lang="en-US" noProof="0" dirty="0"/>
              <a:t>Click to edit content</a:t>
            </a:r>
          </a:p>
          <a:p>
            <a:pPr lvl="1"/>
            <a:r>
              <a:rPr lang="en-US" noProof="0" dirty="0"/>
              <a:t>Second level</a:t>
            </a:r>
          </a:p>
          <a:p>
            <a:pPr lvl="2"/>
            <a:r>
              <a:rPr lang="en-US" noProof="0" dirty="0"/>
              <a:t>Third level</a:t>
            </a:r>
          </a:p>
        </p:txBody>
      </p:sp>
    </p:spTree>
    <p:extLst>
      <p:ext uri="{BB962C8B-B14F-4D97-AF65-F5344CB8AC3E}">
        <p14:creationId xmlns:p14="http://schemas.microsoft.com/office/powerpoint/2010/main" val="2479282847"/>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Legal - Disclaimer &amp; Confidentiality">
    <p:spTree>
      <p:nvGrpSpPr>
        <p:cNvPr id="1" name=""/>
        <p:cNvGrpSpPr/>
        <p:nvPr/>
      </p:nvGrpSpPr>
      <p:grpSpPr>
        <a:xfrm>
          <a:off x="0" y="0"/>
          <a:ext cx="0" cy="0"/>
          <a:chOff x="0" y="0"/>
          <a:chExt cx="0" cy="0"/>
        </a:xfrm>
      </p:grpSpPr>
      <p:sp>
        <p:nvSpPr>
          <p:cNvPr id="6" name="Rectangle 5"/>
          <p:cNvSpPr/>
          <p:nvPr/>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15" name="Straight Connector 14"/>
          <p:cNvCxnSpPr/>
          <p:nvPr/>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p:cNvSpPr/>
          <p:nvPr userDrawn="1"/>
        </p:nvSpPr>
        <p:spPr>
          <a:xfrm>
            <a:off x="1031082" y="1556791"/>
            <a:ext cx="10129837" cy="461665"/>
          </a:xfrm>
          <a:prstGeom prst="rect">
            <a:avLst/>
          </a:prstGeom>
        </p:spPr>
        <p:txBody>
          <a:bodyPr wrap="square">
            <a:spAutoFit/>
          </a:bodyPr>
          <a:lstStyle/>
          <a:p>
            <a:pPr algn="ctr"/>
            <a:r>
              <a:rPr lang="fr-FR" sz="2400" dirty="0"/>
              <a:t>DISCLAIMER &amp; CONFIDENTIALITY</a:t>
            </a:r>
            <a:endParaRPr lang="en-US" sz="2400" dirty="0"/>
          </a:p>
        </p:txBody>
      </p:sp>
      <p:cxnSp>
        <p:nvCxnSpPr>
          <p:cNvPr id="8" name="Straight Connector 7"/>
          <p:cNvCxnSpPr/>
          <p:nvPr userDrawn="1"/>
        </p:nvCxnSpPr>
        <p:spPr>
          <a:xfrm>
            <a:off x="5663952" y="2132856"/>
            <a:ext cx="864096"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userDrawn="1"/>
        </p:nvSpPr>
        <p:spPr>
          <a:xfrm>
            <a:off x="1031082" y="2479536"/>
            <a:ext cx="10129837" cy="2970044"/>
          </a:xfrm>
          <a:prstGeom prst="rect">
            <a:avLst/>
          </a:prstGeom>
          <a:noFill/>
        </p:spPr>
        <p:txBody>
          <a:bodyPr vert="horz" wrap="square" lIns="0" tIns="0" rIns="0" bIns="0" numCol="1" spcCol="288000" rtlCol="0" anchor="t" anchorCtr="0">
            <a:spAutoFit/>
          </a:bodyPr>
          <a:lstStyle/>
          <a:p>
            <a:pPr marL="0" marR="0" indent="0" algn="ctr" defTabSz="914377" rtl="0" eaLnBrk="1" fontAlgn="auto" latinLnBrk="0" hangingPunct="1">
              <a:lnSpc>
                <a:spcPct val="100000"/>
              </a:lnSpc>
              <a:spcBef>
                <a:spcPts val="0"/>
              </a:spcBef>
              <a:spcAft>
                <a:spcPts val="600"/>
              </a:spcAft>
              <a:buClrTx/>
              <a:buSzTx/>
              <a:buFontTx/>
              <a:buNone/>
              <a:tabLst/>
              <a:defRPr/>
            </a:pPr>
            <a:r>
              <a:rPr lang="en-US" sz="1400" b="0" i="0" kern="1200" spc="0" dirty="0">
                <a:ln>
                  <a:noFill/>
                </a:ln>
                <a:solidFill>
                  <a:schemeClr val="tx2"/>
                </a:solidFill>
                <a:latin typeface="Source Sans Pro Light" charset="0"/>
                <a:ea typeface="Source Sans Pro Light" charset="0"/>
                <a:cs typeface="Source Sans Pro Light" charset="0"/>
              </a:rPr>
              <a:t>All rights reserved. Information, technical data and tutorials contained in this document are confidential and proprietary under copyright Law of Industrial Smart Software Technology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operating under the brand name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Without written permission from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copying or sending parts of the document or the entire document by any means to third parties is not permitted. Granted authorizations for using parts of the document or the entire document do not mean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S.A. gives public full access rights.</a:t>
            </a:r>
          </a:p>
          <a:p>
            <a:pPr marL="0" algn="ctr" defTabSz="914377" rtl="0" eaLnBrk="1" latinLnBrk="0" hangingPunct="1">
              <a:spcBef>
                <a:spcPts val="0"/>
              </a:spcBef>
              <a:spcAft>
                <a:spcPts val="600"/>
              </a:spcAft>
            </a:pPr>
            <a:endParaRPr lang="en-US" sz="1400" b="0" i="0" kern="1200" spc="0" dirty="0">
              <a:ln>
                <a:noFill/>
              </a:ln>
              <a:solidFill>
                <a:schemeClr val="tx2"/>
              </a:solidFill>
              <a:latin typeface="Source Sans Pro Light" charset="0"/>
              <a:ea typeface="Source Sans Pro Light" charset="0"/>
              <a:cs typeface="Source Sans Pro Light" charset="0"/>
            </a:endParaRP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The information contained herein is not warranted to be error-free.</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IS2T® and </a:t>
            </a:r>
            <a:r>
              <a:rPr lang="en-US" sz="1400" b="0" i="0" kern="1200" spc="0" dirty="0" err="1">
                <a:ln>
                  <a:noFill/>
                </a:ln>
                <a:solidFill>
                  <a:schemeClr val="tx2"/>
                </a:solidFill>
                <a:latin typeface="Source Sans Pro Light" charset="0"/>
                <a:ea typeface="Source Sans Pro Light" charset="0"/>
                <a:cs typeface="Source Sans Pro Light" charset="0"/>
              </a:rPr>
              <a:t>MicroEJ</a:t>
            </a:r>
            <a:r>
              <a:rPr lang="en-US" sz="1400" b="0" i="0" kern="1200" spc="0" dirty="0">
                <a:ln>
                  <a:noFill/>
                </a:ln>
                <a:solidFill>
                  <a:schemeClr val="tx2"/>
                </a:solidFill>
                <a:latin typeface="Source Sans Pro Light" charset="0"/>
                <a:ea typeface="Source Sans Pro Light" charset="0"/>
                <a:cs typeface="Source Sans Pro Light" charset="0"/>
              </a:rPr>
              <a:t>® and all relative logos are trademarks or registered trademarks of IS2T S.A. in France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Java™ is Sun Microsystems’ trademark for a technology for developing application software and deploying it in cross-VEE Port, networked environments. When it is used in this site without adding the “™” symbol, it includes implementations of the technology by companies other than Sun. Java™, all Java-based marks and all related logos are trademarks or registered trademarks of Sun Microsystems </a:t>
            </a:r>
            <a:r>
              <a:rPr lang="en-US" sz="1400" b="0" i="0" kern="1200" spc="0" dirty="0" err="1">
                <a:ln>
                  <a:noFill/>
                </a:ln>
                <a:solidFill>
                  <a:schemeClr val="tx2"/>
                </a:solidFill>
                <a:latin typeface="Source Sans Pro Light" charset="0"/>
                <a:ea typeface="Source Sans Pro Light" charset="0"/>
                <a:cs typeface="Source Sans Pro Light" charset="0"/>
              </a:rPr>
              <a:t>Inc</a:t>
            </a:r>
            <a:r>
              <a:rPr lang="en-US" sz="1400" b="0" i="0" kern="1200" spc="0" dirty="0">
                <a:ln>
                  <a:noFill/>
                </a:ln>
                <a:solidFill>
                  <a:schemeClr val="tx2"/>
                </a:solidFill>
                <a:latin typeface="Source Sans Pro Light" charset="0"/>
                <a:ea typeface="Source Sans Pro Light" charset="0"/>
                <a:cs typeface="Source Sans Pro Light" charset="0"/>
              </a:rPr>
              <a:t>, in the United States and other Countries.</a:t>
            </a:r>
          </a:p>
          <a:p>
            <a:pPr marL="0" algn="ctr" defTabSz="914377" rtl="0" eaLnBrk="1" latinLnBrk="0" hangingPunct="1">
              <a:spcBef>
                <a:spcPts val="0"/>
              </a:spcBef>
              <a:spcAft>
                <a:spcPts val="600"/>
              </a:spcAft>
            </a:pPr>
            <a:r>
              <a:rPr lang="en-US" sz="1400" b="0" i="0" kern="1200" spc="0" dirty="0">
                <a:ln>
                  <a:noFill/>
                </a:ln>
                <a:solidFill>
                  <a:schemeClr val="tx2"/>
                </a:solidFill>
                <a:latin typeface="Source Sans Pro Light" charset="0"/>
                <a:ea typeface="Source Sans Pro Light" charset="0"/>
                <a:cs typeface="Source Sans Pro Light" charset="0"/>
              </a:rPr>
              <a:t>Other trademarks are proprietary of their respective owners.</a:t>
            </a:r>
          </a:p>
        </p:txBody>
      </p:sp>
    </p:spTree>
    <p:extLst>
      <p:ext uri="{BB962C8B-B14F-4D97-AF65-F5344CB8AC3E}">
        <p14:creationId xmlns:p14="http://schemas.microsoft.com/office/powerpoint/2010/main" val="1925143224"/>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blank">
  <p:cSld name="END Slider - Conf">
    <p:spTree>
      <p:nvGrpSpPr>
        <p:cNvPr id="1" name=""/>
        <p:cNvGrpSpPr/>
        <p:nvPr/>
      </p:nvGrpSpPr>
      <p:grpSpPr>
        <a:xfrm>
          <a:off x="0" y="0"/>
          <a:ext cx="0" cy="0"/>
          <a:chOff x="0" y="0"/>
          <a:chExt cx="0" cy="0"/>
        </a:xfrm>
      </p:grpSpPr>
      <p:sp>
        <p:nvSpPr>
          <p:cNvPr id="5" name="Rectangle 1"/>
          <p:cNvSpPr/>
          <p:nvPr/>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8" name="Title 51"/>
          <p:cNvSpPr txBox="1">
            <a:spLocks/>
          </p:cNvSpPr>
          <p:nvPr/>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9" name="Rectangle 8"/>
          <p:cNvSpPr/>
          <p:nvPr/>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
        <p:nvSpPr>
          <p:cNvPr id="10" name="Rectangle 1"/>
          <p:cNvSpPr/>
          <p:nvPr userDrawn="1"/>
        </p:nvSpPr>
        <p:spPr>
          <a:xfrm rot="1800000">
            <a:off x="4954333" y="-1094769"/>
            <a:ext cx="8109376" cy="10728642"/>
          </a:xfrm>
          <a:custGeom>
            <a:avLst/>
            <a:gdLst>
              <a:gd name="connsiteX0" fmla="*/ 0 w 4673328"/>
              <a:gd name="connsiteY0" fmla="*/ 0 h 12601313"/>
              <a:gd name="connsiteX1" fmla="*/ 4673328 w 4673328"/>
              <a:gd name="connsiteY1" fmla="*/ 0 h 12601313"/>
              <a:gd name="connsiteX2" fmla="*/ 4673328 w 4673328"/>
              <a:gd name="connsiteY2" fmla="*/ 12601313 h 12601313"/>
              <a:gd name="connsiteX3" fmla="*/ 0 w 4673328"/>
              <a:gd name="connsiteY3" fmla="*/ 12601313 h 12601313"/>
              <a:gd name="connsiteX4" fmla="*/ 0 w 4673328"/>
              <a:gd name="connsiteY4" fmla="*/ 0 h 12601313"/>
              <a:gd name="connsiteX0" fmla="*/ 0 w 4682599"/>
              <a:gd name="connsiteY0" fmla="*/ 0 h 12601313"/>
              <a:gd name="connsiteX1" fmla="*/ 4673328 w 4682599"/>
              <a:gd name="connsiteY1" fmla="*/ 0 h 12601313"/>
              <a:gd name="connsiteX2" fmla="*/ 4682599 w 4682599"/>
              <a:gd name="connsiteY2" fmla="*/ 9540063 h 12601313"/>
              <a:gd name="connsiteX3" fmla="*/ 0 w 4682599"/>
              <a:gd name="connsiteY3" fmla="*/ 12601313 h 12601313"/>
              <a:gd name="connsiteX4" fmla="*/ 0 w 4682599"/>
              <a:gd name="connsiteY4" fmla="*/ 0 h 12601313"/>
              <a:gd name="connsiteX0" fmla="*/ 5974 w 4688573"/>
              <a:gd name="connsiteY0" fmla="*/ 0 h 12239273"/>
              <a:gd name="connsiteX1" fmla="*/ 4679302 w 4688573"/>
              <a:gd name="connsiteY1" fmla="*/ 0 h 12239273"/>
              <a:gd name="connsiteX2" fmla="*/ 4688573 w 4688573"/>
              <a:gd name="connsiteY2" fmla="*/ 9540063 h 12239273"/>
              <a:gd name="connsiteX3" fmla="*/ 0 w 4688573"/>
              <a:gd name="connsiteY3" fmla="*/ 12239273 h 12239273"/>
              <a:gd name="connsiteX4" fmla="*/ 5974 w 4688573"/>
              <a:gd name="connsiteY4" fmla="*/ 0 h 12239273"/>
              <a:gd name="connsiteX0" fmla="*/ 5974 w 4688573"/>
              <a:gd name="connsiteY0" fmla="*/ 0 h 12239273"/>
              <a:gd name="connsiteX1" fmla="*/ 4676822 w 4688573"/>
              <a:gd name="connsiteY1" fmla="*/ 1402474 h 12239273"/>
              <a:gd name="connsiteX2" fmla="*/ 4688573 w 4688573"/>
              <a:gd name="connsiteY2" fmla="*/ 9540063 h 12239273"/>
              <a:gd name="connsiteX3" fmla="*/ 0 w 4688573"/>
              <a:gd name="connsiteY3" fmla="*/ 12239273 h 12239273"/>
              <a:gd name="connsiteX4" fmla="*/ 5974 w 4688573"/>
              <a:gd name="connsiteY4" fmla="*/ 0 h 12239273"/>
              <a:gd name="connsiteX0" fmla="*/ 650 w 4688647"/>
              <a:gd name="connsiteY0" fmla="*/ 2773313 h 10836799"/>
              <a:gd name="connsiteX1" fmla="*/ 4676896 w 4688647"/>
              <a:gd name="connsiteY1" fmla="*/ 0 h 10836799"/>
              <a:gd name="connsiteX2" fmla="*/ 4688647 w 4688647"/>
              <a:gd name="connsiteY2" fmla="*/ 8137589 h 10836799"/>
              <a:gd name="connsiteX3" fmla="*/ 74 w 4688647"/>
              <a:gd name="connsiteY3" fmla="*/ 10836799 h 10836799"/>
              <a:gd name="connsiteX4" fmla="*/ 650 w 4688647"/>
              <a:gd name="connsiteY4" fmla="*/ 2773313 h 10836799"/>
              <a:gd name="connsiteX0" fmla="*/ 650 w 4688647"/>
              <a:gd name="connsiteY0" fmla="*/ 2740720 h 10804206"/>
              <a:gd name="connsiteX1" fmla="*/ 4662974 w 4688647"/>
              <a:gd name="connsiteY1" fmla="*/ 0 h 10804206"/>
              <a:gd name="connsiteX2" fmla="*/ 4688647 w 4688647"/>
              <a:gd name="connsiteY2" fmla="*/ 8104996 h 10804206"/>
              <a:gd name="connsiteX3" fmla="*/ 74 w 4688647"/>
              <a:gd name="connsiteY3" fmla="*/ 10804206 h 10804206"/>
              <a:gd name="connsiteX4" fmla="*/ 650 w 4688647"/>
              <a:gd name="connsiteY4" fmla="*/ 2740720 h 10804206"/>
              <a:gd name="connsiteX0" fmla="*/ 650 w 4688647"/>
              <a:gd name="connsiteY0" fmla="*/ 2414351 h 10477837"/>
              <a:gd name="connsiteX1" fmla="*/ 4622225 w 4688647"/>
              <a:gd name="connsiteY1" fmla="*/ 0 h 10477837"/>
              <a:gd name="connsiteX2" fmla="*/ 4688647 w 4688647"/>
              <a:gd name="connsiteY2" fmla="*/ 7778627 h 10477837"/>
              <a:gd name="connsiteX3" fmla="*/ 74 w 4688647"/>
              <a:gd name="connsiteY3" fmla="*/ 10477837 h 10477837"/>
              <a:gd name="connsiteX4" fmla="*/ 650 w 4688647"/>
              <a:gd name="connsiteY4" fmla="*/ 2414351 h 10477837"/>
              <a:gd name="connsiteX0" fmla="*/ 650 w 4688647"/>
              <a:gd name="connsiteY0" fmla="*/ 2665156 h 10728642"/>
              <a:gd name="connsiteX1" fmla="*/ 4673861 w 4688647"/>
              <a:gd name="connsiteY1" fmla="*/ 0 h 10728642"/>
              <a:gd name="connsiteX2" fmla="*/ 4688647 w 4688647"/>
              <a:gd name="connsiteY2" fmla="*/ 8029432 h 10728642"/>
              <a:gd name="connsiteX3" fmla="*/ 74 w 4688647"/>
              <a:gd name="connsiteY3" fmla="*/ 10728642 h 10728642"/>
              <a:gd name="connsiteX4" fmla="*/ 650 w 4688647"/>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 name="connsiteX0" fmla="*/ 650 w 8109376"/>
              <a:gd name="connsiteY0" fmla="*/ 2665156 h 10728642"/>
              <a:gd name="connsiteX1" fmla="*/ 4673861 w 8109376"/>
              <a:gd name="connsiteY1" fmla="*/ 0 h 10728642"/>
              <a:gd name="connsiteX2" fmla="*/ 8109376 w 8109376"/>
              <a:gd name="connsiteY2" fmla="*/ 6035100 h 10728642"/>
              <a:gd name="connsiteX3" fmla="*/ 74 w 8109376"/>
              <a:gd name="connsiteY3" fmla="*/ 10728642 h 10728642"/>
              <a:gd name="connsiteX4" fmla="*/ 650 w 8109376"/>
              <a:gd name="connsiteY4" fmla="*/ 2665156 h 107286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09376" h="10728642">
                <a:moveTo>
                  <a:pt x="650" y="2665156"/>
                </a:moveTo>
                <a:lnTo>
                  <a:pt x="4673861" y="0"/>
                </a:lnTo>
                <a:cubicBezTo>
                  <a:pt x="5668654" y="1793772"/>
                  <a:pt x="7081028" y="4183207"/>
                  <a:pt x="8109376" y="6035100"/>
                </a:cubicBezTo>
                <a:lnTo>
                  <a:pt x="74" y="10728642"/>
                </a:lnTo>
                <a:cubicBezTo>
                  <a:pt x="2065" y="6648884"/>
                  <a:pt x="-1341" y="6744914"/>
                  <a:pt x="650" y="2665156"/>
                </a:cubicBezTo>
                <a:close/>
              </a:path>
            </a:pathLst>
          </a:custGeom>
          <a:solidFill>
            <a:srgbClr val="E642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31493" y="3140968"/>
            <a:ext cx="3155056" cy="1012772"/>
          </a:xfrm>
          <a:prstGeom prst="rect">
            <a:avLst/>
          </a:prstGeom>
        </p:spPr>
      </p:pic>
      <p:pic>
        <p:nvPicPr>
          <p:cNvPr id="12" name="Picture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81083" y="1700808"/>
            <a:ext cx="3663604" cy="3657510"/>
          </a:xfrm>
          <a:prstGeom prst="rect">
            <a:avLst/>
          </a:prstGeom>
        </p:spPr>
      </p:pic>
      <p:sp>
        <p:nvSpPr>
          <p:cNvPr id="13" name="Title 51"/>
          <p:cNvSpPr txBox="1">
            <a:spLocks/>
          </p:cNvSpPr>
          <p:nvPr userDrawn="1"/>
        </p:nvSpPr>
        <p:spPr>
          <a:xfrm>
            <a:off x="623392" y="836712"/>
            <a:ext cx="7018635" cy="1008112"/>
          </a:xfrm>
          <a:prstGeom prst="rect">
            <a:avLst/>
          </a:prstGeom>
        </p:spPr>
        <p:txBody>
          <a:bodyPr/>
          <a:lstStyle>
            <a:lvl1pPr algn="l" defTabSz="914286" rtl="0" eaLnBrk="1" latinLnBrk="0" hangingPunct="1">
              <a:spcBef>
                <a:spcPct val="0"/>
              </a:spcBef>
              <a:buNone/>
              <a:defRPr sz="3600" b="0" i="0" kern="1200" cap="small" baseline="0">
                <a:solidFill>
                  <a:schemeClr val="tx1"/>
                </a:solidFill>
                <a:latin typeface="+mj-lt"/>
                <a:ea typeface="Calibri Light" charset="0"/>
                <a:cs typeface="Calibri Light" charset="0"/>
              </a:defRPr>
            </a:lvl1pPr>
          </a:lstStyle>
          <a:p>
            <a:r>
              <a:rPr lang="en-US" sz="8000" b="0" i="1" spc="600" dirty="0">
                <a:latin typeface="Source Sans Pro ExtraLight" charset="0"/>
                <a:ea typeface="Source Sans Pro ExtraLight" charset="0"/>
                <a:cs typeface="Source Sans Pro ExtraLight" charset="0"/>
              </a:rPr>
              <a:t>Thank you </a:t>
            </a:r>
          </a:p>
        </p:txBody>
      </p:sp>
      <p:sp>
        <p:nvSpPr>
          <p:cNvPr id="14" name="Rectangle 13"/>
          <p:cNvSpPr/>
          <p:nvPr userDrawn="1"/>
        </p:nvSpPr>
        <p:spPr>
          <a:xfrm>
            <a:off x="2495600" y="1988839"/>
            <a:ext cx="2698175" cy="369332"/>
          </a:xfrm>
          <a:prstGeom prst="rect">
            <a:avLst/>
          </a:prstGeom>
        </p:spPr>
        <p:txBody>
          <a:bodyPr wrap="none">
            <a:spAutoFit/>
          </a:bodyPr>
          <a:lstStyle/>
          <a:p>
            <a:r>
              <a:rPr lang="en-US" b="0" i="1" spc="300" dirty="0">
                <a:latin typeface="Source Sans Pro Light" charset="0"/>
                <a:ea typeface="Source Sans Pro Light" charset="0"/>
                <a:cs typeface="Source Sans Pro Light" charset="0"/>
              </a:rPr>
              <a:t>for your attention !</a:t>
            </a:r>
          </a:p>
        </p:txBody>
      </p:sp>
    </p:spTree>
    <p:extLst>
      <p:ext uri="{BB962C8B-B14F-4D97-AF65-F5344CB8AC3E}">
        <p14:creationId xmlns:p14="http://schemas.microsoft.com/office/powerpoint/2010/main" val="38831743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3" Type="http://schemas.openxmlformats.org/officeDocument/2006/relationships/slideLayout" Target="../slideLayouts/slideLayout23.xml"/><Relationship Id="rId21" Type="http://schemas.openxmlformats.org/officeDocument/2006/relationships/slideLayout" Target="../slideLayouts/slideLayout41.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slideLayout" Target="../slideLayouts/slideLayout40.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24" Type="http://schemas.openxmlformats.org/officeDocument/2006/relationships/image" Target="../media/image1.png"/><Relationship Id="rId5" Type="http://schemas.openxmlformats.org/officeDocument/2006/relationships/slideLayout" Target="../slideLayouts/slideLayout25.xml"/><Relationship Id="rId15" Type="http://schemas.openxmlformats.org/officeDocument/2006/relationships/slideLayout" Target="../slideLayouts/slideLayout35.xml"/><Relationship Id="rId23" Type="http://schemas.openxmlformats.org/officeDocument/2006/relationships/image" Target="../media/image4.png"/><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9.xml"/><Relationship Id="rId13" Type="http://schemas.openxmlformats.org/officeDocument/2006/relationships/slideLayout" Target="../slideLayouts/slideLayout54.xml"/><Relationship Id="rId18" Type="http://schemas.openxmlformats.org/officeDocument/2006/relationships/slideLayout" Target="../slideLayouts/slideLayout59.xml"/><Relationship Id="rId3" Type="http://schemas.openxmlformats.org/officeDocument/2006/relationships/slideLayout" Target="../slideLayouts/slideLayout44.xml"/><Relationship Id="rId21" Type="http://schemas.openxmlformats.org/officeDocument/2006/relationships/slideLayout" Target="../slideLayouts/slideLayout62.xml"/><Relationship Id="rId7" Type="http://schemas.openxmlformats.org/officeDocument/2006/relationships/slideLayout" Target="../slideLayouts/slideLayout48.xml"/><Relationship Id="rId12" Type="http://schemas.openxmlformats.org/officeDocument/2006/relationships/slideLayout" Target="../slideLayouts/slideLayout53.xml"/><Relationship Id="rId17" Type="http://schemas.openxmlformats.org/officeDocument/2006/relationships/slideLayout" Target="../slideLayouts/slideLayout58.xml"/><Relationship Id="rId2" Type="http://schemas.openxmlformats.org/officeDocument/2006/relationships/slideLayout" Target="../slideLayouts/slideLayout43.xml"/><Relationship Id="rId16" Type="http://schemas.openxmlformats.org/officeDocument/2006/relationships/slideLayout" Target="../slideLayouts/slideLayout57.xml"/><Relationship Id="rId20" Type="http://schemas.openxmlformats.org/officeDocument/2006/relationships/slideLayout" Target="../slideLayouts/slideLayout61.xml"/><Relationship Id="rId1" Type="http://schemas.openxmlformats.org/officeDocument/2006/relationships/slideLayout" Target="../slideLayouts/slideLayout42.xml"/><Relationship Id="rId6" Type="http://schemas.openxmlformats.org/officeDocument/2006/relationships/slideLayout" Target="../slideLayouts/slideLayout47.xml"/><Relationship Id="rId11" Type="http://schemas.openxmlformats.org/officeDocument/2006/relationships/slideLayout" Target="../slideLayouts/slideLayout52.xml"/><Relationship Id="rId24" Type="http://schemas.openxmlformats.org/officeDocument/2006/relationships/image" Target="../media/image1.png"/><Relationship Id="rId5" Type="http://schemas.openxmlformats.org/officeDocument/2006/relationships/slideLayout" Target="../slideLayouts/slideLayout46.xml"/><Relationship Id="rId15" Type="http://schemas.openxmlformats.org/officeDocument/2006/relationships/slideLayout" Target="../slideLayouts/slideLayout56.xml"/><Relationship Id="rId23" Type="http://schemas.openxmlformats.org/officeDocument/2006/relationships/image" Target="../media/image4.png"/><Relationship Id="rId10" Type="http://schemas.openxmlformats.org/officeDocument/2006/relationships/slideLayout" Target="../slideLayouts/slideLayout51.xml"/><Relationship Id="rId19" Type="http://schemas.openxmlformats.org/officeDocument/2006/relationships/slideLayout" Target="../slideLayouts/slideLayout60.xml"/><Relationship Id="rId4" Type="http://schemas.openxmlformats.org/officeDocument/2006/relationships/slideLayout" Target="../slideLayouts/slideLayout45.xml"/><Relationship Id="rId9" Type="http://schemas.openxmlformats.org/officeDocument/2006/relationships/slideLayout" Target="../slideLayouts/slideLayout50.xml"/><Relationship Id="rId14" Type="http://schemas.openxmlformats.org/officeDocument/2006/relationships/slideLayout" Target="../slideLayouts/slideLayout55.xml"/><Relationship Id="rId2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70.xml"/><Relationship Id="rId13" Type="http://schemas.openxmlformats.org/officeDocument/2006/relationships/slideLayout" Target="../slideLayouts/slideLayout75.xml"/><Relationship Id="rId18" Type="http://schemas.openxmlformats.org/officeDocument/2006/relationships/slideLayout" Target="../slideLayouts/slideLayout80.xml"/><Relationship Id="rId3" Type="http://schemas.openxmlformats.org/officeDocument/2006/relationships/slideLayout" Target="../slideLayouts/slideLayout65.xml"/><Relationship Id="rId21" Type="http://schemas.openxmlformats.org/officeDocument/2006/relationships/slideLayout" Target="../slideLayouts/slideLayout83.xml"/><Relationship Id="rId7" Type="http://schemas.openxmlformats.org/officeDocument/2006/relationships/slideLayout" Target="../slideLayouts/slideLayout69.xml"/><Relationship Id="rId12" Type="http://schemas.openxmlformats.org/officeDocument/2006/relationships/slideLayout" Target="../slideLayouts/slideLayout74.xml"/><Relationship Id="rId17" Type="http://schemas.openxmlformats.org/officeDocument/2006/relationships/slideLayout" Target="../slideLayouts/slideLayout79.xml"/><Relationship Id="rId2" Type="http://schemas.openxmlformats.org/officeDocument/2006/relationships/slideLayout" Target="../slideLayouts/slideLayout64.xml"/><Relationship Id="rId16" Type="http://schemas.openxmlformats.org/officeDocument/2006/relationships/slideLayout" Target="../slideLayouts/slideLayout78.xml"/><Relationship Id="rId20" Type="http://schemas.openxmlformats.org/officeDocument/2006/relationships/slideLayout" Target="../slideLayouts/slideLayout82.xml"/><Relationship Id="rId1" Type="http://schemas.openxmlformats.org/officeDocument/2006/relationships/slideLayout" Target="../slideLayouts/slideLayout63.xml"/><Relationship Id="rId6" Type="http://schemas.openxmlformats.org/officeDocument/2006/relationships/slideLayout" Target="../slideLayouts/slideLayout68.xml"/><Relationship Id="rId11" Type="http://schemas.openxmlformats.org/officeDocument/2006/relationships/slideLayout" Target="../slideLayouts/slideLayout73.xml"/><Relationship Id="rId24" Type="http://schemas.openxmlformats.org/officeDocument/2006/relationships/image" Target="../media/image1.png"/><Relationship Id="rId5" Type="http://schemas.openxmlformats.org/officeDocument/2006/relationships/slideLayout" Target="../slideLayouts/slideLayout67.xml"/><Relationship Id="rId15" Type="http://schemas.openxmlformats.org/officeDocument/2006/relationships/slideLayout" Target="../slideLayouts/slideLayout77.xml"/><Relationship Id="rId23" Type="http://schemas.openxmlformats.org/officeDocument/2006/relationships/image" Target="../media/image4.png"/><Relationship Id="rId10" Type="http://schemas.openxmlformats.org/officeDocument/2006/relationships/slideLayout" Target="../slideLayouts/slideLayout72.xml"/><Relationship Id="rId19" Type="http://schemas.openxmlformats.org/officeDocument/2006/relationships/slideLayout" Target="../slideLayouts/slideLayout81.xml"/><Relationship Id="rId4" Type="http://schemas.openxmlformats.org/officeDocument/2006/relationships/slideLayout" Target="../slideLayouts/slideLayout66.xml"/><Relationship Id="rId9" Type="http://schemas.openxmlformats.org/officeDocument/2006/relationships/slideLayout" Target="../slideLayouts/slideLayout71.xml"/><Relationship Id="rId14" Type="http://schemas.openxmlformats.org/officeDocument/2006/relationships/slideLayout" Target="../slideLayouts/slideLayout76.xml"/><Relationship Id="rId2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315917"/>
            <a:ext cx="460419" cy="109686"/>
          </a:xfrm>
          <a:prstGeom prst="rect">
            <a:avLst/>
          </a:prstGeom>
        </p:spPr>
        <p:txBody>
          <a:bodyPr vert="horz" lIns="0" tIns="0" rIns="0" bIns="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userDrawn="1"/>
        </p:nvPicPr>
        <p:blipFill>
          <a:blip r:embed="rId22"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Tree>
    <p:extLst>
      <p:ext uri="{BB962C8B-B14F-4D97-AF65-F5344CB8AC3E}">
        <p14:creationId xmlns:p14="http://schemas.microsoft.com/office/powerpoint/2010/main" val="1397392708"/>
      </p:ext>
    </p:extLst>
  </p:cSld>
  <p:clrMap bg1="lt1" tx1="dk1" bg2="lt2" tx2="dk2" accent1="accent1" accent2="accent2" accent3="accent3" accent4="accent4" accent5="accent5" accent6="accent6" hlink="hlink" folHlink="folHlink"/>
  <p:sldLayoutIdLst>
    <p:sldLayoutId id="2147483697" r:id="rId1"/>
    <p:sldLayoutId id="2147483701" r:id="rId2"/>
    <p:sldLayoutId id="2147483710" r:id="rId3"/>
    <p:sldLayoutId id="2147483713" r:id="rId4"/>
    <p:sldLayoutId id="2147483667" r:id="rId5"/>
    <p:sldLayoutId id="2147483772" r:id="rId6"/>
    <p:sldLayoutId id="2147483773" r:id="rId7"/>
    <p:sldLayoutId id="2147483662" r:id="rId8"/>
    <p:sldLayoutId id="2147483696" r:id="rId9"/>
    <p:sldLayoutId id="2147483665" r:id="rId10"/>
    <p:sldLayoutId id="2147483698" r:id="rId11"/>
    <p:sldLayoutId id="2147483666" r:id="rId12"/>
    <p:sldLayoutId id="2147483699" r:id="rId13"/>
    <p:sldLayoutId id="2147483716" r:id="rId14"/>
    <p:sldLayoutId id="2147483717" r:id="rId15"/>
    <p:sldLayoutId id="2147483700" r:id="rId16"/>
    <p:sldLayoutId id="2147483711" r:id="rId17"/>
    <p:sldLayoutId id="2147483715" r:id="rId18"/>
    <p:sldLayoutId id="2147483712" r:id="rId19"/>
    <p:sldLayoutId id="2147483788" r:id="rId20"/>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07" userDrawn="1">
          <p15:clr>
            <a:srgbClr val="F26B43"/>
          </p15:clr>
        </p15:guide>
        <p15:guide id="2" pos="7333" userDrawn="1">
          <p15:clr>
            <a:srgbClr val="F26B43"/>
          </p15:clr>
        </p15:guide>
        <p15:guide id="3" pos="347" userDrawn="1">
          <p15:clr>
            <a:srgbClr val="F26B43"/>
          </p15:clr>
        </p15:guide>
        <p15:guide id="4" orient="horz" pos="406" userDrawn="1">
          <p15:clr>
            <a:srgbClr val="F26B43"/>
          </p15:clr>
        </p15:guide>
        <p15:guide id="5" orient="horz" pos="3916" userDrawn="1">
          <p15:clr>
            <a:srgbClr val="F26B43"/>
          </p15:clr>
        </p15:guide>
        <p15:guide id="6" pos="6834" userDrawn="1">
          <p15:clr>
            <a:srgbClr val="F26B43"/>
          </p15:clr>
        </p15:guide>
        <p15:guide id="7" pos="6728" userDrawn="1">
          <p15:clr>
            <a:srgbClr val="F26B43"/>
          </p15:clr>
        </p15:guide>
        <p15:guide id="8" pos="1292" userDrawn="1">
          <p15:clr>
            <a:srgbClr val="F26B43"/>
          </p15:clr>
        </p15:guide>
        <p15:guide id="9" pos="1044" userDrawn="1">
          <p15:clr>
            <a:srgbClr val="F26B43"/>
          </p15:clr>
        </p15:guide>
        <p15:guide id="10" pos="1990" userDrawn="1">
          <p15:clr>
            <a:srgbClr val="F26B43"/>
          </p15:clr>
        </p15:guide>
        <p15:guide id="11" pos="2242" userDrawn="1">
          <p15:clr>
            <a:srgbClr val="F26B43"/>
          </p15:clr>
        </p15:guide>
        <p15:guide id="12" pos="2938" userDrawn="1">
          <p15:clr>
            <a:srgbClr val="F26B43"/>
          </p15:clr>
        </p15:guide>
        <p15:guide id="13" pos="3190" userDrawn="1">
          <p15:clr>
            <a:srgbClr val="F26B43"/>
          </p15:clr>
        </p15:guide>
        <p15:guide id="14" pos="4138" userDrawn="1">
          <p15:clr>
            <a:srgbClr val="F26B43"/>
          </p15:clr>
        </p15:guide>
        <p15:guide id="15" pos="3885" userDrawn="1">
          <p15:clr>
            <a:srgbClr val="F26B43"/>
          </p15:clr>
        </p15:guide>
        <p15:guide id="16" pos="4838" userDrawn="1">
          <p15:clr>
            <a:srgbClr val="F26B43"/>
          </p15:clr>
        </p15:guide>
        <p15:guide id="17" pos="5084" userDrawn="1">
          <p15:clr>
            <a:srgbClr val="F26B43"/>
          </p15:clr>
        </p15:guide>
        <p15:guide id="18" pos="5784" userDrawn="1">
          <p15:clr>
            <a:srgbClr val="F26B43"/>
          </p15:clr>
        </p15:guide>
        <p15:guide id="19" pos="6032" userDrawn="1">
          <p15:clr>
            <a:srgbClr val="F26B43"/>
          </p15:clr>
        </p15:guide>
        <p15:guide id="20" orient="horz" pos="30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402676867"/>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74" r:id="rId6"/>
    <p:sldLayoutId id="2147483775" r:id="rId7"/>
    <p:sldLayoutId id="2147483776" r:id="rId8"/>
    <p:sldLayoutId id="2147483777" r:id="rId9"/>
    <p:sldLayoutId id="2147483778" r:id="rId10"/>
    <p:sldLayoutId id="2147483779" r:id="rId11"/>
    <p:sldLayoutId id="2147483780" r:id="rId12"/>
    <p:sldLayoutId id="2147483781" r:id="rId13"/>
    <p:sldLayoutId id="2147483782" r:id="rId14"/>
    <p:sldLayoutId id="2147483783" r:id="rId15"/>
    <p:sldLayoutId id="2147483784" r:id="rId16"/>
    <p:sldLayoutId id="2147483785" r:id="rId17"/>
    <p:sldLayoutId id="2147483786" r:id="rId18"/>
    <p:sldLayoutId id="2147483787" r:id="rId19"/>
    <p:sldLayoutId id="2147483769" r:id="rId20"/>
    <p:sldLayoutId id="2147483770"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0" orient="horz" pos="3838" userDrawn="1">
          <p15:clr>
            <a:srgbClr val="F26B43"/>
          </p15:clr>
        </p15:guide>
        <p15:guide id="21" pos="7333" userDrawn="1">
          <p15:clr>
            <a:srgbClr val="F26B43"/>
          </p15:clr>
        </p15:guide>
        <p15:guide id="22" pos="347" userDrawn="1">
          <p15:clr>
            <a:srgbClr val="F26B43"/>
          </p15:clr>
        </p15:guide>
        <p15:guide id="23" orient="horz" pos="436" userDrawn="1">
          <p15:clr>
            <a:srgbClr val="F26B43"/>
          </p15:clr>
        </p15:guide>
        <p15:guide id="24" orient="horz" pos="3916" userDrawn="1">
          <p15:clr>
            <a:srgbClr val="F26B43"/>
          </p15:clr>
        </p15:guide>
        <p15:guide id="25" pos="6834" userDrawn="1">
          <p15:clr>
            <a:srgbClr val="F26B43"/>
          </p15:clr>
        </p15:guide>
        <p15:guide id="26" pos="6728" userDrawn="1">
          <p15:clr>
            <a:srgbClr val="F26B43"/>
          </p15:clr>
        </p15:guide>
        <p15:guide id="27" pos="1292" userDrawn="1">
          <p15:clr>
            <a:srgbClr val="F26B43"/>
          </p15:clr>
        </p15:guide>
        <p15:guide id="28" pos="1044" userDrawn="1">
          <p15:clr>
            <a:srgbClr val="F26B43"/>
          </p15:clr>
        </p15:guide>
        <p15:guide id="29" pos="1990" userDrawn="1">
          <p15:clr>
            <a:srgbClr val="F26B43"/>
          </p15:clr>
        </p15:guide>
        <p15:guide id="30" pos="2242" userDrawn="1">
          <p15:clr>
            <a:srgbClr val="F26B43"/>
          </p15:clr>
        </p15:guide>
        <p15:guide id="31" pos="2938" userDrawn="1">
          <p15:clr>
            <a:srgbClr val="F26B43"/>
          </p15:clr>
        </p15:guide>
        <p15:guide id="32" pos="3190" userDrawn="1">
          <p15:clr>
            <a:srgbClr val="F26B43"/>
          </p15:clr>
        </p15:guide>
        <p15:guide id="33" pos="4138" userDrawn="1">
          <p15:clr>
            <a:srgbClr val="F26B43"/>
          </p15:clr>
        </p15:guide>
        <p15:guide id="34" pos="3885" userDrawn="1">
          <p15:clr>
            <a:srgbClr val="F26B43"/>
          </p15:clr>
        </p15:guide>
        <p15:guide id="35" pos="4838" userDrawn="1">
          <p15:clr>
            <a:srgbClr val="F26B43"/>
          </p15:clr>
        </p15:guide>
        <p15:guide id="36" pos="5084" userDrawn="1">
          <p15:clr>
            <a:srgbClr val="F26B43"/>
          </p15:clr>
        </p15:guide>
        <p15:guide id="37" pos="5784" userDrawn="1">
          <p15:clr>
            <a:srgbClr val="F26B43"/>
          </p15:clr>
        </p15:guide>
        <p15:guide id="38" pos="6032" userDrawn="1">
          <p15:clr>
            <a:srgbClr val="F26B43"/>
          </p15:clr>
        </p15:guide>
        <p15:guide id="39" orient="horz" pos="30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2181245220"/>
      </p:ext>
    </p:extLst>
  </p:cSld>
  <p:clrMap bg1="lt1" tx1="dk1" bg2="lt2" tx2="dk2" accent1="accent1" accent2="accent2" accent3="accent3" accent4="accent4" accent5="accent5" accent6="accent6" hlink="hlink" folHlink="folHlink"/>
  <p:sldLayoutIdLst>
    <p:sldLayoutId id="2147483790" r:id="rId1"/>
    <p:sldLayoutId id="2147483791" r:id="rId2"/>
    <p:sldLayoutId id="2147483792" r:id="rId3"/>
    <p:sldLayoutId id="2147483793" r:id="rId4"/>
    <p:sldLayoutId id="2147483794" r:id="rId5"/>
    <p:sldLayoutId id="2147483795" r:id="rId6"/>
    <p:sldLayoutId id="2147483796" r:id="rId7"/>
    <p:sldLayoutId id="2147483797" r:id="rId8"/>
    <p:sldLayoutId id="2147483798" r:id="rId9"/>
    <p:sldLayoutId id="2147483799" r:id="rId10"/>
    <p:sldLayoutId id="2147483800" r:id="rId11"/>
    <p:sldLayoutId id="2147483801" r:id="rId12"/>
    <p:sldLayoutId id="2147483802" r:id="rId13"/>
    <p:sldLayoutId id="2147483803" r:id="rId14"/>
    <p:sldLayoutId id="2147483804" r:id="rId15"/>
    <p:sldLayoutId id="2147483805" r:id="rId16"/>
    <p:sldLayoutId id="2147483806" r:id="rId17"/>
    <p:sldLayoutId id="2147483807" r:id="rId18"/>
    <p:sldLayoutId id="2147483808" r:id="rId19"/>
    <p:sldLayoutId id="2147483809" r:id="rId20"/>
    <p:sldLayoutId id="2147483810"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38">
          <p15:clr>
            <a:srgbClr val="F26B43"/>
          </p15:clr>
        </p15:guide>
        <p15:guide id="2" pos="7333">
          <p15:clr>
            <a:srgbClr val="F26B43"/>
          </p15:clr>
        </p15:guide>
        <p15:guide id="3" pos="347">
          <p15:clr>
            <a:srgbClr val="F26B43"/>
          </p15:clr>
        </p15:guide>
        <p15:guide id="4" orient="horz" pos="436">
          <p15:clr>
            <a:srgbClr val="F26B43"/>
          </p15:clr>
        </p15:guide>
        <p15:guide id="5" orient="horz" pos="3916">
          <p15:clr>
            <a:srgbClr val="F26B43"/>
          </p15:clr>
        </p15:guide>
        <p15:guide id="6" pos="6834">
          <p15:clr>
            <a:srgbClr val="F26B43"/>
          </p15:clr>
        </p15:guide>
        <p15:guide id="7" pos="6728">
          <p15:clr>
            <a:srgbClr val="F26B43"/>
          </p15:clr>
        </p15:guide>
        <p15:guide id="8" pos="1292">
          <p15:clr>
            <a:srgbClr val="F26B43"/>
          </p15:clr>
        </p15:guide>
        <p15:guide id="9" pos="1044">
          <p15:clr>
            <a:srgbClr val="F26B43"/>
          </p15:clr>
        </p15:guide>
        <p15:guide id="10" pos="1990">
          <p15:clr>
            <a:srgbClr val="F26B43"/>
          </p15:clr>
        </p15:guide>
        <p15:guide id="11" pos="2242">
          <p15:clr>
            <a:srgbClr val="F26B43"/>
          </p15:clr>
        </p15:guide>
        <p15:guide id="12" pos="2938">
          <p15:clr>
            <a:srgbClr val="F26B43"/>
          </p15:clr>
        </p15:guide>
        <p15:guide id="13" pos="3190">
          <p15:clr>
            <a:srgbClr val="F26B43"/>
          </p15:clr>
        </p15:guide>
        <p15:guide id="14" pos="4138">
          <p15:clr>
            <a:srgbClr val="F26B43"/>
          </p15:clr>
        </p15:guide>
        <p15:guide id="15" pos="3885">
          <p15:clr>
            <a:srgbClr val="F26B43"/>
          </p15:clr>
        </p15:guide>
        <p15:guide id="16" pos="4838">
          <p15:clr>
            <a:srgbClr val="F26B43"/>
          </p15:clr>
        </p15:guide>
        <p15:guide id="17" pos="5084">
          <p15:clr>
            <a:srgbClr val="F26B43"/>
          </p15:clr>
        </p15:guide>
        <p15:guide id="18" pos="5784">
          <p15:clr>
            <a:srgbClr val="F26B43"/>
          </p15:clr>
        </p15:guide>
        <p15:guide id="19" pos="6032">
          <p15:clr>
            <a:srgbClr val="F26B43"/>
          </p15:clr>
        </p15:guide>
        <p15:guide id="20" orient="horz" pos="30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Slide Number Placeholder 5">
            <a:extLst>
              <a:ext uri="{FF2B5EF4-FFF2-40B4-BE49-F238E27FC236}">
                <a16:creationId xmlns:a16="http://schemas.microsoft.com/office/drawing/2014/main" id="{D6A5EA0A-9DA9-564F-8F7D-CF263DB84C39}"/>
              </a:ext>
            </a:extLst>
          </p:cNvPr>
          <p:cNvSpPr txBox="1">
            <a:spLocks/>
          </p:cNvSpPr>
          <p:nvPr/>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16" name="Picture 15"/>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21" name="Straight Connector 20">
            <a:extLst>
              <a:ext uri="{FF2B5EF4-FFF2-40B4-BE49-F238E27FC236}">
                <a16:creationId xmlns:a16="http://schemas.microsoft.com/office/drawing/2014/main" id="{F4443C96-B82D-F449-A71B-02134B6BB207}"/>
              </a:ext>
            </a:extLst>
          </p:cNvPr>
          <p:cNvCxnSpPr>
            <a:cxnSpLocks/>
          </p:cNvCxnSpPr>
          <p:nvPr/>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a:extLst>
              <a:ext uri="{FF2B5EF4-FFF2-40B4-BE49-F238E27FC236}">
                <a16:creationId xmlns:a16="http://schemas.microsoft.com/office/drawing/2014/main" id="{D6A5EA0A-9DA9-564F-8F7D-CF263DB84C39}"/>
              </a:ext>
            </a:extLst>
          </p:cNvPr>
          <p:cNvSpPr txBox="1">
            <a:spLocks/>
          </p:cNvSpPr>
          <p:nvPr userDrawn="1"/>
        </p:nvSpPr>
        <p:spPr>
          <a:xfrm>
            <a:off x="11164442" y="6188198"/>
            <a:ext cx="536325" cy="365125"/>
          </a:xfrm>
          <a:prstGeom prst="rect">
            <a:avLst/>
          </a:prstGeom>
        </p:spPr>
        <p:txBody>
          <a:bodyPr vert="horz" lIns="91440" tIns="45720" rIns="91440" bIns="45720" rtlCol="0" anchor="ctr"/>
          <a:lstStyle>
            <a:defPPr>
              <a:defRPr lang="en-US"/>
            </a:defPPr>
            <a:lvl1pPr marL="0" algn="r" defTabSz="914377" rtl="0" eaLnBrk="1" latinLnBrk="0" hangingPunct="1">
              <a:defRPr sz="900" b="1" kern="1200">
                <a:solidFill>
                  <a:schemeClr val="tx1"/>
                </a:solidFill>
                <a:latin typeface="Lekton" panose="02000000000000000000" pitchFamily="2" charset="77"/>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fld id="{31963AA3-9EF4-BA4C-A53C-84A8AE0CCD3D}" type="slidenum">
              <a:rPr lang="en-US" smtClean="0">
                <a:latin typeface="Source Sans Pro" charset="0"/>
                <a:ea typeface="Source Sans Pro" charset="0"/>
                <a:cs typeface="Source Sans Pro" charset="0"/>
              </a:rPr>
              <a:pPr/>
              <a:t>‹#›</a:t>
            </a:fld>
            <a:endParaRPr lang="en-US" dirty="0">
              <a:latin typeface="Source Sans Pro" charset="0"/>
              <a:ea typeface="Source Sans Pro" charset="0"/>
              <a:cs typeface="Source Sans Pro" charset="0"/>
            </a:endParaRPr>
          </a:p>
        </p:txBody>
      </p:sp>
      <p:pic>
        <p:nvPicPr>
          <p:cNvPr id="7" name="Picture 6"/>
          <p:cNvPicPr>
            <a:picLocks noChangeAspect="1"/>
          </p:cNvPicPr>
          <p:nvPr userDrawn="1"/>
        </p:nvPicPr>
        <p:blipFill>
          <a:blip r:embed="rId24" cstate="print">
            <a:extLst>
              <a:ext uri="{28A0092B-C50C-407E-A947-70E740481C1C}">
                <a14:useLocalDpi xmlns:a14="http://schemas.microsoft.com/office/drawing/2010/main" val="0"/>
              </a:ext>
            </a:extLst>
          </a:blip>
          <a:stretch>
            <a:fillRect/>
          </a:stretch>
        </p:blipFill>
        <p:spPr>
          <a:xfrm>
            <a:off x="10835395" y="476672"/>
            <a:ext cx="845230" cy="212365"/>
          </a:xfrm>
          <a:prstGeom prst="rect">
            <a:avLst/>
          </a:prstGeom>
        </p:spPr>
      </p:pic>
      <p:cxnSp>
        <p:nvCxnSpPr>
          <p:cNvPr id="8" name="Straight Connector 7">
            <a:extLst>
              <a:ext uri="{FF2B5EF4-FFF2-40B4-BE49-F238E27FC236}">
                <a16:creationId xmlns:a16="http://schemas.microsoft.com/office/drawing/2014/main" id="{F4443C96-B82D-F449-A71B-02134B6BB207}"/>
              </a:ext>
            </a:extLst>
          </p:cNvPr>
          <p:cNvCxnSpPr>
            <a:cxnSpLocks/>
          </p:cNvCxnSpPr>
          <p:nvPr userDrawn="1"/>
        </p:nvCxnSpPr>
        <p:spPr>
          <a:xfrm>
            <a:off x="10835395" y="6216650"/>
            <a:ext cx="789466" cy="0"/>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0" y="0"/>
            <a:ext cx="4571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ate Placeholder 3"/>
          <p:cNvSpPr txBox="1">
            <a:spLocks/>
          </p:cNvSpPr>
          <p:nvPr userDrawn="1"/>
        </p:nvSpPr>
        <p:spPr>
          <a:xfrm>
            <a:off x="10200456" y="6315916"/>
            <a:ext cx="1079961" cy="137420"/>
          </a:xfrm>
          <a:prstGeom prst="rect">
            <a:avLst/>
          </a:prstGeom>
        </p:spPr>
        <p:txBody>
          <a:bodyPr vert="horz" lIns="0" tIns="0" rIns="0" bIns="0" rtlCol="0" anchor="t" anchorCtr="0"/>
          <a:lstStyle>
            <a:defPPr>
              <a:defRPr lang="en-US"/>
            </a:defPPr>
            <a:lvl1pPr marL="0" algn="r" defTabSz="914377" rtl="0" eaLnBrk="1" latinLnBrk="0" hangingPunct="1">
              <a:defRPr sz="800" b="1" i="0" kern="1200" cap="none" spc="38">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fr-FR" sz="600" dirty="0">
                <a:solidFill>
                  <a:schemeClr val="tx1">
                    <a:lumMod val="60000"/>
                    <a:lumOff val="40000"/>
                    <a:alpha val="95000"/>
                  </a:schemeClr>
                </a:solidFill>
              </a:rPr>
              <a:t>02/10/2019</a:t>
            </a:r>
            <a:endParaRPr lang="en-US" sz="600" dirty="0">
              <a:solidFill>
                <a:schemeClr val="tx1">
                  <a:lumMod val="60000"/>
                  <a:lumOff val="40000"/>
                  <a:alpha val="95000"/>
                </a:schemeClr>
              </a:solidFill>
            </a:endParaRPr>
          </a:p>
        </p:txBody>
      </p:sp>
      <p:sp>
        <p:nvSpPr>
          <p:cNvPr id="17" name="Footer Placeholder 11"/>
          <p:cNvSpPr txBox="1">
            <a:spLocks/>
          </p:cNvSpPr>
          <p:nvPr userDrawn="1"/>
        </p:nvSpPr>
        <p:spPr>
          <a:xfrm>
            <a:off x="550863" y="6315916"/>
            <a:ext cx="2390627" cy="137420"/>
          </a:xfrm>
          <a:prstGeom prst="rect">
            <a:avLst/>
          </a:prstGeom>
        </p:spPr>
        <p:txBody>
          <a:bodyPr vert="horz" lIns="0" tIns="0" rIns="0" bIns="0" numCol="1" rtlCol="0" anchor="t" anchorCtr="0"/>
          <a:lstStyle>
            <a:defPPr>
              <a:defRPr lang="en-US"/>
            </a:defPPr>
            <a:lvl1pPr marL="0" algn="l" defTabSz="914377" rtl="0" eaLnBrk="1" latinLnBrk="0" hangingPunct="1">
              <a:lnSpc>
                <a:spcPct val="100000"/>
              </a:lnSpc>
              <a:defRPr lang="en-US" sz="800" b="1" i="0" kern="1200" cap="none" spc="38" smtClean="0">
                <a:ln w="13500">
                  <a:noFill/>
                  <a:prstDash val="solid"/>
                </a:ln>
                <a:solidFill>
                  <a:schemeClr val="tx2">
                    <a:alpha val="95000"/>
                  </a:schemeClr>
                </a:solidFill>
                <a:effectLst/>
                <a:latin typeface="Source Sans Pro Black" charset="0"/>
                <a:ea typeface="Source Sans Pro Black" charset="0"/>
                <a:cs typeface="Source Sans Pro Black" charset="0"/>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dirty="0">
                <a:solidFill>
                  <a:schemeClr val="tx1">
                    <a:lumMod val="60000"/>
                    <a:lumOff val="40000"/>
                    <a:alpha val="95000"/>
                  </a:schemeClr>
                </a:solidFill>
              </a:rPr>
              <a:t>© </a:t>
            </a:r>
            <a:r>
              <a:rPr lang="en-US" dirty="0">
                <a:solidFill>
                  <a:schemeClr val="tx1">
                    <a:lumMod val="60000"/>
                    <a:lumOff val="40000"/>
                    <a:alpha val="95000"/>
                  </a:schemeClr>
                </a:solidFill>
                <a:latin typeface="Brandon Grotesque Black" charset="0"/>
                <a:ea typeface="Brandon Grotesque Black" charset="0"/>
                <a:cs typeface="Brandon Grotesque Black" charset="0"/>
              </a:rPr>
              <a:t>MICROEJ</a:t>
            </a:r>
            <a:r>
              <a:rPr lang="en-US" dirty="0">
                <a:solidFill>
                  <a:schemeClr val="tx1">
                    <a:lumMod val="60000"/>
                    <a:lumOff val="40000"/>
                    <a:alpha val="95000"/>
                  </a:schemeClr>
                </a:solidFill>
              </a:rPr>
              <a:t> 2019 - C O N F I D E N T I A L</a:t>
            </a:r>
          </a:p>
        </p:txBody>
      </p:sp>
    </p:spTree>
    <p:extLst>
      <p:ext uri="{BB962C8B-B14F-4D97-AF65-F5344CB8AC3E}">
        <p14:creationId xmlns:p14="http://schemas.microsoft.com/office/powerpoint/2010/main" val="1621412379"/>
      </p:ext>
    </p:extLst>
  </p:cSld>
  <p:clrMap bg1="lt1" tx1="dk1" bg2="lt2" tx2="dk2" accent1="accent1" accent2="accent2" accent3="accent3" accent4="accent4" accent5="accent5" accent6="accent6" hlink="hlink" folHlink="folHlink"/>
  <p:sldLayoutIdLst>
    <p:sldLayoutId id="2147483812" r:id="rId1"/>
    <p:sldLayoutId id="2147483813" r:id="rId2"/>
    <p:sldLayoutId id="2147483814" r:id="rId3"/>
    <p:sldLayoutId id="2147483815" r:id="rId4"/>
    <p:sldLayoutId id="2147483816" r:id="rId5"/>
    <p:sldLayoutId id="2147483817" r:id="rId6"/>
    <p:sldLayoutId id="2147483818" r:id="rId7"/>
    <p:sldLayoutId id="2147483819" r:id="rId8"/>
    <p:sldLayoutId id="2147483820" r:id="rId9"/>
    <p:sldLayoutId id="2147483821" r:id="rId10"/>
    <p:sldLayoutId id="2147483822" r:id="rId11"/>
    <p:sldLayoutId id="2147483823" r:id="rId12"/>
    <p:sldLayoutId id="2147483824" r:id="rId13"/>
    <p:sldLayoutId id="2147483825" r:id="rId14"/>
    <p:sldLayoutId id="2147483826" r:id="rId15"/>
    <p:sldLayoutId id="2147483827" r:id="rId16"/>
    <p:sldLayoutId id="2147483828" r:id="rId17"/>
    <p:sldLayoutId id="2147483829" r:id="rId18"/>
    <p:sldLayoutId id="2147483830" r:id="rId19"/>
    <p:sldLayoutId id="2147483831" r:id="rId20"/>
    <p:sldLayoutId id="2147483832" r:id="rId21"/>
  </p:sldLayoutIdLst>
  <p:hf hdr="0" ftr="0"/>
  <p:txStyles>
    <p:titleStyle>
      <a:lvl1pPr algn="l" defTabSz="914286" rtl="0" eaLnBrk="1" latinLnBrk="0" hangingPunct="1">
        <a:spcBef>
          <a:spcPct val="0"/>
        </a:spcBef>
        <a:buNone/>
        <a:defRPr sz="3600" b="0" i="0" kern="1200" cap="small" baseline="0">
          <a:solidFill>
            <a:schemeClr val="tx1"/>
          </a:solidFill>
          <a:latin typeface="Source Sans Pro" charset="0"/>
          <a:ea typeface="Source Sans Pro" charset="0"/>
          <a:cs typeface="Source Sans Pro" charset="0"/>
        </a:defRPr>
      </a:lvl1pPr>
    </p:titleStyle>
    <p:bodyStyle>
      <a:lvl1pPr marL="0" indent="0" algn="l" defTabSz="914286" rtl="0" eaLnBrk="1" latinLnBrk="0" hangingPunct="1">
        <a:spcBef>
          <a:spcPct val="20000"/>
        </a:spcBef>
        <a:spcAft>
          <a:spcPts val="400"/>
        </a:spcAft>
        <a:buFontTx/>
        <a:buNone/>
        <a:defRPr sz="2400" b="0" i="0" kern="1200">
          <a:solidFill>
            <a:schemeClr val="tx2"/>
          </a:solidFill>
          <a:effectLst/>
          <a:latin typeface="Source Sans Pro Light" charset="0"/>
          <a:ea typeface="Source Sans Pro Light" charset="0"/>
          <a:cs typeface="Source Sans Pro Light" charset="0"/>
        </a:defRPr>
      </a:lvl1pPr>
      <a:lvl2pPr marL="742857" indent="-285717" algn="l" defTabSz="914286" rtl="0" eaLnBrk="1" latinLnBrk="0" hangingPunct="1">
        <a:spcBef>
          <a:spcPct val="20000"/>
        </a:spcBef>
        <a:spcAft>
          <a:spcPts val="400"/>
        </a:spcAft>
        <a:buFont typeface="Courier New" charset="0"/>
        <a:buChar char="o"/>
        <a:defRPr sz="2200" b="0" i="0" kern="1200">
          <a:solidFill>
            <a:schemeClr val="tx2"/>
          </a:solidFill>
          <a:latin typeface="Source Sans Pro Light" charset="0"/>
          <a:ea typeface="Source Sans Pro Light" charset="0"/>
          <a:cs typeface="Source Sans Pro Light" charset="0"/>
        </a:defRPr>
      </a:lvl2pPr>
      <a:lvl3pPr marL="1142858" indent="-228573" algn="l" defTabSz="914286" rtl="0" eaLnBrk="1" latinLnBrk="0" hangingPunct="1">
        <a:spcBef>
          <a:spcPct val="20000"/>
        </a:spcBef>
        <a:spcAft>
          <a:spcPts val="400"/>
        </a:spcAft>
        <a:buFont typeface="Arial" panose="020B0604020202020204" pitchFamily="34" charset="0"/>
        <a:buChar char="•"/>
        <a:defRPr sz="2000" b="0" i="0" kern="1200" baseline="0">
          <a:solidFill>
            <a:schemeClr val="tx2"/>
          </a:solidFill>
          <a:latin typeface="Source Sans Pro Light" charset="0"/>
          <a:ea typeface="Source Sans Pro Light" charset="0"/>
          <a:cs typeface="Source Sans Pro Light" charset="0"/>
        </a:defRPr>
      </a:lvl3pPr>
      <a:lvl4pPr marL="1371427" indent="0" algn="l" defTabSz="914286" rtl="0" eaLnBrk="1" latinLnBrk="0" hangingPunct="1">
        <a:spcBef>
          <a:spcPct val="20000"/>
        </a:spcBef>
        <a:spcAft>
          <a:spcPts val="400"/>
        </a:spcAft>
        <a:buFontTx/>
        <a:buNone/>
        <a:defRPr sz="1800" b="0" i="0" kern="1200" baseline="0">
          <a:solidFill>
            <a:schemeClr val="tx2"/>
          </a:solidFill>
          <a:latin typeface="Source Sans Pro Light" charset="0"/>
          <a:ea typeface="Source Sans Pro Light" charset="0"/>
          <a:cs typeface="Source Sans Pro Light" charset="0"/>
        </a:defRPr>
      </a:lvl4pPr>
      <a:lvl5pPr marL="1828570" marR="0" indent="0" algn="l" defTabSz="914286" rtl="0" eaLnBrk="1" fontAlgn="auto" latinLnBrk="0" hangingPunct="1">
        <a:lnSpc>
          <a:spcPct val="100000"/>
        </a:lnSpc>
        <a:spcBef>
          <a:spcPct val="20000"/>
        </a:spcBef>
        <a:spcAft>
          <a:spcPts val="400"/>
        </a:spcAft>
        <a:buClrTx/>
        <a:buSzTx/>
        <a:buFontTx/>
        <a:buNone/>
        <a:tabLst/>
        <a:defRPr sz="1600" b="0" i="0" kern="1200">
          <a:solidFill>
            <a:schemeClr val="tx2"/>
          </a:solidFill>
          <a:latin typeface="+mn-lt"/>
          <a:ea typeface="Calibri Regular" charset="0"/>
          <a:cs typeface="Calibri Regular" charset="0"/>
        </a:defRPr>
      </a:lvl5pPr>
      <a:lvl6pPr marL="2514286"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430"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8573"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718" indent="-228573" algn="l" defTabSz="914286"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286" rtl="0" eaLnBrk="1" latinLnBrk="0" hangingPunct="1">
        <a:defRPr sz="1800" kern="1200">
          <a:solidFill>
            <a:schemeClr val="tx1"/>
          </a:solidFill>
          <a:latin typeface="+mn-lt"/>
          <a:ea typeface="+mn-ea"/>
          <a:cs typeface="+mn-cs"/>
        </a:defRPr>
      </a:lvl1pPr>
      <a:lvl2pPr marL="457143" algn="l" defTabSz="914286" rtl="0" eaLnBrk="1" latinLnBrk="0" hangingPunct="1">
        <a:defRPr sz="1800" kern="1200">
          <a:solidFill>
            <a:schemeClr val="tx1"/>
          </a:solidFill>
          <a:latin typeface="+mn-lt"/>
          <a:ea typeface="+mn-ea"/>
          <a:cs typeface="+mn-cs"/>
        </a:defRPr>
      </a:lvl2pPr>
      <a:lvl3pPr marL="914286" algn="l" defTabSz="914286" rtl="0" eaLnBrk="1" latinLnBrk="0" hangingPunct="1">
        <a:defRPr sz="1800" kern="1200">
          <a:solidFill>
            <a:schemeClr val="tx1"/>
          </a:solidFill>
          <a:latin typeface="+mn-lt"/>
          <a:ea typeface="+mn-ea"/>
          <a:cs typeface="+mn-cs"/>
        </a:defRPr>
      </a:lvl3pPr>
      <a:lvl4pPr marL="1371430" algn="l" defTabSz="914286" rtl="0" eaLnBrk="1" latinLnBrk="0" hangingPunct="1">
        <a:defRPr sz="1800" kern="1200">
          <a:solidFill>
            <a:schemeClr val="tx1"/>
          </a:solidFill>
          <a:latin typeface="+mn-lt"/>
          <a:ea typeface="+mn-ea"/>
          <a:cs typeface="+mn-cs"/>
        </a:defRPr>
      </a:lvl4pPr>
      <a:lvl5pPr marL="1828573" algn="l" defTabSz="914286" rtl="0" eaLnBrk="1" latinLnBrk="0" hangingPunct="1">
        <a:defRPr sz="1800" kern="1200">
          <a:solidFill>
            <a:schemeClr val="tx1"/>
          </a:solidFill>
          <a:latin typeface="+mn-lt"/>
          <a:ea typeface="+mn-ea"/>
          <a:cs typeface="+mn-cs"/>
        </a:defRPr>
      </a:lvl5pPr>
      <a:lvl6pPr marL="2285718" algn="l" defTabSz="914286" rtl="0" eaLnBrk="1" latinLnBrk="0" hangingPunct="1">
        <a:defRPr sz="1800" kern="1200">
          <a:solidFill>
            <a:schemeClr val="tx1"/>
          </a:solidFill>
          <a:latin typeface="+mn-lt"/>
          <a:ea typeface="+mn-ea"/>
          <a:cs typeface="+mn-cs"/>
        </a:defRPr>
      </a:lvl6pPr>
      <a:lvl7pPr marL="2742858" algn="l" defTabSz="914286" rtl="0" eaLnBrk="1" latinLnBrk="0" hangingPunct="1">
        <a:defRPr sz="1800" kern="1200">
          <a:solidFill>
            <a:schemeClr val="tx1"/>
          </a:solidFill>
          <a:latin typeface="+mn-lt"/>
          <a:ea typeface="+mn-ea"/>
          <a:cs typeface="+mn-cs"/>
        </a:defRPr>
      </a:lvl7pPr>
      <a:lvl8pPr marL="3200000" algn="l" defTabSz="914286" rtl="0" eaLnBrk="1" latinLnBrk="0" hangingPunct="1">
        <a:defRPr sz="1800" kern="1200">
          <a:solidFill>
            <a:schemeClr val="tx1"/>
          </a:solidFill>
          <a:latin typeface="+mn-lt"/>
          <a:ea typeface="+mn-ea"/>
          <a:cs typeface="+mn-cs"/>
        </a:defRPr>
      </a:lvl8pPr>
      <a:lvl9pPr marL="3657143" algn="l" defTabSz="91428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38">
          <p15:clr>
            <a:srgbClr val="F26B43"/>
          </p15:clr>
        </p15:guide>
        <p15:guide id="2" pos="7333">
          <p15:clr>
            <a:srgbClr val="F26B43"/>
          </p15:clr>
        </p15:guide>
        <p15:guide id="3" pos="347">
          <p15:clr>
            <a:srgbClr val="F26B43"/>
          </p15:clr>
        </p15:guide>
        <p15:guide id="4" orient="horz" pos="436">
          <p15:clr>
            <a:srgbClr val="F26B43"/>
          </p15:clr>
        </p15:guide>
        <p15:guide id="5" orient="horz" pos="3916">
          <p15:clr>
            <a:srgbClr val="F26B43"/>
          </p15:clr>
        </p15:guide>
        <p15:guide id="6" pos="6834">
          <p15:clr>
            <a:srgbClr val="F26B43"/>
          </p15:clr>
        </p15:guide>
        <p15:guide id="7" pos="6728">
          <p15:clr>
            <a:srgbClr val="F26B43"/>
          </p15:clr>
        </p15:guide>
        <p15:guide id="8" pos="1292">
          <p15:clr>
            <a:srgbClr val="F26B43"/>
          </p15:clr>
        </p15:guide>
        <p15:guide id="9" pos="1044">
          <p15:clr>
            <a:srgbClr val="F26B43"/>
          </p15:clr>
        </p15:guide>
        <p15:guide id="10" pos="1990">
          <p15:clr>
            <a:srgbClr val="F26B43"/>
          </p15:clr>
        </p15:guide>
        <p15:guide id="11" pos="2242">
          <p15:clr>
            <a:srgbClr val="F26B43"/>
          </p15:clr>
        </p15:guide>
        <p15:guide id="12" pos="2938">
          <p15:clr>
            <a:srgbClr val="F26B43"/>
          </p15:clr>
        </p15:guide>
        <p15:guide id="13" pos="3190">
          <p15:clr>
            <a:srgbClr val="F26B43"/>
          </p15:clr>
        </p15:guide>
        <p15:guide id="14" pos="4138">
          <p15:clr>
            <a:srgbClr val="F26B43"/>
          </p15:clr>
        </p15:guide>
        <p15:guide id="15" pos="3885">
          <p15:clr>
            <a:srgbClr val="F26B43"/>
          </p15:clr>
        </p15:guide>
        <p15:guide id="16" pos="4838">
          <p15:clr>
            <a:srgbClr val="F26B43"/>
          </p15:clr>
        </p15:guide>
        <p15:guide id="17" pos="5084">
          <p15:clr>
            <a:srgbClr val="F26B43"/>
          </p15:clr>
        </p15:guide>
        <p15:guide id="18" pos="5784">
          <p15:clr>
            <a:srgbClr val="F26B43"/>
          </p15:clr>
        </p15:guide>
        <p15:guide id="19" pos="6032">
          <p15:clr>
            <a:srgbClr val="F26B43"/>
          </p15:clr>
        </p15:guide>
        <p15:guide id="20" orient="horz" pos="300">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emf"/><Relationship Id="rId3" Type="http://schemas.openxmlformats.org/officeDocument/2006/relationships/image" Target="../media/image13.png"/><Relationship Id="rId7" Type="http://schemas.openxmlformats.org/officeDocument/2006/relationships/image" Target="../media/image17.emf"/><Relationship Id="rId12" Type="http://schemas.openxmlformats.org/officeDocument/2006/relationships/image" Target="../media/image22.emf"/><Relationship Id="rId2" Type="http://schemas.openxmlformats.org/officeDocument/2006/relationships/image" Target="../media/image12.png"/><Relationship Id="rId1" Type="http://schemas.openxmlformats.org/officeDocument/2006/relationships/slideLayout" Target="../slideLayouts/slideLayout9.xml"/><Relationship Id="rId6" Type="http://schemas.openxmlformats.org/officeDocument/2006/relationships/image" Target="../media/image16.emf"/><Relationship Id="rId11" Type="http://schemas.openxmlformats.org/officeDocument/2006/relationships/image" Target="../media/image21.emf"/><Relationship Id="rId5" Type="http://schemas.openxmlformats.org/officeDocument/2006/relationships/image" Target="../media/image15.svg"/><Relationship Id="rId10" Type="http://schemas.openxmlformats.org/officeDocument/2006/relationships/image" Target="../media/image20.emf"/><Relationship Id="rId4" Type="http://schemas.openxmlformats.org/officeDocument/2006/relationships/image" Target="../media/image14.png"/><Relationship Id="rId9" Type="http://schemas.openxmlformats.org/officeDocument/2006/relationships/image" Target="../media/image19.png"/></Relationships>
</file>

<file path=ppt/slides/_rels/slide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4.png"/><Relationship Id="rId1" Type="http://schemas.openxmlformats.org/officeDocument/2006/relationships/slideLayout" Target="../slideLayouts/slideLayout80.xml"/><Relationship Id="rId4" Type="http://schemas.openxmlformats.org/officeDocument/2006/relationships/image" Target="../media/image25.png"/></Relationships>
</file>

<file path=ppt/slides/_rels/slide3.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image" Target="../media/image24.png"/><Relationship Id="rId1" Type="http://schemas.openxmlformats.org/officeDocument/2006/relationships/slideLayout" Target="../slideLayouts/slideLayout5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9.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6" name="Arrow: Down 230">
            <a:extLst>
              <a:ext uri="{FF2B5EF4-FFF2-40B4-BE49-F238E27FC236}">
                <a16:creationId xmlns:a16="http://schemas.microsoft.com/office/drawing/2014/main" id="{427BB446-FE0F-5DD7-2658-C262AF142A51}"/>
              </a:ext>
            </a:extLst>
          </p:cNvPr>
          <p:cNvSpPr/>
          <p:nvPr/>
        </p:nvSpPr>
        <p:spPr>
          <a:xfrm>
            <a:off x="2796492" y="5301828"/>
            <a:ext cx="498476" cy="573520"/>
          </a:xfrm>
          <a:prstGeom prst="downArrow">
            <a:avLst>
              <a:gd name="adj1" fmla="val 100000"/>
              <a:gd name="adj2" fmla="val 32401"/>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71B84D"/>
              </a:solidFill>
            </a:endParaRPr>
          </a:p>
        </p:txBody>
      </p:sp>
      <p:sp>
        <p:nvSpPr>
          <p:cNvPr id="231" name="Arrow: Down 230">
            <a:extLst>
              <a:ext uri="{FF2B5EF4-FFF2-40B4-BE49-F238E27FC236}">
                <a16:creationId xmlns:a16="http://schemas.microsoft.com/office/drawing/2014/main" id="{DB507579-1962-449F-9F0D-04A94733A5A9}"/>
              </a:ext>
            </a:extLst>
          </p:cNvPr>
          <p:cNvSpPr/>
          <p:nvPr/>
        </p:nvSpPr>
        <p:spPr>
          <a:xfrm>
            <a:off x="4295805" y="5314898"/>
            <a:ext cx="498476" cy="573520"/>
          </a:xfrm>
          <a:prstGeom prst="downArrow">
            <a:avLst>
              <a:gd name="adj1" fmla="val 100000"/>
              <a:gd name="adj2" fmla="val 32401"/>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71B84D"/>
              </a:solidFill>
            </a:endParaRPr>
          </a:p>
        </p:txBody>
      </p:sp>
      <p:sp>
        <p:nvSpPr>
          <p:cNvPr id="11" name="Rounded Rectangle 174">
            <a:extLst>
              <a:ext uri="{FF2B5EF4-FFF2-40B4-BE49-F238E27FC236}">
                <a16:creationId xmlns:a16="http://schemas.microsoft.com/office/drawing/2014/main" id="{A4FC7A78-8ACF-40AB-8BEB-4556F31260DD}"/>
              </a:ext>
            </a:extLst>
          </p:cNvPr>
          <p:cNvSpPr/>
          <p:nvPr/>
        </p:nvSpPr>
        <p:spPr>
          <a:xfrm>
            <a:off x="7949813" y="790159"/>
            <a:ext cx="4183333" cy="4880920"/>
          </a:xfrm>
          <a:prstGeom prst="roundRect">
            <a:avLst>
              <a:gd name="adj" fmla="val 8739"/>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81" name="Rounded Rectangle 174">
            <a:extLst>
              <a:ext uri="{FF2B5EF4-FFF2-40B4-BE49-F238E27FC236}">
                <a16:creationId xmlns:a16="http://schemas.microsoft.com/office/drawing/2014/main" id="{FD5674D9-1DE4-4787-B6DC-AEA63B6921B5}"/>
              </a:ext>
            </a:extLst>
          </p:cNvPr>
          <p:cNvSpPr/>
          <p:nvPr/>
        </p:nvSpPr>
        <p:spPr>
          <a:xfrm>
            <a:off x="2438262" y="793074"/>
            <a:ext cx="2706094" cy="4880920"/>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15" name="TextBox 14">
            <a:extLst>
              <a:ext uri="{FF2B5EF4-FFF2-40B4-BE49-F238E27FC236}">
                <a16:creationId xmlns:a16="http://schemas.microsoft.com/office/drawing/2014/main" id="{AA020493-DFFC-4E55-A85B-129B71B8A63F}"/>
              </a:ext>
            </a:extLst>
          </p:cNvPr>
          <p:cNvSpPr txBox="1"/>
          <p:nvPr/>
        </p:nvSpPr>
        <p:spPr>
          <a:xfrm>
            <a:off x="8435199" y="620688"/>
            <a:ext cx="3133409"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         </a:t>
            </a:r>
            <a:r>
              <a:rPr lang="en-US" sz="1500" dirty="0" err="1">
                <a:solidFill>
                  <a:schemeClr val="tx1">
                    <a:lumMod val="75000"/>
                  </a:schemeClr>
                </a:solidFill>
                <a:latin typeface="Source Sans Pro" panose="020B0503030403020204" pitchFamily="34" charset="0"/>
                <a:ea typeface="Source Sans Pro" panose="020B0503030403020204" pitchFamily="34" charset="0"/>
                <a:cs typeface="Source Sans Pro Light" charset="0"/>
              </a:rPr>
              <a:t>MicroEJ</a:t>
            </a: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 Resources and Origins</a:t>
            </a:r>
          </a:p>
        </p:txBody>
      </p:sp>
      <p:sp>
        <p:nvSpPr>
          <p:cNvPr id="19" name="Rounded Rectangle 114">
            <a:extLst>
              <a:ext uri="{FF2B5EF4-FFF2-40B4-BE49-F238E27FC236}">
                <a16:creationId xmlns:a16="http://schemas.microsoft.com/office/drawing/2014/main" id="{1D36DEA3-C198-40A7-930F-6A604581A596}"/>
              </a:ext>
            </a:extLst>
          </p:cNvPr>
          <p:cNvSpPr/>
          <p:nvPr/>
        </p:nvSpPr>
        <p:spPr>
          <a:xfrm>
            <a:off x="8509781" y="4653136"/>
            <a:ext cx="1867691" cy="255080"/>
          </a:xfrm>
          <a:prstGeom prst="roundRect">
            <a:avLst>
              <a:gd name="adj" fmla="val 19644"/>
            </a:avLst>
          </a:prstGeom>
          <a:solidFill>
            <a:schemeClr val="bg1">
              <a:lumMod val="50000"/>
            </a:schemeClr>
          </a:solidFill>
          <a:ln w="12700">
            <a:no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rPr>
              <a:t>Example Applications</a:t>
            </a:r>
          </a:p>
        </p:txBody>
      </p:sp>
      <p:sp>
        <p:nvSpPr>
          <p:cNvPr id="25" name="Rounded Rectangle 114">
            <a:extLst>
              <a:ext uri="{FF2B5EF4-FFF2-40B4-BE49-F238E27FC236}">
                <a16:creationId xmlns:a16="http://schemas.microsoft.com/office/drawing/2014/main" id="{B65E21A1-B2EE-4D1F-9D6D-37123904C747}"/>
              </a:ext>
            </a:extLst>
          </p:cNvPr>
          <p:cNvSpPr/>
          <p:nvPr/>
        </p:nvSpPr>
        <p:spPr>
          <a:xfrm>
            <a:off x="8509781" y="5128437"/>
            <a:ext cx="1867691" cy="255080"/>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a:solidFill>
                  <a:srgbClr val="FFFFFF"/>
                </a:solidFill>
                <a:latin typeface="Source Sans Pro" panose="020B0503030403020204" pitchFamily="34" charset="0"/>
                <a:ea typeface="Source Sans Pro" panose="020B0503030403020204" pitchFamily="34" charset="0"/>
              </a:rPr>
              <a:t>Offline Repository</a:t>
            </a:r>
            <a:endParaRPr lang="en-US" sz="1000" dirty="0">
              <a:solidFill>
                <a:srgbClr val="FFFFFF"/>
              </a:solidFill>
              <a:latin typeface="Source Sans Pro" panose="020B0503030403020204" pitchFamily="34" charset="0"/>
              <a:ea typeface="Source Sans Pro" panose="020B0503030403020204" pitchFamily="34" charset="0"/>
            </a:endParaRPr>
          </a:p>
        </p:txBody>
      </p:sp>
      <p:pic>
        <p:nvPicPr>
          <p:cNvPr id="29" name="Picture 28">
            <a:extLst>
              <a:ext uri="{FF2B5EF4-FFF2-40B4-BE49-F238E27FC236}">
                <a16:creationId xmlns:a16="http://schemas.microsoft.com/office/drawing/2014/main" id="{D4737AF5-9142-4604-AD93-F7EFE7B3D9E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49105" y="548680"/>
            <a:ext cx="402708" cy="402708"/>
          </a:xfrm>
          <a:prstGeom prst="rect">
            <a:avLst/>
          </a:prstGeom>
        </p:spPr>
      </p:pic>
      <p:sp>
        <p:nvSpPr>
          <p:cNvPr id="83" name="TextBox 82">
            <a:extLst>
              <a:ext uri="{FF2B5EF4-FFF2-40B4-BE49-F238E27FC236}">
                <a16:creationId xmlns:a16="http://schemas.microsoft.com/office/drawing/2014/main" id="{3AB9F36E-0481-460D-A03A-69AF2060179C}"/>
              </a:ext>
            </a:extLst>
          </p:cNvPr>
          <p:cNvSpPr txBox="1"/>
          <p:nvPr/>
        </p:nvSpPr>
        <p:spPr>
          <a:xfrm>
            <a:off x="2838019" y="619253"/>
            <a:ext cx="1909987"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       Developer Setup</a:t>
            </a:r>
          </a:p>
        </p:txBody>
      </p:sp>
      <p:pic>
        <p:nvPicPr>
          <p:cNvPr id="98" name="Picture 97">
            <a:extLst>
              <a:ext uri="{FF2B5EF4-FFF2-40B4-BE49-F238E27FC236}">
                <a16:creationId xmlns:a16="http://schemas.microsoft.com/office/drawing/2014/main" id="{E1A84BC3-43DA-4112-9E5E-E0F64EF8866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38019" y="591720"/>
            <a:ext cx="402708" cy="402708"/>
          </a:xfrm>
          <a:prstGeom prst="rect">
            <a:avLst/>
          </a:prstGeom>
        </p:spPr>
      </p:pic>
      <p:sp>
        <p:nvSpPr>
          <p:cNvPr id="169" name="TextBox 168">
            <a:extLst>
              <a:ext uri="{FF2B5EF4-FFF2-40B4-BE49-F238E27FC236}">
                <a16:creationId xmlns:a16="http://schemas.microsoft.com/office/drawing/2014/main" id="{F3CCDCD2-9CAF-4075-9D88-CB832DFEBFA5}"/>
              </a:ext>
            </a:extLst>
          </p:cNvPr>
          <p:cNvSpPr txBox="1"/>
          <p:nvPr/>
        </p:nvSpPr>
        <p:spPr>
          <a:xfrm>
            <a:off x="5836277" y="3574510"/>
            <a:ext cx="1969074" cy="169277"/>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Import or Create VEE Ports</a:t>
            </a:r>
          </a:p>
        </p:txBody>
      </p:sp>
      <p:sp>
        <p:nvSpPr>
          <p:cNvPr id="173" name="TextBox 172">
            <a:extLst>
              <a:ext uri="{FF2B5EF4-FFF2-40B4-BE49-F238E27FC236}">
                <a16:creationId xmlns:a16="http://schemas.microsoft.com/office/drawing/2014/main" id="{265E5B4D-30CC-42C2-8AC0-3586FA23FFAC}"/>
              </a:ext>
            </a:extLst>
          </p:cNvPr>
          <p:cNvSpPr txBox="1"/>
          <p:nvPr/>
        </p:nvSpPr>
        <p:spPr>
          <a:xfrm>
            <a:off x="5587235" y="4480453"/>
            <a:ext cx="2600969" cy="126638"/>
          </a:xfrm>
          <a:prstGeom prst="rect">
            <a:avLst/>
          </a:prstGeom>
          <a:noFill/>
        </p:spPr>
        <p:txBody>
          <a:bodyPr vert="horz" wrap="square" lIns="0" tIns="0" rIns="0" bIns="0" numCol="1" spcCol="288000" rtlCol="0" anchor="t" anchorCtr="0">
            <a:spAutoFit/>
          </a:bodyPr>
          <a:lstStyle/>
          <a:p>
            <a:pPr algn="ctr">
              <a:lnSpc>
                <a:spcPts val="940"/>
              </a:lnSpc>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Import or Create Applications</a:t>
            </a:r>
          </a:p>
        </p:txBody>
      </p:sp>
      <p:sp>
        <p:nvSpPr>
          <p:cNvPr id="175" name="TextBox 174">
            <a:extLst>
              <a:ext uri="{FF2B5EF4-FFF2-40B4-BE49-F238E27FC236}">
                <a16:creationId xmlns:a16="http://schemas.microsoft.com/office/drawing/2014/main" id="{DFCE4E0F-0EBE-4B23-B724-9867E1476585}"/>
              </a:ext>
            </a:extLst>
          </p:cNvPr>
          <p:cNvSpPr txBox="1"/>
          <p:nvPr/>
        </p:nvSpPr>
        <p:spPr>
          <a:xfrm>
            <a:off x="5512782" y="2307953"/>
            <a:ext cx="2575263" cy="338554"/>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Resolve Dependencies through </a:t>
            </a:r>
            <a:r>
              <a:rPr lang="en-US" sz="1100" dirty="0">
                <a:solidFill>
                  <a:schemeClr val="bg2">
                    <a:lumMod val="75000"/>
                  </a:schemeClr>
                </a:solidFill>
                <a:latin typeface="Source Sans Pro" panose="020B0503030403020204" pitchFamily="34" charset="0"/>
                <a:ea typeface="Source Sans Pro" panose="020B0503030403020204" pitchFamily="34" charset="0"/>
                <a:cs typeface="Source Sans Pro Light" charset="0"/>
              </a:rPr>
              <a:t>G</a:t>
            </a: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radle </a:t>
            </a:r>
            <a:r>
              <a:rPr lang="en-US" sz="1100" spc="0" dirty="0" err="1">
                <a:ln>
                  <a:noFill/>
                </a:ln>
                <a:solidFill>
                  <a:schemeClr val="accent1"/>
                </a:solidFill>
                <a:latin typeface="Source Sans Pro" panose="020B0503030403020204" pitchFamily="34" charset="0"/>
                <a:ea typeface="Source Sans Pro" panose="020B0503030403020204" pitchFamily="34" charset="0"/>
                <a:cs typeface="Source Sans Pro Light" charset="0"/>
              </a:rPr>
              <a:t>MicroEJ</a:t>
            </a:r>
            <a:r>
              <a:rPr lang="en-US" sz="1100" spc="0" dirty="0">
                <a:ln>
                  <a:noFill/>
                </a:ln>
                <a:solidFill>
                  <a:schemeClr val="accent1"/>
                </a:solidFill>
                <a:latin typeface="Source Sans Pro" panose="020B0503030403020204" pitchFamily="34" charset="0"/>
                <a:ea typeface="Source Sans Pro" panose="020B0503030403020204" pitchFamily="34" charset="0"/>
                <a:cs typeface="Source Sans Pro Light" charset="0"/>
              </a:rPr>
              <a:t> Repositories</a:t>
            </a:r>
            <a:endPar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endParaRPr>
          </a:p>
        </p:txBody>
      </p:sp>
      <p:sp>
        <p:nvSpPr>
          <p:cNvPr id="179" name="TextBox 178">
            <a:extLst>
              <a:ext uri="{FF2B5EF4-FFF2-40B4-BE49-F238E27FC236}">
                <a16:creationId xmlns:a16="http://schemas.microsoft.com/office/drawing/2014/main" id="{09F1F4F5-C1B4-47B3-B18F-076B70A4E0F2}"/>
              </a:ext>
            </a:extLst>
          </p:cNvPr>
          <p:cNvSpPr txBox="1"/>
          <p:nvPr/>
        </p:nvSpPr>
        <p:spPr>
          <a:xfrm>
            <a:off x="5395790" y="1298141"/>
            <a:ext cx="2635574" cy="363882"/>
          </a:xfrm>
          <a:prstGeom prst="rect">
            <a:avLst/>
          </a:prstGeom>
          <a:noFill/>
        </p:spPr>
        <p:txBody>
          <a:bodyPr vert="horz" wrap="square" lIns="0" tIns="0" rIns="0" bIns="0" numCol="1" spcCol="288000" rtlCol="0" anchor="t" anchorCtr="0">
            <a:spAutoFit/>
          </a:bodyPr>
          <a:lstStyle/>
          <a:p>
            <a:pPr algn="ctr">
              <a:lnSpc>
                <a:spcPts val="1140"/>
              </a:lnSpc>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Resolve Dependency for Evaluation</a:t>
            </a:r>
          </a:p>
          <a:p>
            <a:pPr algn="ctr">
              <a:lnSpc>
                <a:spcPts val="1140"/>
              </a:lnSpc>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Provided by </a:t>
            </a:r>
            <a:r>
              <a:rPr lang="en-US" sz="1100" spc="0" dirty="0" err="1">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MicroEJ</a:t>
            </a: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 for Production</a:t>
            </a:r>
          </a:p>
        </p:txBody>
      </p:sp>
      <p:sp>
        <p:nvSpPr>
          <p:cNvPr id="234" name="Rectangle 233">
            <a:extLst>
              <a:ext uri="{FF2B5EF4-FFF2-40B4-BE49-F238E27FC236}">
                <a16:creationId xmlns:a16="http://schemas.microsoft.com/office/drawing/2014/main" id="{92C3D1E1-9D9A-4743-B664-EA5ABF4B57AC}"/>
              </a:ext>
            </a:extLst>
          </p:cNvPr>
          <p:cNvSpPr/>
          <p:nvPr/>
        </p:nvSpPr>
        <p:spPr>
          <a:xfrm>
            <a:off x="3316181" y="6032128"/>
            <a:ext cx="1945170" cy="205184"/>
          </a:xfrm>
          <a:prstGeom prst="rect">
            <a:avLst/>
          </a:prstGeom>
        </p:spPr>
        <p:txBody>
          <a:bodyPr wrap="square" lIns="0" tIns="0" rIns="0" bIns="0" anchor="ctr">
            <a:spAutoFit/>
          </a:bodyPr>
          <a:lstStyle/>
          <a:p>
            <a:pPr algn="ctr">
              <a:lnSpc>
                <a:spcPts val="1600"/>
              </a:lnSpc>
              <a:spcBef>
                <a:spcPts val="100"/>
              </a:spcBef>
              <a:spcAft>
                <a:spcPts val="100"/>
              </a:spcAft>
            </a:pPr>
            <a:endParaRPr lang="en-US" sz="1400" b="1" dirty="0">
              <a:solidFill>
                <a:schemeClr val="bg1"/>
              </a:solidFill>
              <a:latin typeface="Source Sans Pro" charset="0"/>
              <a:ea typeface="Source Sans Pro" charset="0"/>
              <a:cs typeface="Source Sans Pro" charset="0"/>
            </a:endParaRPr>
          </a:p>
        </p:txBody>
      </p:sp>
      <p:sp>
        <p:nvSpPr>
          <p:cNvPr id="104" name="Rounded Rectangle 114">
            <a:extLst>
              <a:ext uri="{FF2B5EF4-FFF2-40B4-BE49-F238E27FC236}">
                <a16:creationId xmlns:a16="http://schemas.microsoft.com/office/drawing/2014/main" id="{86C790C5-092C-46A0-BE5E-8BE15DE5A4F7}"/>
              </a:ext>
            </a:extLst>
          </p:cNvPr>
          <p:cNvSpPr/>
          <p:nvPr/>
        </p:nvSpPr>
        <p:spPr>
          <a:xfrm>
            <a:off x="3871814" y="5897680"/>
            <a:ext cx="1290406" cy="430296"/>
          </a:xfrm>
          <a:prstGeom prst="roundRect">
            <a:avLst>
              <a:gd name="adj" fmla="val 50000"/>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 Executable</a:t>
            </a:r>
          </a:p>
        </p:txBody>
      </p:sp>
      <p:sp>
        <p:nvSpPr>
          <p:cNvPr id="42" name="Rounded Rectangle 41">
            <a:extLst>
              <a:ext uri="{FF2B5EF4-FFF2-40B4-BE49-F238E27FC236}">
                <a16:creationId xmlns:a16="http://schemas.microsoft.com/office/drawing/2014/main" id="{BF6EBF97-3FB7-899A-0913-7D21C65650EE}"/>
              </a:ext>
            </a:extLst>
          </p:cNvPr>
          <p:cNvSpPr/>
          <p:nvPr/>
        </p:nvSpPr>
        <p:spPr>
          <a:xfrm>
            <a:off x="8220856" y="3236485"/>
            <a:ext cx="2494660" cy="1138920"/>
          </a:xfrm>
          <a:prstGeom prst="roundRect">
            <a:avLst>
              <a:gd name="adj" fmla="val 6304"/>
            </a:avLst>
          </a:prstGeom>
          <a:solidFill>
            <a:schemeClr val="bg1">
              <a:lumMod val="50000"/>
            </a:schemeClr>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t" anchorCtr="0"/>
          <a:lstStyle/>
          <a:p>
            <a:pPr algn="ctr">
              <a:defRPr/>
            </a:pPr>
            <a:r>
              <a:rPr lang="en-US" sz="1000">
                <a:solidFill>
                  <a:srgbClr val="FFFFFF"/>
                </a:solidFill>
                <a:latin typeface="Source Sans Pro" panose="020B0503030403020204" pitchFamily="34" charset="0"/>
                <a:ea typeface="Source Sans Pro" panose="020B0503030403020204" pitchFamily="34" charset="0"/>
                <a:cs typeface="Source Sans Pro Light" charset="0"/>
              </a:rPr>
              <a:t>VEE Port Example Projects</a:t>
            </a: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sp>
        <p:nvSpPr>
          <p:cNvPr id="123" name="Rounded Rectangle 114">
            <a:extLst>
              <a:ext uri="{FF2B5EF4-FFF2-40B4-BE49-F238E27FC236}">
                <a16:creationId xmlns:a16="http://schemas.microsoft.com/office/drawing/2014/main" id="{3C22549C-E7EC-4E20-8401-ADC527F14B89}"/>
              </a:ext>
            </a:extLst>
          </p:cNvPr>
          <p:cNvSpPr/>
          <p:nvPr/>
        </p:nvSpPr>
        <p:spPr>
          <a:xfrm>
            <a:off x="8509781" y="3966973"/>
            <a:ext cx="1867691" cy="255080"/>
          </a:xfrm>
          <a:prstGeom prst="roundRect">
            <a:avLst>
              <a:gd name="adj" fmla="val 19644"/>
            </a:avLst>
          </a:prstGeom>
          <a:solidFill>
            <a:schemeClr val="bg1">
              <a:lumMod val="50000"/>
            </a:schemeClr>
          </a:solidFill>
          <a:ln w="12700">
            <a:no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a:solidFill>
                  <a:schemeClr val="bg1"/>
                </a:solidFill>
                <a:latin typeface="Source Sans Pro" panose="020B0503030403020204" pitchFamily="34" charset="0"/>
                <a:ea typeface="Source Sans Pro" panose="020B0503030403020204" pitchFamily="34" charset="0"/>
              </a:rPr>
              <a:t>VEE Port Configuration</a:t>
            </a:r>
            <a:endParaRPr lang="en-US" sz="1000" dirty="0">
              <a:solidFill>
                <a:schemeClr val="bg1"/>
              </a:solidFill>
              <a:latin typeface="Source Sans Pro" panose="020B0503030403020204" pitchFamily="34" charset="0"/>
              <a:ea typeface="Source Sans Pro" panose="020B0503030403020204" pitchFamily="34" charset="0"/>
            </a:endParaRPr>
          </a:p>
        </p:txBody>
      </p:sp>
      <p:sp>
        <p:nvSpPr>
          <p:cNvPr id="125" name="Rounded Rectangle 114">
            <a:extLst>
              <a:ext uri="{FF2B5EF4-FFF2-40B4-BE49-F238E27FC236}">
                <a16:creationId xmlns:a16="http://schemas.microsoft.com/office/drawing/2014/main" id="{4C068209-3EA3-428A-94F5-8C979958A54D}"/>
              </a:ext>
            </a:extLst>
          </p:cNvPr>
          <p:cNvSpPr/>
          <p:nvPr/>
        </p:nvSpPr>
        <p:spPr>
          <a:xfrm>
            <a:off x="8509781" y="3616294"/>
            <a:ext cx="1867691" cy="255080"/>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a:solidFill>
                  <a:srgbClr val="FFFFFF"/>
                </a:solidFill>
                <a:latin typeface="Source Sans Pro" panose="020B0503030403020204" pitchFamily="34" charset="0"/>
                <a:ea typeface="Source Sans Pro" panose="020B0503030403020204" pitchFamily="34" charset="0"/>
              </a:rPr>
              <a:t>BSP C Drivers</a:t>
            </a:r>
          </a:p>
        </p:txBody>
      </p:sp>
      <p:sp>
        <p:nvSpPr>
          <p:cNvPr id="129" name="Rounded Rectangle 114">
            <a:extLst>
              <a:ext uri="{FF2B5EF4-FFF2-40B4-BE49-F238E27FC236}">
                <a16:creationId xmlns:a16="http://schemas.microsoft.com/office/drawing/2014/main" id="{86C790C5-092C-46A0-BE5E-8BE15DE5A4F7}"/>
              </a:ext>
            </a:extLst>
          </p:cNvPr>
          <p:cNvSpPr/>
          <p:nvPr/>
        </p:nvSpPr>
        <p:spPr>
          <a:xfrm>
            <a:off x="3719286" y="5128995"/>
            <a:ext cx="1296594" cy="300804"/>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Native (C) Toolchain</a:t>
            </a:r>
          </a:p>
        </p:txBody>
      </p:sp>
      <p:grpSp>
        <p:nvGrpSpPr>
          <p:cNvPr id="138" name="Group 137">
            <a:extLst>
              <a:ext uri="{FF2B5EF4-FFF2-40B4-BE49-F238E27FC236}">
                <a16:creationId xmlns:a16="http://schemas.microsoft.com/office/drawing/2014/main" id="{C25CA13D-8845-E4C9-9B71-79830E0AF5E7}"/>
              </a:ext>
            </a:extLst>
          </p:cNvPr>
          <p:cNvGrpSpPr/>
          <p:nvPr/>
        </p:nvGrpSpPr>
        <p:grpSpPr>
          <a:xfrm>
            <a:off x="8436399" y="2512519"/>
            <a:ext cx="1867691" cy="556441"/>
            <a:chOff x="8433743" y="4811299"/>
            <a:chExt cx="1867691" cy="556441"/>
          </a:xfrm>
        </p:grpSpPr>
        <p:sp>
          <p:nvSpPr>
            <p:cNvPr id="58" name="Rounded Rectangle 114">
              <a:extLst>
                <a:ext uri="{FF2B5EF4-FFF2-40B4-BE49-F238E27FC236}">
                  <a16:creationId xmlns:a16="http://schemas.microsoft.com/office/drawing/2014/main" id="{61B23D28-46E0-4D50-CBB0-1CB2F60EE660}"/>
                </a:ext>
              </a:extLst>
            </p:cNvPr>
            <p:cNvSpPr/>
            <p:nvPr/>
          </p:nvSpPr>
          <p:spPr>
            <a:xfrm>
              <a:off x="8433743" y="4811299"/>
              <a:ext cx="1867691" cy="255080"/>
            </a:xfrm>
            <a:prstGeom prst="roundRect">
              <a:avLst>
                <a:gd name="adj" fmla="val 1964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Central Repository</a:t>
              </a:r>
            </a:p>
          </p:txBody>
        </p:sp>
        <p:sp>
          <p:nvSpPr>
            <p:cNvPr id="59" name="Rounded Rectangle 114">
              <a:extLst>
                <a:ext uri="{FF2B5EF4-FFF2-40B4-BE49-F238E27FC236}">
                  <a16:creationId xmlns:a16="http://schemas.microsoft.com/office/drawing/2014/main" id="{8297540B-AA08-C138-655A-5F1EBB3E8011}"/>
                </a:ext>
              </a:extLst>
            </p:cNvPr>
            <p:cNvSpPr/>
            <p:nvPr/>
          </p:nvSpPr>
          <p:spPr>
            <a:xfrm>
              <a:off x="8433743" y="5112660"/>
              <a:ext cx="1867691" cy="255080"/>
            </a:xfrm>
            <a:prstGeom prst="roundRect">
              <a:avLst>
                <a:gd name="adj" fmla="val 1964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Developer Repository</a:t>
              </a:r>
            </a:p>
          </p:txBody>
        </p:sp>
      </p:grpSp>
      <p:grpSp>
        <p:nvGrpSpPr>
          <p:cNvPr id="13" name="Group 12">
            <a:extLst>
              <a:ext uri="{FF2B5EF4-FFF2-40B4-BE49-F238E27FC236}">
                <a16:creationId xmlns:a16="http://schemas.microsoft.com/office/drawing/2014/main" id="{C4C8D880-AFD4-3EA4-4FDD-0F26C1DE2773}"/>
              </a:ext>
            </a:extLst>
          </p:cNvPr>
          <p:cNvGrpSpPr/>
          <p:nvPr/>
        </p:nvGrpSpPr>
        <p:grpSpPr>
          <a:xfrm>
            <a:off x="10872359" y="4419858"/>
            <a:ext cx="983554" cy="457337"/>
            <a:chOff x="10380024" y="3627343"/>
            <a:chExt cx="983554" cy="457337"/>
          </a:xfrm>
        </p:grpSpPr>
        <p:pic>
          <p:nvPicPr>
            <p:cNvPr id="67" name="Graphic 66">
              <a:extLst>
                <a:ext uri="{FF2B5EF4-FFF2-40B4-BE49-F238E27FC236}">
                  <a16:creationId xmlns:a16="http://schemas.microsoft.com/office/drawing/2014/main" id="{78F99B3B-ADE4-9796-74E3-C0911E7DF82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380024" y="3627343"/>
              <a:ext cx="463689" cy="457337"/>
            </a:xfrm>
            <a:prstGeom prst="rect">
              <a:avLst/>
            </a:prstGeom>
          </p:spPr>
        </p:pic>
        <p:sp>
          <p:nvSpPr>
            <p:cNvPr id="71" name="TextBox 70">
              <a:extLst>
                <a:ext uri="{FF2B5EF4-FFF2-40B4-BE49-F238E27FC236}">
                  <a16:creationId xmlns:a16="http://schemas.microsoft.com/office/drawing/2014/main" id="{D7C750F1-DC3B-CE4E-755B-5B4ABBCB0F99}"/>
                </a:ext>
              </a:extLst>
            </p:cNvPr>
            <p:cNvSpPr txBox="1"/>
            <p:nvPr/>
          </p:nvSpPr>
          <p:spPr>
            <a:xfrm>
              <a:off x="10946797" y="3763678"/>
              <a:ext cx="416781"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GitHub</a:t>
              </a:r>
            </a:p>
          </p:txBody>
        </p:sp>
      </p:grpSp>
      <p:grpSp>
        <p:nvGrpSpPr>
          <p:cNvPr id="21" name="Group 20">
            <a:extLst>
              <a:ext uri="{FF2B5EF4-FFF2-40B4-BE49-F238E27FC236}">
                <a16:creationId xmlns:a16="http://schemas.microsoft.com/office/drawing/2014/main" id="{FDB6052B-A8F0-6354-60D0-65037D251350}"/>
              </a:ext>
            </a:extLst>
          </p:cNvPr>
          <p:cNvGrpSpPr/>
          <p:nvPr/>
        </p:nvGrpSpPr>
        <p:grpSpPr>
          <a:xfrm>
            <a:off x="10737108" y="965465"/>
            <a:ext cx="1165384" cy="616081"/>
            <a:chOff x="10631447" y="894544"/>
            <a:chExt cx="1165384" cy="616081"/>
          </a:xfrm>
        </p:grpSpPr>
        <p:pic>
          <p:nvPicPr>
            <p:cNvPr id="69" name="Picture 68">
              <a:extLst>
                <a:ext uri="{FF2B5EF4-FFF2-40B4-BE49-F238E27FC236}">
                  <a16:creationId xmlns:a16="http://schemas.microsoft.com/office/drawing/2014/main" id="{820F1B6A-9F0A-199B-7713-8752AFDC86B2}"/>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0636178" y="894544"/>
              <a:ext cx="585416" cy="585416"/>
            </a:xfrm>
            <a:prstGeom prst="rect">
              <a:avLst/>
            </a:prstGeom>
          </p:spPr>
        </p:pic>
        <p:sp>
          <p:nvSpPr>
            <p:cNvPr id="74" name="TextBox 73">
              <a:extLst>
                <a:ext uri="{FF2B5EF4-FFF2-40B4-BE49-F238E27FC236}">
                  <a16:creationId xmlns:a16="http://schemas.microsoft.com/office/drawing/2014/main" id="{65F58C2C-050A-7C04-1B4D-874D59C2B2D8}"/>
                </a:ext>
              </a:extLst>
            </p:cNvPr>
            <p:cNvSpPr txBox="1"/>
            <p:nvPr/>
          </p:nvSpPr>
          <p:spPr>
            <a:xfrm>
              <a:off x="10631447" y="1341348"/>
              <a:ext cx="1165384"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Eval @ </a:t>
              </a:r>
              <a:r>
                <a:rPr lang="en-US" sz="1100" spc="0" dirty="0" err="1">
                  <a:ln>
                    <a:noFill/>
                  </a:ln>
                  <a:latin typeface="Source Sans Pro" panose="020B0503030403020204" pitchFamily="34" charset="0"/>
                  <a:ea typeface="Source Sans Pro" panose="020B0503030403020204" pitchFamily="34" charset="0"/>
                  <a:cs typeface="Source Sans Pro Light" charset="0"/>
                </a:rPr>
                <a:t>microej.com</a:t>
              </a:r>
              <a:endParaRPr lang="en-US" sz="1100" spc="0" dirty="0">
                <a:ln>
                  <a:noFill/>
                </a:ln>
                <a:latin typeface="Source Sans Pro" panose="020B0503030403020204" pitchFamily="34" charset="0"/>
                <a:ea typeface="Source Sans Pro" panose="020B0503030403020204" pitchFamily="34" charset="0"/>
                <a:cs typeface="Source Sans Pro Light" charset="0"/>
              </a:endParaRPr>
            </a:p>
          </p:txBody>
        </p:sp>
      </p:grpSp>
      <p:grpSp>
        <p:nvGrpSpPr>
          <p:cNvPr id="20" name="Group 19">
            <a:extLst>
              <a:ext uri="{FF2B5EF4-FFF2-40B4-BE49-F238E27FC236}">
                <a16:creationId xmlns:a16="http://schemas.microsoft.com/office/drawing/2014/main" id="{15F43E13-1B9A-6BF9-FADE-157D94E96E8D}"/>
              </a:ext>
            </a:extLst>
          </p:cNvPr>
          <p:cNvGrpSpPr/>
          <p:nvPr/>
        </p:nvGrpSpPr>
        <p:grpSpPr>
          <a:xfrm>
            <a:off x="10741839" y="1644964"/>
            <a:ext cx="945970" cy="654696"/>
            <a:chOff x="10691470" y="1576009"/>
            <a:chExt cx="945970" cy="654696"/>
          </a:xfrm>
        </p:grpSpPr>
        <p:pic>
          <p:nvPicPr>
            <p:cNvPr id="75" name="Picture 74">
              <a:extLst>
                <a:ext uri="{FF2B5EF4-FFF2-40B4-BE49-F238E27FC236}">
                  <a16:creationId xmlns:a16="http://schemas.microsoft.com/office/drawing/2014/main" id="{C224C16C-1548-D47C-955E-D75622DD240D}"/>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0691470" y="1576009"/>
              <a:ext cx="525368" cy="525368"/>
            </a:xfrm>
            <a:prstGeom prst="rect">
              <a:avLst/>
            </a:prstGeom>
          </p:spPr>
        </p:pic>
        <p:sp>
          <p:nvSpPr>
            <p:cNvPr id="76" name="TextBox 75">
              <a:extLst>
                <a:ext uri="{FF2B5EF4-FFF2-40B4-BE49-F238E27FC236}">
                  <a16:creationId xmlns:a16="http://schemas.microsoft.com/office/drawing/2014/main" id="{D9E8B243-CBAB-4C2D-65C8-31AB9AD17980}"/>
                </a:ext>
              </a:extLst>
            </p:cNvPr>
            <p:cNvSpPr txBox="1"/>
            <p:nvPr/>
          </p:nvSpPr>
          <p:spPr>
            <a:xfrm>
              <a:off x="10698080" y="2061428"/>
              <a:ext cx="939360"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Prod from Sales</a:t>
              </a:r>
            </a:p>
          </p:txBody>
        </p:sp>
      </p:grpSp>
      <p:grpSp>
        <p:nvGrpSpPr>
          <p:cNvPr id="22" name="Group 21">
            <a:extLst>
              <a:ext uri="{FF2B5EF4-FFF2-40B4-BE49-F238E27FC236}">
                <a16:creationId xmlns:a16="http://schemas.microsoft.com/office/drawing/2014/main" id="{0E6A07B6-074B-F3F8-E2C0-9536E01217C4}"/>
              </a:ext>
            </a:extLst>
          </p:cNvPr>
          <p:cNvGrpSpPr/>
          <p:nvPr/>
        </p:nvGrpSpPr>
        <p:grpSpPr>
          <a:xfrm>
            <a:off x="10930338" y="5028920"/>
            <a:ext cx="1189926" cy="409155"/>
            <a:chOff x="10380024" y="5261013"/>
            <a:chExt cx="1189926" cy="409155"/>
          </a:xfrm>
        </p:grpSpPr>
        <p:pic>
          <p:nvPicPr>
            <p:cNvPr id="64" name="Picture 63">
              <a:extLst>
                <a:ext uri="{FF2B5EF4-FFF2-40B4-BE49-F238E27FC236}">
                  <a16:creationId xmlns:a16="http://schemas.microsoft.com/office/drawing/2014/main" id="{FC5966E2-5A72-DAC7-8395-5DA6473E4D1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380024" y="5261013"/>
              <a:ext cx="409155" cy="409155"/>
            </a:xfrm>
            <a:prstGeom prst="rect">
              <a:avLst/>
            </a:prstGeom>
          </p:spPr>
        </p:pic>
        <p:sp>
          <p:nvSpPr>
            <p:cNvPr id="77" name="TextBox 76">
              <a:extLst>
                <a:ext uri="{FF2B5EF4-FFF2-40B4-BE49-F238E27FC236}">
                  <a16:creationId xmlns:a16="http://schemas.microsoft.com/office/drawing/2014/main" id="{0D29B856-B691-256A-B023-1F9D80D7DDCE}"/>
                </a:ext>
              </a:extLst>
            </p:cNvPr>
            <p:cNvSpPr txBox="1"/>
            <p:nvPr/>
          </p:nvSpPr>
          <p:spPr>
            <a:xfrm>
              <a:off x="10895085" y="5370577"/>
              <a:ext cx="674865"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File System</a:t>
              </a:r>
            </a:p>
          </p:txBody>
        </p:sp>
      </p:grpSp>
      <p:sp>
        <p:nvSpPr>
          <p:cNvPr id="27" name="Rounded Rectangle 26">
            <a:extLst>
              <a:ext uri="{FF2B5EF4-FFF2-40B4-BE49-F238E27FC236}">
                <a16:creationId xmlns:a16="http://schemas.microsoft.com/office/drawing/2014/main" id="{B4A47375-DCDE-14F6-9C94-F1989FD8E545}"/>
              </a:ext>
            </a:extLst>
          </p:cNvPr>
          <p:cNvSpPr/>
          <p:nvPr/>
        </p:nvSpPr>
        <p:spPr>
          <a:xfrm>
            <a:off x="8122914" y="1183707"/>
            <a:ext cx="2494660" cy="1138920"/>
          </a:xfrm>
          <a:prstGeom prst="roundRect">
            <a:avLst>
              <a:gd name="adj" fmla="val 630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Architecture </a:t>
            </a:r>
          </a:p>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(MEJ32 Core + Built-in Foundation Libraries + Simulator + Mockups)</a:t>
            </a: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sp>
        <p:nvSpPr>
          <p:cNvPr id="36" name="Rounded Rectangle 35">
            <a:extLst>
              <a:ext uri="{FF2B5EF4-FFF2-40B4-BE49-F238E27FC236}">
                <a16:creationId xmlns:a16="http://schemas.microsoft.com/office/drawing/2014/main" id="{1F959762-16C4-185E-956F-19D7A07C1B08}"/>
              </a:ext>
            </a:extLst>
          </p:cNvPr>
          <p:cNvSpPr/>
          <p:nvPr/>
        </p:nvSpPr>
        <p:spPr>
          <a:xfrm>
            <a:off x="8857580" y="1785339"/>
            <a:ext cx="402556" cy="397707"/>
          </a:xfrm>
          <a:prstGeom prst="roundRect">
            <a:avLst>
              <a:gd name="adj" fmla="val 7525"/>
            </a:avLst>
          </a:prstGeom>
          <a:solidFill>
            <a:schemeClr val="accent4"/>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M</a:t>
            </a:r>
          </a:p>
        </p:txBody>
      </p:sp>
      <p:sp>
        <p:nvSpPr>
          <p:cNvPr id="37" name="Rounded Rectangle 36">
            <a:extLst>
              <a:ext uri="{FF2B5EF4-FFF2-40B4-BE49-F238E27FC236}">
                <a16:creationId xmlns:a16="http://schemas.microsoft.com/office/drawing/2014/main" id="{D8195318-1DF2-24D4-08DC-6BA8152C0A8D}"/>
              </a:ext>
            </a:extLst>
          </p:cNvPr>
          <p:cNvSpPr/>
          <p:nvPr/>
        </p:nvSpPr>
        <p:spPr>
          <a:xfrm>
            <a:off x="9437698" y="1785339"/>
            <a:ext cx="444460" cy="404394"/>
          </a:xfrm>
          <a:prstGeom prst="roundRect">
            <a:avLst>
              <a:gd name="adj" fmla="val 7525"/>
            </a:avLst>
          </a:prstGeom>
          <a:solidFill>
            <a:schemeClr val="accent6"/>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
            </a:r>
          </a:p>
        </p:txBody>
      </p:sp>
      <p:grpSp>
        <p:nvGrpSpPr>
          <p:cNvPr id="38" name="Group 37">
            <a:extLst>
              <a:ext uri="{FF2B5EF4-FFF2-40B4-BE49-F238E27FC236}">
                <a16:creationId xmlns:a16="http://schemas.microsoft.com/office/drawing/2014/main" id="{9067F4FF-C162-50E0-CD82-6B304F19742D}"/>
              </a:ext>
            </a:extLst>
          </p:cNvPr>
          <p:cNvGrpSpPr/>
          <p:nvPr/>
        </p:nvGrpSpPr>
        <p:grpSpPr>
          <a:xfrm>
            <a:off x="10059721" y="1785339"/>
            <a:ext cx="402556" cy="397707"/>
            <a:chOff x="3684571" y="1736084"/>
            <a:chExt cx="402556" cy="397707"/>
          </a:xfrm>
        </p:grpSpPr>
        <p:sp>
          <p:nvSpPr>
            <p:cNvPr id="39" name="Rounded Rectangle 38">
              <a:extLst>
                <a:ext uri="{FF2B5EF4-FFF2-40B4-BE49-F238E27FC236}">
                  <a16:creationId xmlns:a16="http://schemas.microsoft.com/office/drawing/2014/main" id="{35938F13-5BE8-956B-2B6E-62E0DE3DC2B0}"/>
                </a:ext>
              </a:extLst>
            </p:cNvPr>
            <p:cNvSpPr/>
            <p:nvPr/>
          </p:nvSpPr>
          <p:spPr>
            <a:xfrm>
              <a:off x="3684571" y="1736084"/>
              <a:ext cx="402556" cy="397707"/>
            </a:xfrm>
            <a:prstGeom prst="roundRect">
              <a:avLst>
                <a:gd name="adj" fmla="val 7525"/>
              </a:avLst>
            </a:prstGeom>
            <a:solidFill>
              <a:schemeClr val="accent2"/>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endParaRPr>
            </a:p>
          </p:txBody>
        </p:sp>
        <p:pic>
          <p:nvPicPr>
            <p:cNvPr id="40" name="Picture 39">
              <a:extLst>
                <a:ext uri="{FF2B5EF4-FFF2-40B4-BE49-F238E27FC236}">
                  <a16:creationId xmlns:a16="http://schemas.microsoft.com/office/drawing/2014/main" id="{6A3EE33D-0EFF-DD21-AF22-05E2BD3E8EEC}"/>
                </a:ext>
              </a:extLst>
            </p:cNvPr>
            <p:cNvPicPr>
              <a:picLocks noChangeAspect="1"/>
            </p:cNvPicPr>
            <p:nvPr/>
          </p:nvPicPr>
          <p:blipFill>
            <a:blip r:embed="rId9"/>
            <a:stretch>
              <a:fillRect/>
            </a:stretch>
          </p:blipFill>
          <p:spPr>
            <a:xfrm>
              <a:off x="3727874" y="1796516"/>
              <a:ext cx="332460" cy="276842"/>
            </a:xfrm>
            <a:prstGeom prst="rect">
              <a:avLst/>
            </a:prstGeom>
          </p:spPr>
        </p:pic>
      </p:grpSp>
      <p:grpSp>
        <p:nvGrpSpPr>
          <p:cNvPr id="35" name="Group 34">
            <a:extLst>
              <a:ext uri="{FF2B5EF4-FFF2-40B4-BE49-F238E27FC236}">
                <a16:creationId xmlns:a16="http://schemas.microsoft.com/office/drawing/2014/main" id="{D21453AB-403C-B0F1-4968-C5F9FB55EA86}"/>
              </a:ext>
            </a:extLst>
          </p:cNvPr>
          <p:cNvGrpSpPr/>
          <p:nvPr/>
        </p:nvGrpSpPr>
        <p:grpSpPr>
          <a:xfrm>
            <a:off x="8277462" y="1785339"/>
            <a:ext cx="402556" cy="397707"/>
            <a:chOff x="8209128" y="1796911"/>
            <a:chExt cx="402556" cy="397707"/>
          </a:xfrm>
        </p:grpSpPr>
        <p:sp>
          <p:nvSpPr>
            <p:cNvPr id="34" name="Rounded Rectangle 33">
              <a:extLst>
                <a:ext uri="{FF2B5EF4-FFF2-40B4-BE49-F238E27FC236}">
                  <a16:creationId xmlns:a16="http://schemas.microsoft.com/office/drawing/2014/main" id="{86A361AB-0AF4-11C4-9DE9-913AE924566F}"/>
                </a:ext>
              </a:extLst>
            </p:cNvPr>
            <p:cNvSpPr/>
            <p:nvPr/>
          </p:nvSpPr>
          <p:spPr>
            <a:xfrm>
              <a:off x="8209128" y="1796911"/>
              <a:ext cx="402556" cy="397707"/>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pic>
          <p:nvPicPr>
            <p:cNvPr id="94" name="Picture 93">
              <a:extLst>
                <a:ext uri="{FF2B5EF4-FFF2-40B4-BE49-F238E27FC236}">
                  <a16:creationId xmlns:a16="http://schemas.microsoft.com/office/drawing/2014/main" id="{38B4B7AC-D94A-0CE8-8760-3C367A475B7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256240" y="1840725"/>
              <a:ext cx="293677" cy="296036"/>
            </a:xfrm>
            <a:prstGeom prst="rect">
              <a:avLst/>
            </a:prstGeom>
          </p:spPr>
        </p:pic>
      </p:grpSp>
      <p:cxnSp>
        <p:nvCxnSpPr>
          <p:cNvPr id="114" name="Elbow Connector 113">
            <a:extLst>
              <a:ext uri="{FF2B5EF4-FFF2-40B4-BE49-F238E27FC236}">
                <a16:creationId xmlns:a16="http://schemas.microsoft.com/office/drawing/2014/main" id="{05A671D5-452B-2D9D-BC8B-E655FB9CC82B}"/>
              </a:ext>
            </a:extLst>
          </p:cNvPr>
          <p:cNvCxnSpPr>
            <a:cxnSpLocks/>
            <a:stCxn id="19" idx="1"/>
            <a:endCxn id="85" idx="3"/>
          </p:cNvCxnSpPr>
          <p:nvPr/>
        </p:nvCxnSpPr>
        <p:spPr>
          <a:xfrm rot="10800000">
            <a:off x="4716275" y="3013428"/>
            <a:ext cx="3793506" cy="1767248"/>
          </a:xfrm>
          <a:prstGeom prst="bentConnector3">
            <a:avLst>
              <a:gd name="adj1" fmla="val 83511"/>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63C18239-F0FB-1CFC-4AF4-4EDC1C5001C3}"/>
              </a:ext>
            </a:extLst>
          </p:cNvPr>
          <p:cNvGrpSpPr/>
          <p:nvPr/>
        </p:nvGrpSpPr>
        <p:grpSpPr>
          <a:xfrm>
            <a:off x="10851114" y="3556705"/>
            <a:ext cx="983554" cy="457337"/>
            <a:chOff x="10380024" y="3627343"/>
            <a:chExt cx="983554" cy="457337"/>
          </a:xfrm>
        </p:grpSpPr>
        <p:pic>
          <p:nvPicPr>
            <p:cNvPr id="16" name="Graphic 15">
              <a:extLst>
                <a:ext uri="{FF2B5EF4-FFF2-40B4-BE49-F238E27FC236}">
                  <a16:creationId xmlns:a16="http://schemas.microsoft.com/office/drawing/2014/main" id="{18F9B078-9154-34C7-F340-034704819A0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380024" y="3627343"/>
              <a:ext cx="463689" cy="457337"/>
            </a:xfrm>
            <a:prstGeom prst="rect">
              <a:avLst/>
            </a:prstGeom>
          </p:spPr>
        </p:pic>
        <p:sp>
          <p:nvSpPr>
            <p:cNvPr id="17" name="TextBox 16">
              <a:extLst>
                <a:ext uri="{FF2B5EF4-FFF2-40B4-BE49-F238E27FC236}">
                  <a16:creationId xmlns:a16="http://schemas.microsoft.com/office/drawing/2014/main" id="{7DBEA46C-0B6C-D6CD-AB4D-677F376F1518}"/>
                </a:ext>
              </a:extLst>
            </p:cNvPr>
            <p:cNvSpPr txBox="1"/>
            <p:nvPr/>
          </p:nvSpPr>
          <p:spPr>
            <a:xfrm>
              <a:off x="10946797" y="3763678"/>
              <a:ext cx="416781" cy="169277"/>
            </a:xfrm>
            <a:prstGeom prst="rect">
              <a:avLst/>
            </a:prstGeom>
            <a:noFill/>
          </p:spPr>
          <p:txBody>
            <a:bodyPr vert="horz" wrap="none" lIns="0" tIns="0" rIns="0" bIns="0" numCol="1" spcCol="288000" rtlCol="0" anchor="t" anchorCtr="0">
              <a:spAutoFit/>
            </a:bodyPr>
            <a:lstStyle/>
            <a:p>
              <a:pPr algn="l">
                <a:spcBef>
                  <a:spcPts val="0"/>
                </a:spcBef>
                <a:spcAft>
                  <a:spcPts val="600"/>
                </a:spcAft>
              </a:pPr>
              <a:r>
                <a:rPr lang="en-US" sz="1100" spc="0" dirty="0">
                  <a:ln>
                    <a:noFill/>
                  </a:ln>
                  <a:latin typeface="Source Sans Pro" panose="020B0503030403020204" pitchFamily="34" charset="0"/>
                  <a:ea typeface="Source Sans Pro" panose="020B0503030403020204" pitchFamily="34" charset="0"/>
                  <a:cs typeface="Source Sans Pro Light" charset="0"/>
                </a:rPr>
                <a:t>GitHub</a:t>
              </a:r>
            </a:p>
          </p:txBody>
        </p:sp>
      </p:grpSp>
      <p:grpSp>
        <p:nvGrpSpPr>
          <p:cNvPr id="141" name="Group 140">
            <a:extLst>
              <a:ext uri="{FF2B5EF4-FFF2-40B4-BE49-F238E27FC236}">
                <a16:creationId xmlns:a16="http://schemas.microsoft.com/office/drawing/2014/main" id="{40AC81FD-3F2D-99D3-BB0C-BEC11C6D3531}"/>
              </a:ext>
            </a:extLst>
          </p:cNvPr>
          <p:cNvGrpSpPr/>
          <p:nvPr/>
        </p:nvGrpSpPr>
        <p:grpSpPr>
          <a:xfrm>
            <a:off x="10737108" y="2474637"/>
            <a:ext cx="1396038" cy="585416"/>
            <a:chOff x="10578961" y="4819952"/>
            <a:chExt cx="1396038" cy="585416"/>
          </a:xfrm>
        </p:grpSpPr>
        <p:pic>
          <p:nvPicPr>
            <p:cNvPr id="63" name="Picture 62">
              <a:extLst>
                <a:ext uri="{FF2B5EF4-FFF2-40B4-BE49-F238E27FC236}">
                  <a16:creationId xmlns:a16="http://schemas.microsoft.com/office/drawing/2014/main" id="{7586B9B9-199C-2C06-8151-F727B7FD1027}"/>
                </a:ext>
              </a:extLst>
            </p:cNvPr>
            <p:cNvPicPr>
              <a:picLocks noChangeAspect="1"/>
            </p:cNvPicPr>
            <p:nvPr/>
          </p:nvPicPr>
          <p:blipFill>
            <a:blip r:embed="rId6">
              <a:grayscl/>
              <a:alphaModFix amt="20000"/>
              <a:extLst>
                <a:ext uri="{28A0092B-C50C-407E-A947-70E740481C1C}">
                  <a14:useLocalDpi xmlns:a14="http://schemas.microsoft.com/office/drawing/2010/main" val="0"/>
                </a:ext>
              </a:extLst>
            </a:blip>
            <a:stretch>
              <a:fillRect/>
            </a:stretch>
          </p:blipFill>
          <p:spPr>
            <a:xfrm>
              <a:off x="10707593" y="4819952"/>
              <a:ext cx="585416" cy="585416"/>
            </a:xfrm>
            <a:prstGeom prst="rect">
              <a:avLst/>
            </a:prstGeom>
          </p:spPr>
        </p:pic>
        <p:sp>
          <p:nvSpPr>
            <p:cNvPr id="72" name="TextBox 71">
              <a:extLst>
                <a:ext uri="{FF2B5EF4-FFF2-40B4-BE49-F238E27FC236}">
                  <a16:creationId xmlns:a16="http://schemas.microsoft.com/office/drawing/2014/main" id="{F5690783-B49E-64FC-8BD8-36771B4BA202}"/>
                </a:ext>
              </a:extLst>
            </p:cNvPr>
            <p:cNvSpPr txBox="1"/>
            <p:nvPr/>
          </p:nvSpPr>
          <p:spPr>
            <a:xfrm>
              <a:off x="10586798" y="4854200"/>
              <a:ext cx="1388201" cy="169277"/>
            </a:xfrm>
            <a:prstGeom prst="rect">
              <a:avLst/>
            </a:prstGeom>
            <a:noFill/>
          </p:spPr>
          <p:txBody>
            <a:bodyPr vert="horz" wrap="none" lIns="0" tIns="0" rIns="0" bIns="0" numCol="1" spcCol="288000" rtlCol="0" anchor="t" anchorCtr="0">
              <a:spAutoFit/>
            </a:bodyPr>
            <a:lstStyle/>
            <a:p>
              <a:pPr algn="ctr">
                <a:spcBef>
                  <a:spcPts val="0"/>
                </a:spcBef>
                <a:spcAft>
                  <a:spcPts val="600"/>
                </a:spcAft>
              </a:pPr>
              <a:r>
                <a:rPr lang="en-US" sz="1100" dirty="0" err="1">
                  <a:latin typeface="Source Sans Pro" panose="020B0503030403020204" pitchFamily="34" charset="0"/>
                  <a:ea typeface="Source Sans Pro" panose="020B0503030403020204" pitchFamily="34" charset="0"/>
                  <a:cs typeface="Source Sans Pro Light" charset="0"/>
                </a:rPr>
                <a:t>r</a:t>
              </a:r>
              <a:r>
                <a:rPr lang="en-US" sz="1100" spc="0" dirty="0" err="1">
                  <a:ln>
                    <a:noFill/>
                  </a:ln>
                  <a:latin typeface="Source Sans Pro" panose="020B0503030403020204" pitchFamily="34" charset="0"/>
                  <a:ea typeface="Source Sans Pro" panose="020B0503030403020204" pitchFamily="34" charset="0"/>
                  <a:cs typeface="Source Sans Pro Light" charset="0"/>
                </a:rPr>
                <a:t>epository.microej.com</a:t>
              </a:r>
              <a:endParaRPr lang="en-US" sz="1100" spc="0" dirty="0">
                <a:ln>
                  <a:noFill/>
                </a:ln>
                <a:latin typeface="Source Sans Pro" panose="020B0503030403020204" pitchFamily="34" charset="0"/>
                <a:ea typeface="Source Sans Pro" panose="020B0503030403020204" pitchFamily="34" charset="0"/>
                <a:cs typeface="Source Sans Pro Light" charset="0"/>
              </a:endParaRPr>
            </a:p>
          </p:txBody>
        </p:sp>
        <p:sp>
          <p:nvSpPr>
            <p:cNvPr id="2" name="TextBox 1">
              <a:extLst>
                <a:ext uri="{FF2B5EF4-FFF2-40B4-BE49-F238E27FC236}">
                  <a16:creationId xmlns:a16="http://schemas.microsoft.com/office/drawing/2014/main" id="{F65EDAEF-F0E9-FD7F-2392-CCC1C62A95AE}"/>
                </a:ext>
              </a:extLst>
            </p:cNvPr>
            <p:cNvSpPr txBox="1"/>
            <p:nvPr/>
          </p:nvSpPr>
          <p:spPr>
            <a:xfrm>
              <a:off x="10578961" y="5145423"/>
              <a:ext cx="1086836" cy="169277"/>
            </a:xfrm>
            <a:prstGeom prst="rect">
              <a:avLst/>
            </a:prstGeom>
            <a:noFill/>
          </p:spPr>
          <p:txBody>
            <a:bodyPr vert="horz" wrap="none" lIns="0" tIns="0" rIns="0" bIns="0" numCol="1" spcCol="288000" rtlCol="0" anchor="t" anchorCtr="0">
              <a:spAutoFit/>
            </a:bodyPr>
            <a:lstStyle/>
            <a:p>
              <a:pPr algn="ctr">
                <a:spcBef>
                  <a:spcPts val="0"/>
                </a:spcBef>
                <a:spcAft>
                  <a:spcPts val="600"/>
                </a:spcAft>
              </a:pPr>
              <a:r>
                <a:rPr lang="en-US" sz="1100" dirty="0" err="1">
                  <a:latin typeface="Source Sans Pro" panose="020B0503030403020204" pitchFamily="34" charset="0"/>
                  <a:ea typeface="Source Sans Pro" panose="020B0503030403020204" pitchFamily="34" charset="0"/>
                  <a:cs typeface="Source Sans Pro Light" charset="0"/>
                </a:rPr>
                <a:t>forge.microej.com</a:t>
              </a:r>
              <a:endParaRPr lang="en-US" sz="1100" spc="0" dirty="0">
                <a:ln>
                  <a:noFill/>
                </a:ln>
                <a:latin typeface="Source Sans Pro" panose="020B0503030403020204" pitchFamily="34" charset="0"/>
                <a:ea typeface="Source Sans Pro" panose="020B0503030403020204" pitchFamily="34" charset="0"/>
                <a:cs typeface="Source Sans Pro Light" charset="0"/>
              </a:endParaRPr>
            </a:p>
          </p:txBody>
        </p:sp>
      </p:grpSp>
      <p:grpSp>
        <p:nvGrpSpPr>
          <p:cNvPr id="4" name="Group 3">
            <a:extLst>
              <a:ext uri="{FF2B5EF4-FFF2-40B4-BE49-F238E27FC236}">
                <a16:creationId xmlns:a16="http://schemas.microsoft.com/office/drawing/2014/main" id="{F91B6BA5-4751-2439-E6DA-1DB043BF04BC}"/>
              </a:ext>
            </a:extLst>
          </p:cNvPr>
          <p:cNvGrpSpPr/>
          <p:nvPr/>
        </p:nvGrpSpPr>
        <p:grpSpPr>
          <a:xfrm>
            <a:off x="368497" y="2048961"/>
            <a:ext cx="1963733" cy="2203454"/>
            <a:chOff x="132846" y="1228233"/>
            <a:chExt cx="1963733" cy="4002682"/>
          </a:xfrm>
        </p:grpSpPr>
        <p:sp>
          <p:nvSpPr>
            <p:cNvPr id="26" name="Rounded Rectangle 174">
              <a:extLst>
                <a:ext uri="{FF2B5EF4-FFF2-40B4-BE49-F238E27FC236}">
                  <a16:creationId xmlns:a16="http://schemas.microsoft.com/office/drawing/2014/main" id="{969EF9E8-9AA2-4D05-D0D6-F1A35C52CA45}"/>
                </a:ext>
              </a:extLst>
            </p:cNvPr>
            <p:cNvSpPr/>
            <p:nvPr/>
          </p:nvSpPr>
          <p:spPr>
            <a:xfrm>
              <a:off x="132846" y="1377419"/>
              <a:ext cx="1963733" cy="3853496"/>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28" name="TextBox 27">
              <a:extLst>
                <a:ext uri="{FF2B5EF4-FFF2-40B4-BE49-F238E27FC236}">
                  <a16:creationId xmlns:a16="http://schemas.microsoft.com/office/drawing/2014/main" id="{E8BA9231-8F80-03D2-0E15-A9428F29292E}"/>
                </a:ext>
              </a:extLst>
            </p:cNvPr>
            <p:cNvSpPr txBox="1"/>
            <p:nvPr/>
          </p:nvSpPr>
          <p:spPr>
            <a:xfrm>
              <a:off x="738212" y="1228233"/>
              <a:ext cx="848012"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Legend</a:t>
              </a:r>
            </a:p>
          </p:txBody>
        </p:sp>
      </p:grpSp>
      <p:sp>
        <p:nvSpPr>
          <p:cNvPr id="5" name="Rounded Rectangle 4">
            <a:extLst>
              <a:ext uri="{FF2B5EF4-FFF2-40B4-BE49-F238E27FC236}">
                <a16:creationId xmlns:a16="http://schemas.microsoft.com/office/drawing/2014/main" id="{BE75EF25-534A-C3FA-3145-1D875321C5BE}"/>
              </a:ext>
            </a:extLst>
          </p:cNvPr>
          <p:cNvSpPr/>
          <p:nvPr/>
        </p:nvSpPr>
        <p:spPr>
          <a:xfrm>
            <a:off x="540364" y="2509872"/>
            <a:ext cx="1620000" cy="38520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err="1">
                <a:solidFill>
                  <a:srgbClr val="FFFFFF"/>
                </a:solidFill>
                <a:latin typeface="Source Sans Pro" panose="020B0503030403020204" pitchFamily="34" charset="0"/>
                <a:ea typeface="Source Sans Pro" panose="020B0503030403020204" pitchFamily="34" charset="0"/>
                <a:cs typeface="Source Sans Pro Light" charset="0"/>
              </a:rPr>
              <a:t>MicroEJ</a:t>
            </a: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 Products</a:t>
            </a:r>
          </a:p>
        </p:txBody>
      </p:sp>
      <p:grpSp>
        <p:nvGrpSpPr>
          <p:cNvPr id="7" name="Group 6">
            <a:extLst>
              <a:ext uri="{FF2B5EF4-FFF2-40B4-BE49-F238E27FC236}">
                <a16:creationId xmlns:a16="http://schemas.microsoft.com/office/drawing/2014/main" id="{3BF9E808-1D92-DB2C-EE4C-B0D17DEB3490}"/>
              </a:ext>
            </a:extLst>
          </p:cNvPr>
          <p:cNvGrpSpPr/>
          <p:nvPr/>
        </p:nvGrpSpPr>
        <p:grpSpPr>
          <a:xfrm>
            <a:off x="540364" y="3068960"/>
            <a:ext cx="1620000" cy="936104"/>
            <a:chOff x="174460" y="2907336"/>
            <a:chExt cx="1620000" cy="936104"/>
          </a:xfrm>
        </p:grpSpPr>
        <p:sp>
          <p:nvSpPr>
            <p:cNvPr id="8" name="Rounded Rectangle 7">
              <a:extLst>
                <a:ext uri="{FF2B5EF4-FFF2-40B4-BE49-F238E27FC236}">
                  <a16:creationId xmlns:a16="http://schemas.microsoft.com/office/drawing/2014/main" id="{5CF80D7F-100D-6895-CFCD-725FAEA7D917}"/>
                </a:ext>
              </a:extLst>
            </p:cNvPr>
            <p:cNvSpPr/>
            <p:nvPr/>
          </p:nvSpPr>
          <p:spPr>
            <a:xfrm>
              <a:off x="175443" y="2907336"/>
              <a:ext cx="1619017" cy="385200"/>
            </a:xfrm>
            <a:prstGeom prst="roundRect">
              <a:avLst>
                <a:gd name="adj" fmla="val 7525"/>
              </a:avLst>
            </a:prstGeom>
            <a:solidFill>
              <a:schemeClr val="bg1">
                <a:lumMod val="50000"/>
              </a:schemeClr>
            </a:solidFill>
            <a:ln w="12700">
              <a:noFill/>
            </a:ln>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cs typeface="Source Sans Pro Light" charset="0"/>
                </a:rPr>
                <a:t>Examples</a:t>
              </a:r>
              <a:endParaRPr lang="en-GB" sz="1000" dirty="0">
                <a:solidFill>
                  <a:schemeClr val="bg1"/>
                </a:solidFill>
                <a:latin typeface="Source Sans Pro" panose="020B0503030403020204" pitchFamily="34" charset="0"/>
                <a:ea typeface="Source Sans Pro" panose="020B0503030403020204" pitchFamily="34" charset="0"/>
                <a:cs typeface="Source Sans Pro Light" charset="0"/>
              </a:endParaRPr>
            </a:p>
          </p:txBody>
        </p:sp>
        <p:sp>
          <p:nvSpPr>
            <p:cNvPr id="9" name="Rounded Rectangle 7">
              <a:extLst>
                <a:ext uri="{FF2B5EF4-FFF2-40B4-BE49-F238E27FC236}">
                  <a16:creationId xmlns:a16="http://schemas.microsoft.com/office/drawing/2014/main" id="{24FE47DC-EDC1-6C9C-87A4-080C2AEFF6C9}"/>
                </a:ext>
              </a:extLst>
            </p:cNvPr>
            <p:cNvSpPr/>
            <p:nvPr/>
          </p:nvSpPr>
          <p:spPr>
            <a:xfrm>
              <a:off x="174460" y="3457551"/>
              <a:ext cx="1620000"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Third Party</a:t>
              </a:r>
            </a:p>
          </p:txBody>
        </p:sp>
      </p:grpSp>
      <p:grpSp>
        <p:nvGrpSpPr>
          <p:cNvPr id="122" name="Group 121">
            <a:extLst>
              <a:ext uri="{FF2B5EF4-FFF2-40B4-BE49-F238E27FC236}">
                <a16:creationId xmlns:a16="http://schemas.microsoft.com/office/drawing/2014/main" id="{DA72066B-B4EB-2603-EC76-396C7C13F478}"/>
              </a:ext>
            </a:extLst>
          </p:cNvPr>
          <p:cNvGrpSpPr/>
          <p:nvPr/>
        </p:nvGrpSpPr>
        <p:grpSpPr>
          <a:xfrm>
            <a:off x="2751602" y="1133726"/>
            <a:ext cx="2095698" cy="2224586"/>
            <a:chOff x="2750818" y="2276872"/>
            <a:chExt cx="2095698" cy="2224586"/>
          </a:xfrm>
        </p:grpSpPr>
        <p:sp>
          <p:nvSpPr>
            <p:cNvPr id="112" name="Rounded Rectangle 62">
              <a:extLst>
                <a:ext uri="{FF2B5EF4-FFF2-40B4-BE49-F238E27FC236}">
                  <a16:creationId xmlns:a16="http://schemas.microsoft.com/office/drawing/2014/main" id="{532D9E35-28E9-4BFA-8137-0AE48A627B0F}"/>
                </a:ext>
              </a:extLst>
            </p:cNvPr>
            <p:cNvSpPr/>
            <p:nvPr/>
          </p:nvSpPr>
          <p:spPr>
            <a:xfrm>
              <a:off x="2750818" y="2276872"/>
              <a:ext cx="2095698" cy="2224586"/>
            </a:xfrm>
            <a:prstGeom prst="roundRect">
              <a:avLst>
                <a:gd name="adj" fmla="val 5059"/>
              </a:avLst>
            </a:prstGeom>
            <a:solidFill>
              <a:schemeClr val="bg1">
                <a:lumMod val="95000"/>
              </a:schemeClr>
            </a:solidFill>
            <a:ln w="19050">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lstStyle/>
            <a:p>
              <a:pPr algn="ctr"/>
              <a:endParaRPr lang="en-US" sz="1400" dirty="0">
                <a:solidFill>
                  <a:schemeClr val="bg1">
                    <a:lumMod val="95000"/>
                  </a:schemeClr>
                </a:solidFill>
              </a:endParaRPr>
            </a:p>
          </p:txBody>
        </p:sp>
        <p:sp>
          <p:nvSpPr>
            <p:cNvPr id="85" name="Rounded Rectangle 114">
              <a:extLst>
                <a:ext uri="{FF2B5EF4-FFF2-40B4-BE49-F238E27FC236}">
                  <a16:creationId xmlns:a16="http://schemas.microsoft.com/office/drawing/2014/main" id="{23B6A628-FCCC-4E65-8963-19973CA2E7D7}"/>
                </a:ext>
              </a:extLst>
            </p:cNvPr>
            <p:cNvSpPr/>
            <p:nvPr/>
          </p:nvSpPr>
          <p:spPr>
            <a:xfrm>
              <a:off x="2843283" y="4029034"/>
              <a:ext cx="1872208" cy="255080"/>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 Applications</a:t>
              </a:r>
            </a:p>
          </p:txBody>
        </p:sp>
        <p:sp>
          <p:nvSpPr>
            <p:cNvPr id="117" name="TextBox 116">
              <a:extLst>
                <a:ext uri="{FF2B5EF4-FFF2-40B4-BE49-F238E27FC236}">
                  <a16:creationId xmlns:a16="http://schemas.microsoft.com/office/drawing/2014/main" id="{7919CBE3-81C7-4DD0-94ED-87CCA9F5D8E8}"/>
                </a:ext>
              </a:extLst>
            </p:cNvPr>
            <p:cNvSpPr txBox="1"/>
            <p:nvPr/>
          </p:nvSpPr>
          <p:spPr>
            <a:xfrm>
              <a:off x="2795708" y="2311872"/>
              <a:ext cx="1850359" cy="276999"/>
            </a:xfrm>
            <a:prstGeom prst="rect">
              <a:avLst/>
            </a:prstGeom>
            <a:noFill/>
          </p:spPr>
          <p:txBody>
            <a:bodyPr wrap="square" rtlCol="0">
              <a:spAutoFit/>
            </a:bodyPr>
            <a:lstStyle>
              <a:defPPr>
                <a:defRPr lang="en-US"/>
              </a:defPPr>
              <a:lvl1pPr>
                <a:defRPr sz="1200" b="1">
                  <a:latin typeface="Source Sans Pro SemiBold" charset="0"/>
                  <a:ea typeface="Source Sans Pro SemiBold" charset="0"/>
                  <a:cs typeface="Source Sans Pro SemiBold" charset="0"/>
                </a:defRPr>
              </a:lvl1pPr>
            </a:lstStyle>
            <a:p>
              <a:r>
                <a:rPr lang="en-US" dirty="0"/>
                <a:t>MICROEJ SDK Workspace</a:t>
              </a:r>
            </a:p>
          </p:txBody>
        </p:sp>
        <p:sp>
          <p:nvSpPr>
            <p:cNvPr id="121" name="Rounded Rectangle 114">
              <a:extLst>
                <a:ext uri="{FF2B5EF4-FFF2-40B4-BE49-F238E27FC236}">
                  <a16:creationId xmlns:a16="http://schemas.microsoft.com/office/drawing/2014/main" id="{C3BC971D-01A8-4300-B6EE-560EA7C7D394}"/>
                </a:ext>
              </a:extLst>
            </p:cNvPr>
            <p:cNvSpPr/>
            <p:nvPr/>
          </p:nvSpPr>
          <p:spPr>
            <a:xfrm>
              <a:off x="2843283" y="3603159"/>
              <a:ext cx="1872208" cy="255080"/>
            </a:xfrm>
            <a:prstGeom prst="roundRect">
              <a:avLst>
                <a:gd name="adj" fmla="val 19644"/>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VEE Ports</a:t>
              </a:r>
            </a:p>
          </p:txBody>
        </p:sp>
        <p:sp>
          <p:nvSpPr>
            <p:cNvPr id="127" name="Rounded Rectangle 114">
              <a:extLst>
                <a:ext uri="{FF2B5EF4-FFF2-40B4-BE49-F238E27FC236}">
                  <a16:creationId xmlns:a16="http://schemas.microsoft.com/office/drawing/2014/main" id="{B2F17F48-047C-4B94-8A7C-566FCDAB4FFC}"/>
                </a:ext>
              </a:extLst>
            </p:cNvPr>
            <p:cNvSpPr/>
            <p:nvPr/>
          </p:nvSpPr>
          <p:spPr>
            <a:xfrm>
              <a:off x="2843283" y="2751407"/>
              <a:ext cx="1872208" cy="255080"/>
            </a:xfrm>
            <a:prstGeom prst="roundRect">
              <a:avLst>
                <a:gd name="adj" fmla="val 1964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Architecture</a:t>
              </a:r>
            </a:p>
          </p:txBody>
        </p:sp>
        <p:sp>
          <p:nvSpPr>
            <p:cNvPr id="48" name="Rounded Rectangle 114">
              <a:extLst>
                <a:ext uri="{FF2B5EF4-FFF2-40B4-BE49-F238E27FC236}">
                  <a16:creationId xmlns:a16="http://schemas.microsoft.com/office/drawing/2014/main" id="{E0836930-B007-BC53-863B-0B2A36BAFC6A}"/>
                </a:ext>
              </a:extLst>
            </p:cNvPr>
            <p:cNvSpPr/>
            <p:nvPr/>
          </p:nvSpPr>
          <p:spPr>
            <a:xfrm>
              <a:off x="2843283" y="3177283"/>
              <a:ext cx="1872208" cy="255080"/>
            </a:xfrm>
            <a:prstGeom prst="roundRect">
              <a:avLst>
                <a:gd name="adj" fmla="val 19644"/>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Libraries</a:t>
              </a:r>
            </a:p>
          </p:txBody>
        </p:sp>
      </p:grpSp>
      <p:cxnSp>
        <p:nvCxnSpPr>
          <p:cNvPr id="55" name="Straight Arrow Connector 54">
            <a:extLst>
              <a:ext uri="{FF2B5EF4-FFF2-40B4-BE49-F238E27FC236}">
                <a16:creationId xmlns:a16="http://schemas.microsoft.com/office/drawing/2014/main" id="{887968BA-8178-E44B-C493-45509761E072}"/>
              </a:ext>
            </a:extLst>
          </p:cNvPr>
          <p:cNvCxnSpPr>
            <a:cxnSpLocks/>
            <a:stCxn id="112" idx="2"/>
            <a:endCxn id="129" idx="0"/>
          </p:cNvCxnSpPr>
          <p:nvPr/>
        </p:nvCxnSpPr>
        <p:spPr>
          <a:xfrm>
            <a:off x="3799451" y="3358312"/>
            <a:ext cx="568132" cy="1770683"/>
          </a:xfrm>
          <a:prstGeom prst="straightConnector1">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Elbow Connector 102">
            <a:extLst>
              <a:ext uri="{FF2B5EF4-FFF2-40B4-BE49-F238E27FC236}">
                <a16:creationId xmlns:a16="http://schemas.microsoft.com/office/drawing/2014/main" id="{2ED75F96-42C2-370D-3599-26D7FC179D86}"/>
              </a:ext>
            </a:extLst>
          </p:cNvPr>
          <p:cNvCxnSpPr>
            <a:cxnSpLocks/>
            <a:stCxn id="27" idx="1"/>
            <a:endCxn id="127" idx="3"/>
          </p:cNvCxnSpPr>
          <p:nvPr/>
        </p:nvCxnSpPr>
        <p:spPr>
          <a:xfrm flipH="1" flipV="1">
            <a:off x="4716275" y="1735801"/>
            <a:ext cx="3406639" cy="17366"/>
          </a:xfrm>
          <a:prstGeom prst="straightConnector1">
            <a:avLst/>
          </a:prstGeom>
          <a:ln w="254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Elbow Connector 119">
            <a:extLst>
              <a:ext uri="{FF2B5EF4-FFF2-40B4-BE49-F238E27FC236}">
                <a16:creationId xmlns:a16="http://schemas.microsoft.com/office/drawing/2014/main" id="{AFF7CD7D-37EA-527B-1E94-C59B3DDE17DA}"/>
              </a:ext>
            </a:extLst>
          </p:cNvPr>
          <p:cNvCxnSpPr>
            <a:cxnSpLocks/>
            <a:endCxn id="48" idx="3"/>
          </p:cNvCxnSpPr>
          <p:nvPr/>
        </p:nvCxnSpPr>
        <p:spPr>
          <a:xfrm rot="10800000">
            <a:off x="4716276" y="2161678"/>
            <a:ext cx="3674129" cy="623685"/>
          </a:xfrm>
          <a:prstGeom prst="bentConnector3">
            <a:avLst>
              <a:gd name="adj1" fmla="val 78227"/>
            </a:avLst>
          </a:prstGeom>
          <a:ln w="254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Elbow Connector 108">
            <a:extLst>
              <a:ext uri="{FF2B5EF4-FFF2-40B4-BE49-F238E27FC236}">
                <a16:creationId xmlns:a16="http://schemas.microsoft.com/office/drawing/2014/main" id="{2A0BB27E-32AC-23E3-4C67-80DEE3D372FC}"/>
              </a:ext>
            </a:extLst>
          </p:cNvPr>
          <p:cNvCxnSpPr>
            <a:cxnSpLocks/>
            <a:stCxn id="42" idx="1"/>
            <a:endCxn id="121" idx="3"/>
          </p:cNvCxnSpPr>
          <p:nvPr/>
        </p:nvCxnSpPr>
        <p:spPr>
          <a:xfrm rot="10800000">
            <a:off x="4716276" y="2587553"/>
            <a:ext cx="3504581" cy="1218392"/>
          </a:xfrm>
          <a:prstGeom prst="bentConnector3">
            <a:avLst>
              <a:gd name="adj1" fmla="val 79592"/>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Elbow Connector 131">
            <a:extLst>
              <a:ext uri="{FF2B5EF4-FFF2-40B4-BE49-F238E27FC236}">
                <a16:creationId xmlns:a16="http://schemas.microsoft.com/office/drawing/2014/main" id="{919D78A0-A582-630C-05F1-A6B20FB007DB}"/>
              </a:ext>
            </a:extLst>
          </p:cNvPr>
          <p:cNvCxnSpPr>
            <a:cxnSpLocks/>
            <a:stCxn id="25" idx="1"/>
            <a:endCxn id="85" idx="3"/>
          </p:cNvCxnSpPr>
          <p:nvPr/>
        </p:nvCxnSpPr>
        <p:spPr>
          <a:xfrm rot="10800000">
            <a:off x="4716275" y="3013429"/>
            <a:ext cx="3793506" cy="2242549"/>
          </a:xfrm>
          <a:prstGeom prst="bentConnector3">
            <a:avLst>
              <a:gd name="adj1" fmla="val 85863"/>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44" name="Picture 143">
            <a:extLst>
              <a:ext uri="{FF2B5EF4-FFF2-40B4-BE49-F238E27FC236}">
                <a16:creationId xmlns:a16="http://schemas.microsoft.com/office/drawing/2014/main" id="{93C96E4E-051D-3351-DD1A-A28CD750CA4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487336" y="6045658"/>
            <a:ext cx="1176616" cy="640824"/>
          </a:xfrm>
          <a:prstGeom prst="rect">
            <a:avLst/>
          </a:prstGeom>
        </p:spPr>
      </p:pic>
      <p:sp>
        <p:nvSpPr>
          <p:cNvPr id="155" name="Rounded Rectangle 114">
            <a:extLst>
              <a:ext uri="{FF2B5EF4-FFF2-40B4-BE49-F238E27FC236}">
                <a16:creationId xmlns:a16="http://schemas.microsoft.com/office/drawing/2014/main" id="{8CCA8FDD-DEA2-8C5B-4356-4072810EEC85}"/>
              </a:ext>
            </a:extLst>
          </p:cNvPr>
          <p:cNvSpPr/>
          <p:nvPr/>
        </p:nvSpPr>
        <p:spPr>
          <a:xfrm>
            <a:off x="2356198" y="5882230"/>
            <a:ext cx="1290406" cy="430296"/>
          </a:xfrm>
          <a:prstGeom prst="roundRect">
            <a:avLst>
              <a:gd name="adj" fmla="val 50000"/>
            </a:avLst>
          </a:prstGeom>
          <a:solidFill>
            <a:schemeClr val="tx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 Simulated</a:t>
            </a:r>
          </a:p>
          <a:p>
            <a:pPr algn="ctr"/>
            <a:r>
              <a:rPr lang="en-US" sz="1000" dirty="0">
                <a:solidFill>
                  <a:srgbClr val="FFFFFF"/>
                </a:solidFill>
                <a:latin typeface="Source Sans Pro" panose="020B0503030403020204" pitchFamily="34" charset="0"/>
                <a:ea typeface="Source Sans Pro" panose="020B0503030403020204" pitchFamily="34" charset="0"/>
              </a:rPr>
              <a:t>Execution</a:t>
            </a:r>
          </a:p>
        </p:txBody>
      </p:sp>
      <p:grpSp>
        <p:nvGrpSpPr>
          <p:cNvPr id="150" name="Group 149">
            <a:extLst>
              <a:ext uri="{FF2B5EF4-FFF2-40B4-BE49-F238E27FC236}">
                <a16:creationId xmlns:a16="http://schemas.microsoft.com/office/drawing/2014/main" id="{0DFF95D2-0E76-EC19-D474-3B649A6F4F1D}"/>
              </a:ext>
            </a:extLst>
          </p:cNvPr>
          <p:cNvGrpSpPr/>
          <p:nvPr/>
        </p:nvGrpSpPr>
        <p:grpSpPr>
          <a:xfrm>
            <a:off x="1922537" y="5854257"/>
            <a:ext cx="997918" cy="851754"/>
            <a:chOff x="5002529" y="4506426"/>
            <a:chExt cx="1523309" cy="1425888"/>
          </a:xfrm>
        </p:grpSpPr>
        <p:pic>
          <p:nvPicPr>
            <p:cNvPr id="151" name="Picture 150">
              <a:extLst>
                <a:ext uri="{FF2B5EF4-FFF2-40B4-BE49-F238E27FC236}">
                  <a16:creationId xmlns:a16="http://schemas.microsoft.com/office/drawing/2014/main" id="{0231E831-7B02-AF7C-3F29-EF82BCE7DA5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5002529" y="4506426"/>
              <a:ext cx="1523309" cy="1425888"/>
            </a:xfrm>
            <a:prstGeom prst="rect">
              <a:avLst/>
            </a:prstGeom>
          </p:spPr>
        </p:pic>
        <p:pic>
          <p:nvPicPr>
            <p:cNvPr id="152" name="Picture 151">
              <a:extLst>
                <a:ext uri="{FF2B5EF4-FFF2-40B4-BE49-F238E27FC236}">
                  <a16:creationId xmlns:a16="http://schemas.microsoft.com/office/drawing/2014/main" id="{6A522F23-13AD-2456-A12B-0ADD95C3B260}"/>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5430858" y="4714109"/>
              <a:ext cx="505261" cy="505261"/>
            </a:xfrm>
            <a:prstGeom prst="rect">
              <a:avLst/>
            </a:prstGeom>
            <a:scene3d>
              <a:camera prst="isometricRightUp">
                <a:rot lat="2100000" lon="19200000" rev="300000"/>
              </a:camera>
              <a:lightRig rig="threePt" dir="t"/>
            </a:scene3d>
          </p:spPr>
        </p:pic>
      </p:grpSp>
      <p:cxnSp>
        <p:nvCxnSpPr>
          <p:cNvPr id="157" name="Straight Arrow Connector 156">
            <a:extLst>
              <a:ext uri="{FF2B5EF4-FFF2-40B4-BE49-F238E27FC236}">
                <a16:creationId xmlns:a16="http://schemas.microsoft.com/office/drawing/2014/main" id="{F5C838E3-BEC4-07D1-EBBC-729DBC62C1A2}"/>
              </a:ext>
            </a:extLst>
          </p:cNvPr>
          <p:cNvCxnSpPr>
            <a:cxnSpLocks/>
            <a:stCxn id="112" idx="2"/>
          </p:cNvCxnSpPr>
          <p:nvPr/>
        </p:nvCxnSpPr>
        <p:spPr>
          <a:xfrm flipH="1">
            <a:off x="3033092" y="3358312"/>
            <a:ext cx="766359" cy="2121352"/>
          </a:xfrm>
          <a:prstGeom prst="straightConnector1">
            <a:avLst/>
          </a:prstGeom>
          <a:ln w="254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08" name="Rounded Rectangle 62">
            <a:extLst>
              <a:ext uri="{FF2B5EF4-FFF2-40B4-BE49-F238E27FC236}">
                <a16:creationId xmlns:a16="http://schemas.microsoft.com/office/drawing/2014/main" id="{594485E9-9FDD-42D9-A895-515379347D47}"/>
              </a:ext>
            </a:extLst>
          </p:cNvPr>
          <p:cNvSpPr/>
          <p:nvPr/>
        </p:nvSpPr>
        <p:spPr>
          <a:xfrm>
            <a:off x="2755999" y="3823147"/>
            <a:ext cx="2091301" cy="829989"/>
          </a:xfrm>
          <a:prstGeom prst="roundRect">
            <a:avLst>
              <a:gd name="adj" fmla="val 5059"/>
            </a:avLst>
          </a:prstGeom>
          <a:solidFill>
            <a:schemeClr val="accent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200" dirty="0" err="1">
                <a:solidFill>
                  <a:srgbClr val="FFFFFF"/>
                </a:solidFill>
                <a:latin typeface="Source Sans Pro" panose="020B0503030403020204" pitchFamily="34" charset="0"/>
                <a:ea typeface="Source Sans Pro" panose="020B0503030403020204" pitchFamily="34" charset="0"/>
                <a:cs typeface="Arial" panose="020B0604020202020204" pitchFamily="34" charset="0"/>
              </a:rPr>
              <a:t>MicroEJ</a:t>
            </a:r>
            <a:r>
              <a:rPr lang="en-US" sz="12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 SDK</a:t>
            </a:r>
          </a:p>
        </p:txBody>
      </p:sp>
      <p:sp>
        <p:nvSpPr>
          <p:cNvPr id="161" name="TextBox 160">
            <a:extLst>
              <a:ext uri="{FF2B5EF4-FFF2-40B4-BE49-F238E27FC236}">
                <a16:creationId xmlns:a16="http://schemas.microsoft.com/office/drawing/2014/main" id="{CE21FD37-5C89-CE54-E56F-21CA3D1CAC4E}"/>
              </a:ext>
            </a:extLst>
          </p:cNvPr>
          <p:cNvSpPr txBox="1"/>
          <p:nvPr/>
        </p:nvSpPr>
        <p:spPr>
          <a:xfrm>
            <a:off x="5512782" y="4848867"/>
            <a:ext cx="2575263" cy="338554"/>
          </a:xfrm>
          <a:prstGeom prst="rect">
            <a:avLst/>
          </a:prstGeom>
          <a:noFill/>
        </p:spPr>
        <p:txBody>
          <a:bodyPr vert="horz" wrap="square" lIns="0" tIns="0" rIns="0" bIns="0" numCol="1" spcCol="288000" rtlCol="0" anchor="t" anchorCtr="0">
            <a:spAutoFit/>
          </a:bodyPr>
          <a:lstStyle/>
          <a:p>
            <a:pPr algn="ctr">
              <a:spcBef>
                <a:spcPts val="0"/>
              </a:spcBef>
              <a:spcAft>
                <a:spcPts val="600"/>
              </a:spcAft>
            </a:pP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Resolve Dependencies through </a:t>
            </a:r>
            <a:r>
              <a:rPr lang="en-US" sz="1100" dirty="0">
                <a:solidFill>
                  <a:schemeClr val="bg2">
                    <a:lumMod val="75000"/>
                  </a:schemeClr>
                </a:solidFill>
                <a:latin typeface="Source Sans Pro" panose="020B0503030403020204" pitchFamily="34" charset="0"/>
                <a:ea typeface="Source Sans Pro" panose="020B0503030403020204" pitchFamily="34" charset="0"/>
                <a:cs typeface="Source Sans Pro Light" charset="0"/>
              </a:rPr>
              <a:t>G</a:t>
            </a:r>
            <a:r>
              <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rPr>
              <a:t>radle </a:t>
            </a:r>
            <a:r>
              <a:rPr lang="en-US" sz="1100" spc="0" dirty="0">
                <a:ln>
                  <a:noFill/>
                </a:ln>
                <a:latin typeface="Source Sans Pro" panose="020B0503030403020204" pitchFamily="34" charset="0"/>
                <a:ea typeface="Source Sans Pro" panose="020B0503030403020204" pitchFamily="34" charset="0"/>
                <a:cs typeface="Source Sans Pro Light" charset="0"/>
              </a:rPr>
              <a:t>Offline </a:t>
            </a:r>
            <a:r>
              <a:rPr lang="en-US" sz="1100" dirty="0">
                <a:latin typeface="Source Sans Pro" panose="020B0503030403020204" pitchFamily="34" charset="0"/>
                <a:ea typeface="Source Sans Pro" panose="020B0503030403020204" pitchFamily="34" charset="0"/>
                <a:cs typeface="Source Sans Pro Light" charset="0"/>
              </a:rPr>
              <a:t>R</a:t>
            </a:r>
            <a:r>
              <a:rPr lang="en-US" sz="1100" spc="0" dirty="0">
                <a:ln>
                  <a:noFill/>
                </a:ln>
                <a:latin typeface="Source Sans Pro" panose="020B0503030403020204" pitchFamily="34" charset="0"/>
                <a:ea typeface="Source Sans Pro" panose="020B0503030403020204" pitchFamily="34" charset="0"/>
                <a:cs typeface="Source Sans Pro Light" charset="0"/>
              </a:rPr>
              <a:t>epository</a:t>
            </a:r>
            <a:endParaRPr lang="en-US" sz="1100" spc="0" dirty="0">
              <a:ln>
                <a:noFill/>
              </a:ln>
              <a:solidFill>
                <a:schemeClr val="bg2">
                  <a:lumMod val="75000"/>
                </a:schemeClr>
              </a:solidFill>
              <a:latin typeface="Source Sans Pro" panose="020B0503030403020204" pitchFamily="34" charset="0"/>
              <a:ea typeface="Source Sans Pro" panose="020B0503030403020204" pitchFamily="34" charset="0"/>
              <a:cs typeface="Source Sans Pro Light" charset="0"/>
            </a:endParaRPr>
          </a:p>
        </p:txBody>
      </p:sp>
    </p:spTree>
    <p:extLst>
      <p:ext uri="{BB962C8B-B14F-4D97-AF65-F5344CB8AC3E}">
        <p14:creationId xmlns:p14="http://schemas.microsoft.com/office/powerpoint/2010/main" val="29914877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cxnSp>
        <p:nvCxnSpPr>
          <p:cNvPr id="6" name="Connecteur droit avec flèche 149">
            <a:extLst>
              <a:ext uri="{FF2B5EF4-FFF2-40B4-BE49-F238E27FC236}">
                <a16:creationId xmlns:a16="http://schemas.microsoft.com/office/drawing/2014/main" id="{3EA63650-28E2-3785-7315-4335E68C107F}"/>
              </a:ext>
            </a:extLst>
          </p:cNvPr>
          <p:cNvCxnSpPr>
            <a:cxnSpLocks/>
            <a:stCxn id="85" idx="2"/>
            <a:endCxn id="88" idx="0"/>
          </p:cNvCxnSpPr>
          <p:nvPr/>
        </p:nvCxnSpPr>
        <p:spPr>
          <a:xfrm>
            <a:off x="6919339" y="3621944"/>
            <a:ext cx="2342" cy="53053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necteur droit avec flèche 148">
            <a:extLst>
              <a:ext uri="{FF2B5EF4-FFF2-40B4-BE49-F238E27FC236}">
                <a16:creationId xmlns:a16="http://schemas.microsoft.com/office/drawing/2014/main" id="{E4D22C04-46AA-BFAE-C50F-EE419B2C57E7}"/>
              </a:ext>
            </a:extLst>
          </p:cNvPr>
          <p:cNvCxnSpPr>
            <a:cxnSpLocks/>
          </p:cNvCxnSpPr>
          <p:nvPr/>
        </p:nvCxnSpPr>
        <p:spPr>
          <a:xfrm>
            <a:off x="3628389" y="2453325"/>
            <a:ext cx="0" cy="775016"/>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eur droit avec flèche 149">
            <a:extLst>
              <a:ext uri="{FF2B5EF4-FFF2-40B4-BE49-F238E27FC236}">
                <a16:creationId xmlns:a16="http://schemas.microsoft.com/office/drawing/2014/main" id="{315E0561-CEC4-6094-19C7-D607089E2E58}"/>
              </a:ext>
            </a:extLst>
          </p:cNvPr>
          <p:cNvCxnSpPr>
            <a:cxnSpLocks/>
          </p:cNvCxnSpPr>
          <p:nvPr/>
        </p:nvCxnSpPr>
        <p:spPr>
          <a:xfrm>
            <a:off x="5064420" y="1892425"/>
            <a:ext cx="0" cy="134206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necteur droit avec flèche 151">
            <a:extLst>
              <a:ext uri="{FF2B5EF4-FFF2-40B4-BE49-F238E27FC236}">
                <a16:creationId xmlns:a16="http://schemas.microsoft.com/office/drawing/2014/main" id="{A693F041-6DAC-8CA1-F6C1-3B0766CDFFC0}"/>
              </a:ext>
            </a:extLst>
          </p:cNvPr>
          <p:cNvCxnSpPr>
            <a:cxnSpLocks/>
            <a:stCxn id="74" idx="2"/>
            <a:endCxn id="83" idx="0"/>
          </p:cNvCxnSpPr>
          <p:nvPr/>
        </p:nvCxnSpPr>
        <p:spPr>
          <a:xfrm>
            <a:off x="6443180" y="1231222"/>
            <a:ext cx="46" cy="99906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ZoneTexte 152">
            <a:extLst>
              <a:ext uri="{FF2B5EF4-FFF2-40B4-BE49-F238E27FC236}">
                <a16:creationId xmlns:a16="http://schemas.microsoft.com/office/drawing/2014/main" id="{323F8006-A229-9ADB-2B09-3119452434CD}"/>
              </a:ext>
            </a:extLst>
          </p:cNvPr>
          <p:cNvSpPr txBox="1"/>
          <p:nvPr/>
        </p:nvSpPr>
        <p:spPr>
          <a:xfrm>
            <a:off x="6413727" y="2888181"/>
            <a:ext cx="68480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.jar)</a:t>
            </a:r>
          </a:p>
        </p:txBody>
      </p:sp>
      <p:sp>
        <p:nvSpPr>
          <p:cNvPr id="16" name="ZoneTexte 173">
            <a:extLst>
              <a:ext uri="{FF2B5EF4-FFF2-40B4-BE49-F238E27FC236}">
                <a16:creationId xmlns:a16="http://schemas.microsoft.com/office/drawing/2014/main" id="{D5EFDDF3-4EF7-BCDA-51A7-603508A78B5D}"/>
              </a:ext>
            </a:extLst>
          </p:cNvPr>
          <p:cNvSpPr txBox="1"/>
          <p:nvPr/>
        </p:nvSpPr>
        <p:spPr>
          <a:xfrm>
            <a:off x="6478346" y="1517147"/>
            <a:ext cx="1034257" cy="400110"/>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.java, .list, </a:t>
            </a:r>
          </a:p>
          <a:p>
            <a:pPr>
              <a:defRPr/>
            </a:pPr>
            <a:r>
              <a:rPr lang="en-US" sz="1000" dirty="0">
                <a:solidFill>
                  <a:srgbClr val="97A7AF"/>
                </a:solidFill>
                <a:latin typeface="Source Sans Pro" panose="020B0503030403020204" pitchFamily="34" charset="0"/>
                <a:ea typeface="Source Sans Pro" panose="020B0503030403020204" pitchFamily="34" charset="0"/>
              </a:rPr>
              <a:t>resources)</a:t>
            </a:r>
          </a:p>
        </p:txBody>
      </p:sp>
      <p:sp>
        <p:nvSpPr>
          <p:cNvPr id="17" name="ZoneTexte 175">
            <a:extLst>
              <a:ext uri="{FF2B5EF4-FFF2-40B4-BE49-F238E27FC236}">
                <a16:creationId xmlns:a16="http://schemas.microsoft.com/office/drawing/2014/main" id="{76186F82-CFF9-1174-0A86-F1A79C2B6F27}"/>
              </a:ext>
            </a:extLst>
          </p:cNvPr>
          <p:cNvSpPr txBox="1"/>
          <p:nvPr/>
        </p:nvSpPr>
        <p:spPr>
          <a:xfrm>
            <a:off x="5044462" y="2811236"/>
            <a:ext cx="1188146" cy="400110"/>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microejruntime.a</a:t>
            </a:r>
            <a:r>
              <a:rPr lang="en-US" sz="1000" dirty="0">
                <a:solidFill>
                  <a:srgbClr val="97A7AF"/>
                </a:solidFill>
                <a:latin typeface="Source Sans Pro" panose="020B0503030403020204" pitchFamily="34" charset="0"/>
                <a:ea typeface="Source Sans Pro" panose="020B0503030403020204" pitchFamily="34" charset="0"/>
              </a:rPr>
              <a:t>,</a:t>
            </a:r>
          </a:p>
          <a:p>
            <a:pPr>
              <a:defRPr/>
            </a:pPr>
            <a:r>
              <a:rPr lang="en-US" sz="1000" dirty="0">
                <a:solidFill>
                  <a:srgbClr val="97A7AF"/>
                </a:solidFill>
                <a:latin typeface="Source Sans Pro" panose="020B0503030403020204" pitchFamily="34" charset="0"/>
                <a:ea typeface="Source Sans Pro" panose="020B0503030403020204" pitchFamily="34" charset="0"/>
              </a:rPr>
              <a:t>.jar, .h)</a:t>
            </a:r>
          </a:p>
        </p:txBody>
      </p:sp>
      <p:sp>
        <p:nvSpPr>
          <p:cNvPr id="18" name="ZoneTexte 176">
            <a:extLst>
              <a:ext uri="{FF2B5EF4-FFF2-40B4-BE49-F238E27FC236}">
                <a16:creationId xmlns:a16="http://schemas.microsoft.com/office/drawing/2014/main" id="{2D4C71F9-CA4E-8CCD-E5D5-D3D6BB7974C2}"/>
              </a:ext>
            </a:extLst>
          </p:cNvPr>
          <p:cNvSpPr txBox="1"/>
          <p:nvPr/>
        </p:nvSpPr>
        <p:spPr>
          <a:xfrm>
            <a:off x="3587297" y="2889559"/>
            <a:ext cx="944489"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(.xml, .launch)</a:t>
            </a:r>
          </a:p>
        </p:txBody>
      </p:sp>
      <p:cxnSp>
        <p:nvCxnSpPr>
          <p:cNvPr id="25" name="Connecteur droit avec flèche 149">
            <a:extLst>
              <a:ext uri="{FF2B5EF4-FFF2-40B4-BE49-F238E27FC236}">
                <a16:creationId xmlns:a16="http://schemas.microsoft.com/office/drawing/2014/main" id="{C50FA28F-3D46-73E6-03B9-51290459B256}"/>
              </a:ext>
            </a:extLst>
          </p:cNvPr>
          <p:cNvCxnSpPr>
            <a:cxnSpLocks/>
            <a:stCxn id="83" idx="2"/>
          </p:cNvCxnSpPr>
          <p:nvPr/>
        </p:nvCxnSpPr>
        <p:spPr>
          <a:xfrm>
            <a:off x="6443226" y="2616180"/>
            <a:ext cx="0" cy="62135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necteur droit avec flèche 9">
            <a:extLst>
              <a:ext uri="{FF2B5EF4-FFF2-40B4-BE49-F238E27FC236}">
                <a16:creationId xmlns:a16="http://schemas.microsoft.com/office/drawing/2014/main" id="{64981C57-D9E9-9047-209F-456D80537F2C}"/>
              </a:ext>
            </a:extLst>
          </p:cNvPr>
          <p:cNvCxnSpPr>
            <a:cxnSpLocks/>
            <a:stCxn id="79" idx="2"/>
            <a:endCxn id="84" idx="0"/>
          </p:cNvCxnSpPr>
          <p:nvPr/>
        </p:nvCxnSpPr>
        <p:spPr>
          <a:xfrm>
            <a:off x="8270987" y="1231222"/>
            <a:ext cx="2767" cy="100238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9" name="ZoneTexte 167">
            <a:extLst>
              <a:ext uri="{FF2B5EF4-FFF2-40B4-BE49-F238E27FC236}">
                <a16:creationId xmlns:a16="http://schemas.microsoft.com/office/drawing/2014/main" id="{A0481383-37CF-BE83-DBE8-467B16E9AF91}"/>
              </a:ext>
            </a:extLst>
          </p:cNvPr>
          <p:cNvSpPr txBox="1"/>
          <p:nvPr/>
        </p:nvSpPr>
        <p:spPr>
          <a:xfrm>
            <a:off x="8248342" y="1567450"/>
            <a:ext cx="761747"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.c, .h)</a:t>
            </a:r>
          </a:p>
        </p:txBody>
      </p:sp>
      <p:sp>
        <p:nvSpPr>
          <p:cNvPr id="32" name="ZoneTexte 152">
            <a:extLst>
              <a:ext uri="{FF2B5EF4-FFF2-40B4-BE49-F238E27FC236}">
                <a16:creationId xmlns:a16="http://schemas.microsoft.com/office/drawing/2014/main" id="{C1AFF102-3499-758C-D895-750DFD3C95D5}"/>
              </a:ext>
            </a:extLst>
          </p:cNvPr>
          <p:cNvSpPr txBox="1"/>
          <p:nvPr/>
        </p:nvSpPr>
        <p:spPr>
          <a:xfrm>
            <a:off x="8248427" y="2888181"/>
            <a:ext cx="843501"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.o, .jar)</a:t>
            </a:r>
          </a:p>
        </p:txBody>
      </p:sp>
      <p:cxnSp>
        <p:nvCxnSpPr>
          <p:cNvPr id="33" name="Connecteur droit avec flèche 149">
            <a:extLst>
              <a:ext uri="{FF2B5EF4-FFF2-40B4-BE49-F238E27FC236}">
                <a16:creationId xmlns:a16="http://schemas.microsoft.com/office/drawing/2014/main" id="{D2E6BB69-CEBF-5C55-8FD8-A3BE80B13EF4}"/>
              </a:ext>
            </a:extLst>
          </p:cNvPr>
          <p:cNvCxnSpPr>
            <a:cxnSpLocks/>
            <a:stCxn id="84" idx="2"/>
          </p:cNvCxnSpPr>
          <p:nvPr/>
        </p:nvCxnSpPr>
        <p:spPr>
          <a:xfrm>
            <a:off x="8273754" y="2619500"/>
            <a:ext cx="0" cy="62135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288BE106-6895-3FC9-1F44-F76DA18860A3}"/>
              </a:ext>
            </a:extLst>
          </p:cNvPr>
          <p:cNvGrpSpPr/>
          <p:nvPr/>
        </p:nvGrpSpPr>
        <p:grpSpPr>
          <a:xfrm>
            <a:off x="2545426" y="2083929"/>
            <a:ext cx="1735679" cy="392036"/>
            <a:chOff x="1145160" y="3213418"/>
            <a:chExt cx="1735679" cy="392036"/>
          </a:xfrm>
        </p:grpSpPr>
        <p:sp>
          <p:nvSpPr>
            <p:cNvPr id="71" name="Rounded Rectangle 70">
              <a:extLst>
                <a:ext uri="{FF2B5EF4-FFF2-40B4-BE49-F238E27FC236}">
                  <a16:creationId xmlns:a16="http://schemas.microsoft.com/office/drawing/2014/main" id="{2403F580-DC08-5644-73DE-30EFBFDBBBBD}"/>
                </a:ext>
              </a:extLst>
            </p:cNvPr>
            <p:cNvSpPr/>
            <p:nvPr/>
          </p:nvSpPr>
          <p:spPr>
            <a:xfrm>
              <a:off x="1261822" y="3220254"/>
              <a:ext cx="1619017" cy="385200"/>
            </a:xfrm>
            <a:prstGeom prst="roundRect">
              <a:avLst>
                <a:gd name="adj" fmla="val 7525"/>
              </a:avLst>
            </a:prstGeom>
            <a:solidFill>
              <a:schemeClr val="bg1">
                <a:lumMod val="50000"/>
              </a:schemeClr>
            </a:solidFill>
            <a:ln w="12700">
              <a:noFill/>
            </a:ln>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cs typeface="Source Sans Pro Light" charset="0"/>
                </a:rPr>
                <a:t>VEE Port Configuration</a:t>
              </a:r>
              <a:endParaRPr lang="en-GB" sz="1000" dirty="0">
                <a:solidFill>
                  <a:schemeClr val="bg1"/>
                </a:solidFill>
                <a:latin typeface="Source Sans Pro" panose="020B0503030403020204" pitchFamily="34" charset="0"/>
                <a:ea typeface="Source Sans Pro" panose="020B0503030403020204" pitchFamily="34" charset="0"/>
                <a:cs typeface="Source Sans Pro Light" charset="0"/>
              </a:endParaRPr>
            </a:p>
          </p:txBody>
        </p:sp>
        <p:grpSp>
          <p:nvGrpSpPr>
            <p:cNvPr id="72" name="Group 71">
              <a:extLst>
                <a:ext uri="{FF2B5EF4-FFF2-40B4-BE49-F238E27FC236}">
                  <a16:creationId xmlns:a16="http://schemas.microsoft.com/office/drawing/2014/main" id="{D4DB5D69-D4D4-FB88-ADD7-70CE26280151}"/>
                </a:ext>
              </a:extLst>
            </p:cNvPr>
            <p:cNvGrpSpPr/>
            <p:nvPr/>
          </p:nvGrpSpPr>
          <p:grpSpPr>
            <a:xfrm>
              <a:off x="1145160" y="3213418"/>
              <a:ext cx="396490" cy="286664"/>
              <a:chOff x="1640425" y="2681829"/>
              <a:chExt cx="396490" cy="286664"/>
            </a:xfrm>
          </p:grpSpPr>
          <p:sp>
            <p:nvSpPr>
              <p:cNvPr id="23" name="Bande diagonale 193">
                <a:extLst>
                  <a:ext uri="{FF2B5EF4-FFF2-40B4-BE49-F238E27FC236}">
                    <a16:creationId xmlns:a16="http://schemas.microsoft.com/office/drawing/2014/main" id="{3666DFDA-1A6A-63DC-E778-272008CACC5C}"/>
                  </a:ext>
                </a:extLst>
              </p:cNvPr>
              <p:cNvSpPr/>
              <p:nvPr/>
            </p:nvSpPr>
            <p:spPr>
              <a:xfrm>
                <a:off x="1757087" y="2688665"/>
                <a:ext cx="279828" cy="279828"/>
              </a:xfrm>
              <a:prstGeom prst="diagStripe">
                <a:avLst>
                  <a:gd name="adj" fmla="val 41991"/>
                </a:avLst>
              </a:prstGeom>
              <a:solidFill>
                <a:schemeClr val="tx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24" name="ZoneTexte 194">
                <a:extLst>
                  <a:ext uri="{FF2B5EF4-FFF2-40B4-BE49-F238E27FC236}">
                    <a16:creationId xmlns:a16="http://schemas.microsoft.com/office/drawing/2014/main" id="{31A85F41-EAE3-6EFA-DCE2-CEB909814EB2}"/>
                  </a:ext>
                </a:extLst>
              </p:cNvPr>
              <p:cNvSpPr txBox="1"/>
              <p:nvPr/>
            </p:nvSpPr>
            <p:spPr>
              <a:xfrm rot="18945775">
                <a:off x="1640425" y="2681829"/>
                <a:ext cx="396262"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a:solidFill>
                      <a:srgbClr val="FFFFFF"/>
                    </a:solidFill>
                    <a:latin typeface="Source Sans Pro Light" panose="020B0403030403020204" pitchFamily="34" charset="0"/>
                    <a:ea typeface="Source Sans Pro Light" panose="020B0403030403020204" pitchFamily="34" charset="0"/>
                  </a:rPr>
                  <a:t>conf</a:t>
                </a:r>
              </a:p>
            </p:txBody>
          </p:sp>
        </p:grpSp>
      </p:grpSp>
      <p:grpSp>
        <p:nvGrpSpPr>
          <p:cNvPr id="75" name="Group 74">
            <a:extLst>
              <a:ext uri="{FF2B5EF4-FFF2-40B4-BE49-F238E27FC236}">
                <a16:creationId xmlns:a16="http://schemas.microsoft.com/office/drawing/2014/main" id="{B612D48F-176E-F0C7-412F-47BF5BF5849C}"/>
              </a:ext>
            </a:extLst>
          </p:cNvPr>
          <p:cNvGrpSpPr/>
          <p:nvPr/>
        </p:nvGrpSpPr>
        <p:grpSpPr>
          <a:xfrm>
            <a:off x="5554992" y="725192"/>
            <a:ext cx="1692155" cy="506030"/>
            <a:chOff x="4245624" y="1046650"/>
            <a:chExt cx="1692155" cy="506030"/>
          </a:xfrm>
        </p:grpSpPr>
        <p:sp>
          <p:nvSpPr>
            <p:cNvPr id="74" name="Rounded Rectangle 73">
              <a:extLst>
                <a:ext uri="{FF2B5EF4-FFF2-40B4-BE49-F238E27FC236}">
                  <a16:creationId xmlns:a16="http://schemas.microsoft.com/office/drawing/2014/main" id="{462C7A74-5D6C-C159-F07A-AAD97E7847FE}"/>
                </a:ext>
              </a:extLst>
            </p:cNvPr>
            <p:cNvSpPr/>
            <p:nvPr/>
          </p:nvSpPr>
          <p:spPr>
            <a:xfrm>
              <a:off x="4329844" y="1066481"/>
              <a:ext cx="1607935" cy="486199"/>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a:t>
              </a:r>
            </a:p>
          </p:txBody>
        </p:sp>
        <p:sp>
          <p:nvSpPr>
            <p:cNvPr id="21" name="Bande diagonale 192">
              <a:extLst>
                <a:ext uri="{FF2B5EF4-FFF2-40B4-BE49-F238E27FC236}">
                  <a16:creationId xmlns:a16="http://schemas.microsoft.com/office/drawing/2014/main" id="{931F1CBE-EA00-9490-0504-0B225DD68DD6}"/>
                </a:ext>
              </a:extLst>
            </p:cNvPr>
            <p:cNvSpPr/>
            <p:nvPr/>
          </p:nvSpPr>
          <p:spPr>
            <a:xfrm>
              <a:off x="4329844" y="1066482"/>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22" name="ZoneTexte 182">
              <a:extLst>
                <a:ext uri="{FF2B5EF4-FFF2-40B4-BE49-F238E27FC236}">
                  <a16:creationId xmlns:a16="http://schemas.microsoft.com/office/drawing/2014/main" id="{CE97B555-9E05-260A-2327-9BA14AB07261}"/>
                </a:ext>
              </a:extLst>
            </p:cNvPr>
            <p:cNvSpPr txBox="1"/>
            <p:nvPr/>
          </p:nvSpPr>
          <p:spPr>
            <a:xfrm rot="18945775">
              <a:off x="4245624" y="1046650"/>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grpSp>
        <p:nvGrpSpPr>
          <p:cNvPr id="78" name="Group 77">
            <a:extLst>
              <a:ext uri="{FF2B5EF4-FFF2-40B4-BE49-F238E27FC236}">
                <a16:creationId xmlns:a16="http://schemas.microsoft.com/office/drawing/2014/main" id="{FD1D3532-B47C-2D22-7A1E-CEF6F8ABCB2C}"/>
              </a:ext>
            </a:extLst>
          </p:cNvPr>
          <p:cNvGrpSpPr/>
          <p:nvPr/>
        </p:nvGrpSpPr>
        <p:grpSpPr>
          <a:xfrm>
            <a:off x="7382799" y="725192"/>
            <a:ext cx="1692155" cy="506030"/>
            <a:chOff x="4245624" y="1046650"/>
            <a:chExt cx="1692155" cy="506030"/>
          </a:xfrm>
        </p:grpSpPr>
        <p:sp>
          <p:nvSpPr>
            <p:cNvPr id="79" name="Rounded Rectangle 78">
              <a:extLst>
                <a:ext uri="{FF2B5EF4-FFF2-40B4-BE49-F238E27FC236}">
                  <a16:creationId xmlns:a16="http://schemas.microsoft.com/office/drawing/2014/main" id="{FD8314C0-1536-0ACD-CEAB-E87179E4778A}"/>
                </a:ext>
              </a:extLst>
            </p:cNvPr>
            <p:cNvSpPr/>
            <p:nvPr/>
          </p:nvSpPr>
          <p:spPr>
            <a:xfrm>
              <a:off x="4329844" y="1066481"/>
              <a:ext cx="1607935" cy="486199"/>
            </a:xfrm>
            <a:prstGeom prst="roundRect">
              <a:avLst>
                <a:gd name="adj" fmla="val 11196"/>
              </a:avLst>
            </a:prstGeom>
            <a:solidFill>
              <a:schemeClr val="accent6"/>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Native Code</a:t>
              </a:r>
            </a:p>
          </p:txBody>
        </p:sp>
        <p:sp>
          <p:nvSpPr>
            <p:cNvPr id="80" name="Bande diagonale 192">
              <a:extLst>
                <a:ext uri="{FF2B5EF4-FFF2-40B4-BE49-F238E27FC236}">
                  <a16:creationId xmlns:a16="http://schemas.microsoft.com/office/drawing/2014/main" id="{22238136-1685-9013-B5F4-7826AB3B3CD3}"/>
                </a:ext>
              </a:extLst>
            </p:cNvPr>
            <p:cNvSpPr/>
            <p:nvPr/>
          </p:nvSpPr>
          <p:spPr>
            <a:xfrm>
              <a:off x="4329844" y="1066482"/>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81" name="ZoneTexte 182">
              <a:extLst>
                <a:ext uri="{FF2B5EF4-FFF2-40B4-BE49-F238E27FC236}">
                  <a16:creationId xmlns:a16="http://schemas.microsoft.com/office/drawing/2014/main" id="{E4D4E26A-0227-B837-37D3-F0137A275D34}"/>
                </a:ext>
              </a:extLst>
            </p:cNvPr>
            <p:cNvSpPr txBox="1"/>
            <p:nvPr/>
          </p:nvSpPr>
          <p:spPr>
            <a:xfrm rot="18945775">
              <a:off x="4245624" y="1046650"/>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sp>
        <p:nvSpPr>
          <p:cNvPr id="83" name="Rounded Rectangle 7">
            <a:extLst>
              <a:ext uri="{FF2B5EF4-FFF2-40B4-BE49-F238E27FC236}">
                <a16:creationId xmlns:a16="http://schemas.microsoft.com/office/drawing/2014/main" id="{841F0A30-7D30-E095-EFA4-E5B55CCC6DC8}"/>
              </a:ext>
            </a:extLst>
          </p:cNvPr>
          <p:cNvSpPr/>
          <p:nvPr/>
        </p:nvSpPr>
        <p:spPr>
          <a:xfrm>
            <a:off x="5639212" y="2230291"/>
            <a:ext cx="160802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Managed Code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(e.g., JDT)</a:t>
            </a:r>
          </a:p>
        </p:txBody>
      </p:sp>
      <p:sp>
        <p:nvSpPr>
          <p:cNvPr id="84" name="Rounded Rectangle 7">
            <a:extLst>
              <a:ext uri="{FF2B5EF4-FFF2-40B4-BE49-F238E27FC236}">
                <a16:creationId xmlns:a16="http://schemas.microsoft.com/office/drawing/2014/main" id="{91378852-EBE3-0453-303A-7EF6171D4349}"/>
              </a:ext>
            </a:extLst>
          </p:cNvPr>
          <p:cNvSpPr/>
          <p:nvPr/>
        </p:nvSpPr>
        <p:spPr>
          <a:xfrm>
            <a:off x="7469740" y="2233611"/>
            <a:ext cx="160802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Managed/Native Code Compilers</a:t>
            </a:r>
          </a:p>
        </p:txBody>
      </p:sp>
      <p:sp>
        <p:nvSpPr>
          <p:cNvPr id="85" name="Rounded Rectangle 7">
            <a:extLst>
              <a:ext uri="{FF2B5EF4-FFF2-40B4-BE49-F238E27FC236}">
                <a16:creationId xmlns:a16="http://schemas.microsoft.com/office/drawing/2014/main" id="{DE3D380B-D5BE-4BEA-C7FE-52F1B8CCBF53}"/>
              </a:ext>
            </a:extLst>
          </p:cNvPr>
          <p:cNvSpPr/>
          <p:nvPr/>
        </p:nvSpPr>
        <p:spPr>
          <a:xfrm>
            <a:off x="2955030" y="3236055"/>
            <a:ext cx="7928617"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MICROEJ SDK</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(Gradle Plugin)</a:t>
            </a:r>
          </a:p>
        </p:txBody>
      </p:sp>
      <p:sp>
        <p:nvSpPr>
          <p:cNvPr id="87" name="ZoneTexte 152">
            <a:extLst>
              <a:ext uri="{FF2B5EF4-FFF2-40B4-BE49-F238E27FC236}">
                <a16:creationId xmlns:a16="http://schemas.microsoft.com/office/drawing/2014/main" id="{675AFE07-21A2-9E14-9F46-248D6C2849FD}"/>
              </a:ext>
            </a:extLst>
          </p:cNvPr>
          <p:cNvSpPr txBox="1"/>
          <p:nvPr/>
        </p:nvSpPr>
        <p:spPr>
          <a:xfrm>
            <a:off x="6919338" y="3739677"/>
            <a:ext cx="990977"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(built VEE Port)</a:t>
            </a:r>
          </a:p>
        </p:txBody>
      </p:sp>
      <p:grpSp>
        <p:nvGrpSpPr>
          <p:cNvPr id="170" name="Group 169">
            <a:extLst>
              <a:ext uri="{FF2B5EF4-FFF2-40B4-BE49-F238E27FC236}">
                <a16:creationId xmlns:a16="http://schemas.microsoft.com/office/drawing/2014/main" id="{A78B7203-78D4-663A-5894-B66190EF69CD}"/>
              </a:ext>
            </a:extLst>
          </p:cNvPr>
          <p:cNvGrpSpPr/>
          <p:nvPr/>
        </p:nvGrpSpPr>
        <p:grpSpPr>
          <a:xfrm>
            <a:off x="3861469" y="4133993"/>
            <a:ext cx="6055844" cy="1917792"/>
            <a:chOff x="3068078" y="4450028"/>
            <a:chExt cx="6055844" cy="1917792"/>
          </a:xfrm>
        </p:grpSpPr>
        <p:grpSp>
          <p:nvGrpSpPr>
            <p:cNvPr id="100" name="Group 99">
              <a:extLst>
                <a:ext uri="{FF2B5EF4-FFF2-40B4-BE49-F238E27FC236}">
                  <a16:creationId xmlns:a16="http://schemas.microsoft.com/office/drawing/2014/main" id="{C6029C3B-EE2A-BF10-05BA-E6C73F40DE6D}"/>
                </a:ext>
              </a:extLst>
            </p:cNvPr>
            <p:cNvGrpSpPr/>
            <p:nvPr/>
          </p:nvGrpSpPr>
          <p:grpSpPr>
            <a:xfrm>
              <a:off x="3068078" y="4450028"/>
              <a:ext cx="6055844" cy="1917792"/>
              <a:chOff x="4204677" y="4535545"/>
              <a:chExt cx="6055844" cy="1917792"/>
            </a:xfrm>
          </p:grpSpPr>
          <p:sp>
            <p:nvSpPr>
              <p:cNvPr id="88" name="Rounded Rectangle 87">
                <a:extLst>
                  <a:ext uri="{FF2B5EF4-FFF2-40B4-BE49-F238E27FC236}">
                    <a16:creationId xmlns:a16="http://schemas.microsoft.com/office/drawing/2014/main" id="{25E84BDC-1122-F2F0-431D-06C176C62EEE}"/>
                  </a:ext>
                </a:extLst>
              </p:cNvPr>
              <p:cNvSpPr/>
              <p:nvPr/>
            </p:nvSpPr>
            <p:spPr>
              <a:xfrm>
                <a:off x="4269257" y="4554034"/>
                <a:ext cx="5991264" cy="1899303"/>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nchorCtr="0"/>
              <a:lstStyle/>
              <a:p>
                <a:pPr algn="ctr">
                  <a:defRPr/>
                </a:pPr>
                <a:r>
                  <a:rPr lang="en-US" sz="1000" b="1" dirty="0">
                    <a:solidFill>
                      <a:srgbClr val="FFFFFF"/>
                    </a:solidFill>
                    <a:latin typeface="Source Sans Pro" panose="020B0503030403020204" pitchFamily="34" charset="0"/>
                    <a:ea typeface="Source Sans Pro" panose="020B0503030403020204" pitchFamily="34" charset="0"/>
                    <a:cs typeface="Source Sans Pro Light" charset="0"/>
                  </a:rPr>
                  <a:t>VEE Port</a:t>
                </a:r>
              </a:p>
            </p:txBody>
          </p:sp>
          <p:grpSp>
            <p:nvGrpSpPr>
              <p:cNvPr id="92" name="Group 91">
                <a:extLst>
                  <a:ext uri="{FF2B5EF4-FFF2-40B4-BE49-F238E27FC236}">
                    <a16:creationId xmlns:a16="http://schemas.microsoft.com/office/drawing/2014/main" id="{0483FD36-F9BF-D4CF-C820-6A777F71A9C6}"/>
                  </a:ext>
                </a:extLst>
              </p:cNvPr>
              <p:cNvGrpSpPr/>
              <p:nvPr/>
            </p:nvGrpSpPr>
            <p:grpSpPr>
              <a:xfrm>
                <a:off x="4204677" y="4535545"/>
                <a:ext cx="344751" cy="303135"/>
                <a:chOff x="3528000" y="4663584"/>
                <a:chExt cx="344751" cy="303135"/>
              </a:xfrm>
            </p:grpSpPr>
            <p:sp>
              <p:nvSpPr>
                <p:cNvPr id="93" name="Bande diagonale 197">
                  <a:extLst>
                    <a:ext uri="{FF2B5EF4-FFF2-40B4-BE49-F238E27FC236}">
                      <a16:creationId xmlns:a16="http://schemas.microsoft.com/office/drawing/2014/main" id="{0FE351B9-3599-70C9-BB6E-B9F59E373846}"/>
                    </a:ext>
                  </a:extLst>
                </p:cNvPr>
                <p:cNvSpPr/>
                <p:nvPr/>
              </p:nvSpPr>
              <p:spPr>
                <a:xfrm>
                  <a:off x="3592923" y="4686891"/>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94" name="ZoneTexte 198">
                  <a:extLst>
                    <a:ext uri="{FF2B5EF4-FFF2-40B4-BE49-F238E27FC236}">
                      <a16:creationId xmlns:a16="http://schemas.microsoft.com/office/drawing/2014/main" id="{33E44D71-5A2E-406E-2ADB-12C8E9D4AA60}"/>
                    </a:ext>
                  </a:extLst>
                </p:cNvPr>
                <p:cNvSpPr txBox="1"/>
                <p:nvPr/>
              </p:nvSpPr>
              <p:spPr>
                <a:xfrm rot="18945775">
                  <a:off x="3528000" y="466358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nvGrpSpPr>
              <p:cNvPr id="99" name="Group 98">
                <a:extLst>
                  <a:ext uri="{FF2B5EF4-FFF2-40B4-BE49-F238E27FC236}">
                    <a16:creationId xmlns:a16="http://schemas.microsoft.com/office/drawing/2014/main" id="{C212352C-83E0-A894-92C2-402E97A28318}"/>
                  </a:ext>
                </a:extLst>
              </p:cNvPr>
              <p:cNvGrpSpPr/>
              <p:nvPr/>
            </p:nvGrpSpPr>
            <p:grpSpPr>
              <a:xfrm>
                <a:off x="4608233" y="4962665"/>
                <a:ext cx="5313313" cy="1082040"/>
                <a:chOff x="4592779" y="4923214"/>
                <a:chExt cx="5313313" cy="1082040"/>
              </a:xfrm>
            </p:grpSpPr>
            <p:sp>
              <p:nvSpPr>
                <p:cNvPr id="89" name="Rounded Rectangle 88">
                  <a:extLst>
                    <a:ext uri="{FF2B5EF4-FFF2-40B4-BE49-F238E27FC236}">
                      <a16:creationId xmlns:a16="http://schemas.microsoft.com/office/drawing/2014/main" id="{B57A2E57-FE75-EA35-0966-A5128FD96A9A}"/>
                    </a:ext>
                  </a:extLst>
                </p:cNvPr>
                <p:cNvSpPr/>
                <p:nvPr/>
              </p:nvSpPr>
              <p:spPr>
                <a:xfrm>
                  <a:off x="7414987" y="4924234"/>
                  <a:ext cx="1080000" cy="1080000"/>
                </a:xfrm>
                <a:prstGeom prst="roundRect">
                  <a:avLst>
                    <a:gd name="adj" fmla="val 7525"/>
                  </a:avLst>
                </a:prstGeom>
                <a:solidFill>
                  <a:schemeClr val="accent2"/>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Simulator + Mocks</a:t>
                  </a:r>
                </a:p>
              </p:txBody>
            </p:sp>
            <p:sp>
              <p:nvSpPr>
                <p:cNvPr id="90" name="Rounded Rectangle 89">
                  <a:extLst>
                    <a:ext uri="{FF2B5EF4-FFF2-40B4-BE49-F238E27FC236}">
                      <a16:creationId xmlns:a16="http://schemas.microsoft.com/office/drawing/2014/main" id="{3D6B3996-CAC7-A827-21D4-D998F3633543}"/>
                    </a:ext>
                  </a:extLst>
                </p:cNvPr>
                <p:cNvSpPr/>
                <p:nvPr/>
              </p:nvSpPr>
              <p:spPr>
                <a:xfrm>
                  <a:off x="6003883" y="4924234"/>
                  <a:ext cx="1080000" cy="1080000"/>
                </a:xfrm>
                <a:prstGeom prst="roundRect">
                  <a:avLst>
                    <a:gd name="adj" fmla="val 7525"/>
                  </a:avLst>
                </a:prstGeom>
                <a:gradFill flip="none" rotWithShape="1">
                  <a:gsLst>
                    <a:gs pos="31000">
                      <a:schemeClr val="accent4"/>
                    </a:gs>
                    <a:gs pos="64000">
                      <a:schemeClr val="accent6"/>
                    </a:gs>
                  </a:gsLst>
                  <a:lin ang="2700000" scaled="1"/>
                  <a:tileRect/>
                </a:gra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Foundation Libraries</a:t>
                  </a:r>
                </a:p>
              </p:txBody>
            </p:sp>
            <p:grpSp>
              <p:nvGrpSpPr>
                <p:cNvPr id="98" name="Group 97">
                  <a:extLst>
                    <a:ext uri="{FF2B5EF4-FFF2-40B4-BE49-F238E27FC236}">
                      <a16:creationId xmlns:a16="http://schemas.microsoft.com/office/drawing/2014/main" id="{B0AD877A-0A2A-0CCF-2FB3-0ED1F4369DB4}"/>
                    </a:ext>
                  </a:extLst>
                </p:cNvPr>
                <p:cNvGrpSpPr/>
                <p:nvPr/>
              </p:nvGrpSpPr>
              <p:grpSpPr>
                <a:xfrm>
                  <a:off x="4592779" y="4923214"/>
                  <a:ext cx="1080000" cy="1082040"/>
                  <a:chOff x="4365199" y="4865917"/>
                  <a:chExt cx="1080000" cy="1082040"/>
                </a:xfrm>
              </p:grpSpPr>
              <p:sp>
                <p:nvSpPr>
                  <p:cNvPr id="91" name="Rounded Rectangle 90">
                    <a:extLst>
                      <a:ext uri="{FF2B5EF4-FFF2-40B4-BE49-F238E27FC236}">
                        <a16:creationId xmlns:a16="http://schemas.microsoft.com/office/drawing/2014/main" id="{CB1DDF79-EBAA-C6FC-317B-7F2A9B075500}"/>
                      </a:ext>
                    </a:extLst>
                  </p:cNvPr>
                  <p:cNvSpPr/>
                  <p:nvPr/>
                </p:nvSpPr>
                <p:spPr>
                  <a:xfrm>
                    <a:off x="4365199" y="4867957"/>
                    <a:ext cx="1080000" cy="1080000"/>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95" name="Rectangle 94">
                    <a:extLst>
                      <a:ext uri="{FF2B5EF4-FFF2-40B4-BE49-F238E27FC236}">
                        <a16:creationId xmlns:a16="http://schemas.microsoft.com/office/drawing/2014/main" id="{FA552F02-BD44-A846-17E7-0BF7D830018A}"/>
                      </a:ext>
                    </a:extLst>
                  </p:cNvPr>
                  <p:cNvSpPr/>
                  <p:nvPr/>
                </p:nvSpPr>
                <p:spPr>
                  <a:xfrm>
                    <a:off x="4469546" y="4865917"/>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MEJ32 Core</a:t>
                    </a:r>
                  </a:p>
                </p:txBody>
              </p:sp>
              <p:pic>
                <p:nvPicPr>
                  <p:cNvPr id="96" name="Picture 95">
                    <a:extLst>
                      <a:ext uri="{FF2B5EF4-FFF2-40B4-BE49-F238E27FC236}">
                        <a16:creationId xmlns:a16="http://schemas.microsoft.com/office/drawing/2014/main" id="{9487BA14-BDF8-C41D-194B-2F15535BFAB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19836" y="5085494"/>
                    <a:ext cx="718808" cy="723599"/>
                  </a:xfrm>
                  <a:prstGeom prst="rect">
                    <a:avLst/>
                  </a:prstGeom>
                </p:spPr>
              </p:pic>
            </p:grpSp>
            <p:sp>
              <p:nvSpPr>
                <p:cNvPr id="97" name="Rounded Rectangle 96">
                  <a:extLst>
                    <a:ext uri="{FF2B5EF4-FFF2-40B4-BE49-F238E27FC236}">
                      <a16:creationId xmlns:a16="http://schemas.microsoft.com/office/drawing/2014/main" id="{7FCB9BEE-FD44-527A-E10F-6C142469B178}"/>
                    </a:ext>
                  </a:extLst>
                </p:cNvPr>
                <p:cNvSpPr/>
                <p:nvPr/>
              </p:nvSpPr>
              <p:spPr>
                <a:xfrm>
                  <a:off x="8826092" y="4924234"/>
                  <a:ext cx="1080000" cy="1080000"/>
                </a:xfrm>
                <a:prstGeom prst="roundRect">
                  <a:avLst>
                    <a:gd name="adj" fmla="val 7525"/>
                  </a:avLst>
                </a:prstGeom>
                <a:gradFill>
                  <a:gsLst>
                    <a:gs pos="38000">
                      <a:schemeClr val="bg1">
                        <a:lumMod val="50000"/>
                      </a:schemeClr>
                    </a:gs>
                    <a:gs pos="60000">
                      <a:schemeClr val="tx1"/>
                    </a:gs>
                  </a:gsLst>
                  <a:lin ang="2700000" scaled="1"/>
                </a:gra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Scripts + Tooling + Documentation</a:t>
                  </a:r>
                </a:p>
              </p:txBody>
            </p:sp>
          </p:grpSp>
        </p:grpSp>
        <p:pic>
          <p:nvPicPr>
            <p:cNvPr id="136" name="Picture 135">
              <a:extLst>
                <a:ext uri="{FF2B5EF4-FFF2-40B4-BE49-F238E27FC236}">
                  <a16:creationId xmlns:a16="http://schemas.microsoft.com/office/drawing/2014/main" id="{F6F8A46C-8D78-3530-6C49-C14C0468F8A3}"/>
                </a:ext>
              </a:extLst>
            </p:cNvPr>
            <p:cNvPicPr>
              <a:picLocks noChangeAspect="1"/>
            </p:cNvPicPr>
            <p:nvPr/>
          </p:nvPicPr>
          <p:blipFill>
            <a:blip r:embed="rId3"/>
            <a:stretch>
              <a:fillRect/>
            </a:stretch>
          </p:blipFill>
          <p:spPr>
            <a:xfrm>
              <a:off x="6671548" y="5642469"/>
              <a:ext cx="332460" cy="276842"/>
            </a:xfrm>
            <a:prstGeom prst="rect">
              <a:avLst/>
            </a:prstGeom>
          </p:spPr>
        </p:pic>
      </p:grpSp>
      <p:grpSp>
        <p:nvGrpSpPr>
          <p:cNvPr id="9" name="Group 8">
            <a:extLst>
              <a:ext uri="{FF2B5EF4-FFF2-40B4-BE49-F238E27FC236}">
                <a16:creationId xmlns:a16="http://schemas.microsoft.com/office/drawing/2014/main" id="{834C4423-858C-3212-3070-5A460823F13B}"/>
              </a:ext>
            </a:extLst>
          </p:cNvPr>
          <p:cNvGrpSpPr/>
          <p:nvPr/>
        </p:nvGrpSpPr>
        <p:grpSpPr>
          <a:xfrm>
            <a:off x="368497" y="2048961"/>
            <a:ext cx="1963733" cy="4002682"/>
            <a:chOff x="463307" y="938487"/>
            <a:chExt cx="1963733" cy="4002682"/>
          </a:xfrm>
        </p:grpSpPr>
        <p:grpSp>
          <p:nvGrpSpPr>
            <p:cNvPr id="178" name="Group 177">
              <a:extLst>
                <a:ext uri="{FF2B5EF4-FFF2-40B4-BE49-F238E27FC236}">
                  <a16:creationId xmlns:a16="http://schemas.microsoft.com/office/drawing/2014/main" id="{BB991CBF-3A4C-E67D-2CEC-BDDA0A60FD7F}"/>
                </a:ext>
              </a:extLst>
            </p:cNvPr>
            <p:cNvGrpSpPr/>
            <p:nvPr/>
          </p:nvGrpSpPr>
          <p:grpSpPr>
            <a:xfrm>
              <a:off x="463307" y="938487"/>
              <a:ext cx="1963733" cy="4002682"/>
              <a:chOff x="132846" y="1228233"/>
              <a:chExt cx="1963733" cy="4002682"/>
            </a:xfrm>
          </p:grpSpPr>
          <p:sp>
            <p:nvSpPr>
              <p:cNvPr id="176" name="Rounded Rectangle 174">
                <a:extLst>
                  <a:ext uri="{FF2B5EF4-FFF2-40B4-BE49-F238E27FC236}">
                    <a16:creationId xmlns:a16="http://schemas.microsoft.com/office/drawing/2014/main" id="{8ACE4693-E5B6-10FE-27B3-BA9E5E3AC77E}"/>
                  </a:ext>
                </a:extLst>
              </p:cNvPr>
              <p:cNvSpPr/>
              <p:nvPr/>
            </p:nvSpPr>
            <p:spPr>
              <a:xfrm>
                <a:off x="132846" y="1377419"/>
                <a:ext cx="1963733" cy="3853496"/>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177" name="TextBox 176">
                <a:extLst>
                  <a:ext uri="{FF2B5EF4-FFF2-40B4-BE49-F238E27FC236}">
                    <a16:creationId xmlns:a16="http://schemas.microsoft.com/office/drawing/2014/main" id="{94E36E1F-0E2E-D525-7961-6C8982716CB1}"/>
                  </a:ext>
                </a:extLst>
              </p:cNvPr>
              <p:cNvSpPr txBox="1"/>
              <p:nvPr/>
            </p:nvSpPr>
            <p:spPr>
              <a:xfrm>
                <a:off x="738212" y="1228233"/>
                <a:ext cx="848012"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Legend</a:t>
                </a:r>
              </a:p>
            </p:txBody>
          </p:sp>
        </p:grpSp>
        <p:sp>
          <p:nvSpPr>
            <p:cNvPr id="142" name="Rounded Rectangle 141">
              <a:extLst>
                <a:ext uri="{FF2B5EF4-FFF2-40B4-BE49-F238E27FC236}">
                  <a16:creationId xmlns:a16="http://schemas.microsoft.com/office/drawing/2014/main" id="{34FAB2EC-3256-F8B4-5F68-B44529061AF3}"/>
                </a:ext>
              </a:extLst>
            </p:cNvPr>
            <p:cNvSpPr/>
            <p:nvPr/>
          </p:nvSpPr>
          <p:spPr>
            <a:xfrm>
              <a:off x="635174" y="1399398"/>
              <a:ext cx="1620000" cy="38520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Core Modules</a:t>
              </a:r>
            </a:p>
          </p:txBody>
        </p:sp>
        <p:grpSp>
          <p:nvGrpSpPr>
            <p:cNvPr id="174" name="Group 173">
              <a:extLst>
                <a:ext uri="{FF2B5EF4-FFF2-40B4-BE49-F238E27FC236}">
                  <a16:creationId xmlns:a16="http://schemas.microsoft.com/office/drawing/2014/main" id="{6740FBC4-454F-5C4D-910F-1B4B8C2A4EE9}"/>
                </a:ext>
              </a:extLst>
            </p:cNvPr>
            <p:cNvGrpSpPr/>
            <p:nvPr/>
          </p:nvGrpSpPr>
          <p:grpSpPr>
            <a:xfrm>
              <a:off x="635174" y="2206842"/>
              <a:ext cx="1620405" cy="848740"/>
              <a:chOff x="1823395" y="4820221"/>
              <a:chExt cx="1620405" cy="848740"/>
            </a:xfrm>
          </p:grpSpPr>
          <p:sp>
            <p:nvSpPr>
              <p:cNvPr id="144" name="Rounded Rectangle 143">
                <a:extLst>
                  <a:ext uri="{FF2B5EF4-FFF2-40B4-BE49-F238E27FC236}">
                    <a16:creationId xmlns:a16="http://schemas.microsoft.com/office/drawing/2014/main" id="{18D2EB35-6686-ECE9-EE3C-73D71F40F3D2}"/>
                  </a:ext>
                </a:extLst>
              </p:cNvPr>
              <p:cNvSpPr/>
              <p:nvPr/>
            </p:nvSpPr>
            <p:spPr>
              <a:xfrm>
                <a:off x="1823800" y="4820221"/>
                <a:ext cx="1620000" cy="385200"/>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a:t>
                </a:r>
              </a:p>
            </p:txBody>
          </p:sp>
          <p:sp>
            <p:nvSpPr>
              <p:cNvPr id="147" name="Rounded Rectangle 146">
                <a:extLst>
                  <a:ext uri="{FF2B5EF4-FFF2-40B4-BE49-F238E27FC236}">
                    <a16:creationId xmlns:a16="http://schemas.microsoft.com/office/drawing/2014/main" id="{4D8085C7-6DE7-9CBB-AD18-59B8BD098266}"/>
                  </a:ext>
                </a:extLst>
              </p:cNvPr>
              <p:cNvSpPr/>
              <p:nvPr/>
            </p:nvSpPr>
            <p:spPr>
              <a:xfrm>
                <a:off x="1823395" y="5283761"/>
                <a:ext cx="1620000" cy="385200"/>
              </a:xfrm>
              <a:prstGeom prst="roundRect">
                <a:avLst>
                  <a:gd name="adj" fmla="val 11196"/>
                </a:avLst>
              </a:prstGeom>
              <a:solidFill>
                <a:schemeClr val="accent6"/>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Native Code</a:t>
                </a:r>
              </a:p>
            </p:txBody>
          </p:sp>
        </p:grpSp>
        <p:grpSp>
          <p:nvGrpSpPr>
            <p:cNvPr id="175" name="Group 174">
              <a:extLst>
                <a:ext uri="{FF2B5EF4-FFF2-40B4-BE49-F238E27FC236}">
                  <a16:creationId xmlns:a16="http://schemas.microsoft.com/office/drawing/2014/main" id="{FA64C76C-70B2-034E-B16A-E4580EF45D58}"/>
                </a:ext>
              </a:extLst>
            </p:cNvPr>
            <p:cNvGrpSpPr/>
            <p:nvPr/>
          </p:nvGrpSpPr>
          <p:grpSpPr>
            <a:xfrm>
              <a:off x="635174" y="3392280"/>
              <a:ext cx="1620000" cy="1332864"/>
              <a:chOff x="174460" y="4341130"/>
              <a:chExt cx="1620000" cy="1332864"/>
            </a:xfrm>
          </p:grpSpPr>
          <p:sp>
            <p:nvSpPr>
              <p:cNvPr id="138" name="Rounded Rectangle 137">
                <a:extLst>
                  <a:ext uri="{FF2B5EF4-FFF2-40B4-BE49-F238E27FC236}">
                    <a16:creationId xmlns:a16="http://schemas.microsoft.com/office/drawing/2014/main" id="{D38C249F-BFD0-A7DF-0B4B-028B1C648C0D}"/>
                  </a:ext>
                </a:extLst>
              </p:cNvPr>
              <p:cNvSpPr/>
              <p:nvPr/>
            </p:nvSpPr>
            <p:spPr>
              <a:xfrm>
                <a:off x="175443" y="4341130"/>
                <a:ext cx="1619017" cy="385200"/>
              </a:xfrm>
              <a:prstGeom prst="roundRect">
                <a:avLst>
                  <a:gd name="adj" fmla="val 7525"/>
                </a:avLst>
              </a:prstGeom>
              <a:solidFill>
                <a:schemeClr val="bg1">
                  <a:lumMod val="50000"/>
                </a:schemeClr>
              </a:solidFill>
              <a:ln w="12700">
                <a:noFill/>
              </a:ln>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cs typeface="Source Sans Pro Light" charset="0"/>
                  </a:rPr>
                  <a:t>Configuration</a:t>
                </a:r>
                <a:endParaRPr lang="en-GB" sz="1000" dirty="0">
                  <a:solidFill>
                    <a:schemeClr val="bg1"/>
                  </a:solidFill>
                  <a:latin typeface="Source Sans Pro" panose="020B0503030403020204" pitchFamily="34" charset="0"/>
                  <a:ea typeface="Source Sans Pro" panose="020B0503030403020204" pitchFamily="34" charset="0"/>
                  <a:cs typeface="Source Sans Pro Light" charset="0"/>
                </a:endParaRPr>
              </a:p>
            </p:txBody>
          </p:sp>
          <p:sp>
            <p:nvSpPr>
              <p:cNvPr id="148" name="Rounded Rectangle 7">
                <a:extLst>
                  <a:ext uri="{FF2B5EF4-FFF2-40B4-BE49-F238E27FC236}">
                    <a16:creationId xmlns:a16="http://schemas.microsoft.com/office/drawing/2014/main" id="{A1C56FDE-85CC-3A48-848E-3DB28E76811F}"/>
                  </a:ext>
                </a:extLst>
              </p:cNvPr>
              <p:cNvSpPr/>
              <p:nvPr/>
            </p:nvSpPr>
            <p:spPr>
              <a:xfrm>
                <a:off x="174460" y="4814273"/>
                <a:ext cx="1620000"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Build Tool</a:t>
                </a:r>
              </a:p>
            </p:txBody>
          </p:sp>
          <p:sp>
            <p:nvSpPr>
              <p:cNvPr id="149" name="Rounded Rectangle 7">
                <a:extLst>
                  <a:ext uri="{FF2B5EF4-FFF2-40B4-BE49-F238E27FC236}">
                    <a16:creationId xmlns:a16="http://schemas.microsoft.com/office/drawing/2014/main" id="{A9CF1402-0BFA-134D-12A0-C2958F7CADFC}"/>
                  </a:ext>
                </a:extLst>
              </p:cNvPr>
              <p:cNvSpPr/>
              <p:nvPr/>
            </p:nvSpPr>
            <p:spPr>
              <a:xfrm>
                <a:off x="174460" y="5288105"/>
                <a:ext cx="1620000" cy="385889"/>
              </a:xfrm>
              <a:prstGeom prst="roundRect">
                <a:avLst/>
              </a:prstGeom>
              <a:solidFill>
                <a:schemeClr val="accent2"/>
              </a:solidFill>
              <a:ln w="9525">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Sim Tool</a:t>
                </a:r>
              </a:p>
            </p:txBody>
          </p:sp>
        </p:grpSp>
      </p:grpSp>
      <p:sp>
        <p:nvSpPr>
          <p:cNvPr id="58" name="Rounded Rectangle 57">
            <a:extLst>
              <a:ext uri="{FF2B5EF4-FFF2-40B4-BE49-F238E27FC236}">
                <a16:creationId xmlns:a16="http://schemas.microsoft.com/office/drawing/2014/main" id="{7F323480-63E3-A212-5D9A-2FAFEA60BC4A}"/>
              </a:ext>
            </a:extLst>
          </p:cNvPr>
          <p:cNvSpPr/>
          <p:nvPr/>
        </p:nvSpPr>
        <p:spPr>
          <a:xfrm>
            <a:off x="2924681" y="736400"/>
            <a:ext cx="2494660" cy="113892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Architecture </a:t>
            </a:r>
          </a:p>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(MEJ32 Core + Built-in Foundation Libraries + Simulator + Mockups)</a:t>
            </a: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a:p>
            <a:pPr algn="ctr">
              <a:defRPr/>
            </a:pP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grpSp>
        <p:nvGrpSpPr>
          <p:cNvPr id="62" name="Group 61">
            <a:extLst>
              <a:ext uri="{FF2B5EF4-FFF2-40B4-BE49-F238E27FC236}">
                <a16:creationId xmlns:a16="http://schemas.microsoft.com/office/drawing/2014/main" id="{0ADDCC1E-713F-8C67-888E-ADA0DE3C0E6D}"/>
              </a:ext>
            </a:extLst>
          </p:cNvPr>
          <p:cNvGrpSpPr/>
          <p:nvPr/>
        </p:nvGrpSpPr>
        <p:grpSpPr>
          <a:xfrm>
            <a:off x="2866573" y="717910"/>
            <a:ext cx="310203" cy="303135"/>
            <a:chOff x="3528000" y="4663584"/>
            <a:chExt cx="344751" cy="303135"/>
          </a:xfrm>
        </p:grpSpPr>
        <p:sp>
          <p:nvSpPr>
            <p:cNvPr id="63" name="Bande diagonale 197">
              <a:extLst>
                <a:ext uri="{FF2B5EF4-FFF2-40B4-BE49-F238E27FC236}">
                  <a16:creationId xmlns:a16="http://schemas.microsoft.com/office/drawing/2014/main" id="{9577F54F-5EED-5ABF-F510-695181E943DB}"/>
                </a:ext>
              </a:extLst>
            </p:cNvPr>
            <p:cNvSpPr/>
            <p:nvPr/>
          </p:nvSpPr>
          <p:spPr>
            <a:xfrm>
              <a:off x="3592923" y="4686891"/>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64" name="ZoneTexte 198">
              <a:extLst>
                <a:ext uri="{FF2B5EF4-FFF2-40B4-BE49-F238E27FC236}">
                  <a16:creationId xmlns:a16="http://schemas.microsoft.com/office/drawing/2014/main" id="{D30143C9-1893-31B3-A3BD-868D303355BD}"/>
                </a:ext>
              </a:extLst>
            </p:cNvPr>
            <p:cNvSpPr txBox="1"/>
            <p:nvPr/>
          </p:nvSpPr>
          <p:spPr>
            <a:xfrm rot="18945775">
              <a:off x="3528000" y="466358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nvGrpSpPr>
          <p:cNvPr id="67" name="Group 66">
            <a:extLst>
              <a:ext uri="{FF2B5EF4-FFF2-40B4-BE49-F238E27FC236}">
                <a16:creationId xmlns:a16="http://schemas.microsoft.com/office/drawing/2014/main" id="{8BEA4FA9-65C9-B4D4-B94A-C86C88BD685D}"/>
              </a:ext>
            </a:extLst>
          </p:cNvPr>
          <p:cNvGrpSpPr/>
          <p:nvPr/>
        </p:nvGrpSpPr>
        <p:grpSpPr>
          <a:xfrm>
            <a:off x="2995798" y="1397310"/>
            <a:ext cx="402556" cy="397707"/>
            <a:chOff x="9146974" y="4531492"/>
            <a:chExt cx="537275" cy="477610"/>
          </a:xfrm>
        </p:grpSpPr>
        <p:sp>
          <p:nvSpPr>
            <p:cNvPr id="61" name="Rounded Rectangle 60">
              <a:extLst>
                <a:ext uri="{FF2B5EF4-FFF2-40B4-BE49-F238E27FC236}">
                  <a16:creationId xmlns:a16="http://schemas.microsoft.com/office/drawing/2014/main" id="{8D290A92-D271-F3D9-F64F-361BE58AD73F}"/>
                </a:ext>
              </a:extLst>
            </p:cNvPr>
            <p:cNvSpPr/>
            <p:nvPr/>
          </p:nvSpPr>
          <p:spPr>
            <a:xfrm>
              <a:off x="9146974" y="4531492"/>
              <a:ext cx="537275" cy="477610"/>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pic>
          <p:nvPicPr>
            <p:cNvPr id="66" name="Picture 65">
              <a:extLst>
                <a:ext uri="{FF2B5EF4-FFF2-40B4-BE49-F238E27FC236}">
                  <a16:creationId xmlns:a16="http://schemas.microsoft.com/office/drawing/2014/main" id="{EC911A79-2C2F-3737-8849-3E5E37E7B55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230478" y="4603667"/>
              <a:ext cx="331202" cy="333410"/>
            </a:xfrm>
            <a:prstGeom prst="rect">
              <a:avLst/>
            </a:prstGeom>
          </p:spPr>
        </p:pic>
      </p:grpSp>
      <p:sp>
        <p:nvSpPr>
          <p:cNvPr id="153" name="Rounded Rectangle 152">
            <a:extLst>
              <a:ext uri="{FF2B5EF4-FFF2-40B4-BE49-F238E27FC236}">
                <a16:creationId xmlns:a16="http://schemas.microsoft.com/office/drawing/2014/main" id="{08B4A36E-7AE7-5569-6ABD-EE46246DC672}"/>
              </a:ext>
            </a:extLst>
          </p:cNvPr>
          <p:cNvSpPr/>
          <p:nvPr/>
        </p:nvSpPr>
        <p:spPr>
          <a:xfrm>
            <a:off x="3619388" y="1397310"/>
            <a:ext cx="402556" cy="397707"/>
          </a:xfrm>
          <a:prstGeom prst="roundRect">
            <a:avLst>
              <a:gd name="adj" fmla="val 7525"/>
            </a:avLst>
          </a:prstGeom>
          <a:solidFill>
            <a:schemeClr val="accent4"/>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rPr>
              <a:t>M</a:t>
            </a:r>
          </a:p>
        </p:txBody>
      </p:sp>
      <p:sp>
        <p:nvSpPr>
          <p:cNvPr id="154" name="Rounded Rectangle 153">
            <a:extLst>
              <a:ext uri="{FF2B5EF4-FFF2-40B4-BE49-F238E27FC236}">
                <a16:creationId xmlns:a16="http://schemas.microsoft.com/office/drawing/2014/main" id="{F0758715-BAB5-1ACA-666A-EB77B65A6361}"/>
              </a:ext>
            </a:extLst>
          </p:cNvPr>
          <p:cNvSpPr/>
          <p:nvPr/>
        </p:nvSpPr>
        <p:spPr>
          <a:xfrm>
            <a:off x="4242978" y="1385738"/>
            <a:ext cx="444460" cy="404394"/>
          </a:xfrm>
          <a:prstGeom prst="roundRect">
            <a:avLst>
              <a:gd name="adj" fmla="val 7525"/>
            </a:avLst>
          </a:prstGeom>
          <a:solidFill>
            <a:schemeClr val="accent6"/>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
            </a:r>
          </a:p>
        </p:txBody>
      </p:sp>
      <p:grpSp>
        <p:nvGrpSpPr>
          <p:cNvPr id="156" name="Group 155">
            <a:extLst>
              <a:ext uri="{FF2B5EF4-FFF2-40B4-BE49-F238E27FC236}">
                <a16:creationId xmlns:a16="http://schemas.microsoft.com/office/drawing/2014/main" id="{B8675AEE-19F0-1152-E936-2F383D177F26}"/>
              </a:ext>
            </a:extLst>
          </p:cNvPr>
          <p:cNvGrpSpPr/>
          <p:nvPr/>
        </p:nvGrpSpPr>
        <p:grpSpPr>
          <a:xfrm>
            <a:off x="4908471" y="1397459"/>
            <a:ext cx="402556" cy="397707"/>
            <a:chOff x="3684571" y="1736084"/>
            <a:chExt cx="402556" cy="397707"/>
          </a:xfrm>
        </p:grpSpPr>
        <p:sp>
          <p:nvSpPr>
            <p:cNvPr id="151" name="Rounded Rectangle 150">
              <a:extLst>
                <a:ext uri="{FF2B5EF4-FFF2-40B4-BE49-F238E27FC236}">
                  <a16:creationId xmlns:a16="http://schemas.microsoft.com/office/drawing/2014/main" id="{76323787-90A4-D0E3-79AE-D7497F326C93}"/>
                </a:ext>
              </a:extLst>
            </p:cNvPr>
            <p:cNvSpPr/>
            <p:nvPr/>
          </p:nvSpPr>
          <p:spPr>
            <a:xfrm>
              <a:off x="3684571" y="1736084"/>
              <a:ext cx="402556" cy="397707"/>
            </a:xfrm>
            <a:prstGeom prst="roundRect">
              <a:avLst>
                <a:gd name="adj" fmla="val 7525"/>
              </a:avLst>
            </a:prstGeom>
            <a:solidFill>
              <a:schemeClr val="accent2"/>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endParaRPr>
            </a:p>
          </p:txBody>
        </p:sp>
        <p:pic>
          <p:nvPicPr>
            <p:cNvPr id="155" name="Picture 154">
              <a:extLst>
                <a:ext uri="{FF2B5EF4-FFF2-40B4-BE49-F238E27FC236}">
                  <a16:creationId xmlns:a16="http://schemas.microsoft.com/office/drawing/2014/main" id="{C545A636-19B3-0D43-3596-098CA61F1731}"/>
                </a:ext>
              </a:extLst>
            </p:cNvPr>
            <p:cNvPicPr>
              <a:picLocks noChangeAspect="1"/>
            </p:cNvPicPr>
            <p:nvPr/>
          </p:nvPicPr>
          <p:blipFill>
            <a:blip r:embed="rId3"/>
            <a:stretch>
              <a:fillRect/>
            </a:stretch>
          </p:blipFill>
          <p:spPr>
            <a:xfrm>
              <a:off x="3727874" y="1796516"/>
              <a:ext cx="332460" cy="276842"/>
            </a:xfrm>
            <a:prstGeom prst="rect">
              <a:avLst/>
            </a:prstGeom>
          </p:spPr>
        </p:pic>
      </p:grpSp>
      <p:grpSp>
        <p:nvGrpSpPr>
          <p:cNvPr id="163" name="Group 162">
            <a:extLst>
              <a:ext uri="{FF2B5EF4-FFF2-40B4-BE49-F238E27FC236}">
                <a16:creationId xmlns:a16="http://schemas.microsoft.com/office/drawing/2014/main" id="{FD058017-808C-92D9-A64C-6C55244FEE3C}"/>
              </a:ext>
            </a:extLst>
          </p:cNvPr>
          <p:cNvGrpSpPr/>
          <p:nvPr/>
        </p:nvGrpSpPr>
        <p:grpSpPr>
          <a:xfrm>
            <a:off x="9191498" y="736400"/>
            <a:ext cx="1692155" cy="506030"/>
            <a:chOff x="9369126" y="1068487"/>
            <a:chExt cx="1692155" cy="506030"/>
          </a:xfrm>
        </p:grpSpPr>
        <p:sp>
          <p:nvSpPr>
            <p:cNvPr id="160" name="Rounded Rectangle 159">
              <a:extLst>
                <a:ext uri="{FF2B5EF4-FFF2-40B4-BE49-F238E27FC236}">
                  <a16:creationId xmlns:a16="http://schemas.microsoft.com/office/drawing/2014/main" id="{BE962CEC-617E-9EE6-61C9-B4FCD23F5304}"/>
                </a:ext>
              </a:extLst>
            </p:cNvPr>
            <p:cNvSpPr/>
            <p:nvPr/>
          </p:nvSpPr>
          <p:spPr>
            <a:xfrm>
              <a:off x="9453346" y="1088318"/>
              <a:ext cx="1607935" cy="486199"/>
            </a:xfrm>
            <a:prstGeom prst="roundRect">
              <a:avLst>
                <a:gd name="adj" fmla="val 11196"/>
              </a:avLst>
            </a:prstGeom>
            <a:solidFill>
              <a:schemeClr val="accent2"/>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Simulator Mocks</a:t>
              </a:r>
            </a:p>
          </p:txBody>
        </p:sp>
        <p:sp>
          <p:nvSpPr>
            <p:cNvPr id="161" name="Bande diagonale 192">
              <a:extLst>
                <a:ext uri="{FF2B5EF4-FFF2-40B4-BE49-F238E27FC236}">
                  <a16:creationId xmlns:a16="http://schemas.microsoft.com/office/drawing/2014/main" id="{5248AA8A-874E-E024-BAB0-F6AE892D4802}"/>
                </a:ext>
              </a:extLst>
            </p:cNvPr>
            <p:cNvSpPr/>
            <p:nvPr/>
          </p:nvSpPr>
          <p:spPr>
            <a:xfrm>
              <a:off x="9453346" y="1088319"/>
              <a:ext cx="279828" cy="279828"/>
            </a:xfrm>
            <a:prstGeom prst="diagStripe">
              <a:avLst>
                <a:gd name="adj" fmla="val 41991"/>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162" name="ZoneTexte 182">
              <a:extLst>
                <a:ext uri="{FF2B5EF4-FFF2-40B4-BE49-F238E27FC236}">
                  <a16:creationId xmlns:a16="http://schemas.microsoft.com/office/drawing/2014/main" id="{0E5588A1-8D9E-B35C-0CE8-97C0EBBF6BC9}"/>
                </a:ext>
              </a:extLst>
            </p:cNvPr>
            <p:cNvSpPr txBox="1"/>
            <p:nvPr/>
          </p:nvSpPr>
          <p:spPr>
            <a:xfrm rot="18945775">
              <a:off x="9369126" y="1068487"/>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grpSp>
        <p:nvGrpSpPr>
          <p:cNvPr id="164" name="Group 163">
            <a:extLst>
              <a:ext uri="{FF2B5EF4-FFF2-40B4-BE49-F238E27FC236}">
                <a16:creationId xmlns:a16="http://schemas.microsoft.com/office/drawing/2014/main" id="{E2D02FF3-4C89-25C1-A874-83ACC95102D4}"/>
              </a:ext>
            </a:extLst>
          </p:cNvPr>
          <p:cNvGrpSpPr/>
          <p:nvPr/>
        </p:nvGrpSpPr>
        <p:grpSpPr>
          <a:xfrm>
            <a:off x="2897156" y="2389806"/>
            <a:ext cx="1721608" cy="400115"/>
            <a:chOff x="1159232" y="3205339"/>
            <a:chExt cx="1721608" cy="400115"/>
          </a:xfrm>
        </p:grpSpPr>
        <p:sp>
          <p:nvSpPr>
            <p:cNvPr id="165" name="Rounded Rectangle 164">
              <a:extLst>
                <a:ext uri="{FF2B5EF4-FFF2-40B4-BE49-F238E27FC236}">
                  <a16:creationId xmlns:a16="http://schemas.microsoft.com/office/drawing/2014/main" id="{175CD806-F512-1F8C-6098-019BDD23BBFD}"/>
                </a:ext>
              </a:extLst>
            </p:cNvPr>
            <p:cNvSpPr/>
            <p:nvPr/>
          </p:nvSpPr>
          <p:spPr>
            <a:xfrm>
              <a:off x="1260840" y="3205339"/>
              <a:ext cx="1620000" cy="400115"/>
            </a:xfrm>
            <a:prstGeom prst="roundRect">
              <a:avLst>
                <a:gd name="adj" fmla="val 7525"/>
              </a:avLst>
            </a:prstGeom>
            <a:solidFill>
              <a:schemeClr val="bg1">
                <a:lumMod val="50000"/>
              </a:schemeClr>
            </a:solidFill>
            <a:ln w="9525">
              <a:solidFill>
                <a:schemeClr val="bg1"/>
              </a:solidFill>
            </a:ln>
            <a:effectLst/>
          </p:spPr>
          <p:style>
            <a:lnRef idx="2">
              <a:schemeClr val="dk1"/>
            </a:lnRef>
            <a:fillRef idx="1">
              <a:schemeClr val="lt1"/>
            </a:fillRef>
            <a:effectRef idx="0">
              <a:schemeClr val="dk1"/>
            </a:effectRef>
            <a:fontRef idx="minor">
              <a:schemeClr val="dk1"/>
            </a:fontRef>
          </p:style>
          <p:txBody>
            <a:bodyPr wrap="square" tIns="36000" bIns="36000" rtlCol="0" anchor="ctr" anchorCtr="1">
              <a:noAutofit/>
            </a:bodyPr>
            <a:lstStyle/>
            <a:p>
              <a:pPr algn="ctr"/>
              <a:r>
                <a:rPr lang="en-US" sz="1000" dirty="0">
                  <a:solidFill>
                    <a:schemeClr val="bg1"/>
                  </a:solidFill>
                  <a:latin typeface="Source Sans Pro" panose="020B0503030403020204" pitchFamily="34" charset="0"/>
                  <a:ea typeface="Source Sans Pro" panose="020B0503030403020204" pitchFamily="34" charset="0"/>
                  <a:cs typeface="Source Sans Pro Light" charset="0"/>
                </a:rPr>
                <a:t>Test Suite Configuration</a:t>
              </a:r>
              <a:endParaRPr lang="en-GB" sz="1000" dirty="0">
                <a:solidFill>
                  <a:schemeClr val="bg1"/>
                </a:solidFill>
                <a:latin typeface="Source Sans Pro" panose="020B0503030403020204" pitchFamily="34" charset="0"/>
                <a:ea typeface="Source Sans Pro" panose="020B0503030403020204" pitchFamily="34" charset="0"/>
                <a:cs typeface="Source Sans Pro Light" charset="0"/>
              </a:endParaRPr>
            </a:p>
          </p:txBody>
        </p:sp>
        <p:grpSp>
          <p:nvGrpSpPr>
            <p:cNvPr id="166" name="Group 165">
              <a:extLst>
                <a:ext uri="{FF2B5EF4-FFF2-40B4-BE49-F238E27FC236}">
                  <a16:creationId xmlns:a16="http://schemas.microsoft.com/office/drawing/2014/main" id="{5407DCD9-83B5-6F65-ADCC-692C63AF2305}"/>
                </a:ext>
              </a:extLst>
            </p:cNvPr>
            <p:cNvGrpSpPr/>
            <p:nvPr/>
          </p:nvGrpSpPr>
          <p:grpSpPr>
            <a:xfrm>
              <a:off x="1159232" y="3208365"/>
              <a:ext cx="396262" cy="282745"/>
              <a:chOff x="1654497" y="2676776"/>
              <a:chExt cx="396262" cy="282745"/>
            </a:xfrm>
          </p:grpSpPr>
          <p:sp>
            <p:nvSpPr>
              <p:cNvPr id="167" name="Bande diagonale 193">
                <a:extLst>
                  <a:ext uri="{FF2B5EF4-FFF2-40B4-BE49-F238E27FC236}">
                    <a16:creationId xmlns:a16="http://schemas.microsoft.com/office/drawing/2014/main" id="{4476776C-AC22-4373-57DE-6408EEB94E0D}"/>
                  </a:ext>
                </a:extLst>
              </p:cNvPr>
              <p:cNvSpPr/>
              <p:nvPr/>
            </p:nvSpPr>
            <p:spPr>
              <a:xfrm>
                <a:off x="1764013" y="2679693"/>
                <a:ext cx="279828" cy="279828"/>
              </a:xfrm>
              <a:prstGeom prst="diagStripe">
                <a:avLst>
                  <a:gd name="adj" fmla="val 41991"/>
                </a:avLst>
              </a:prstGeom>
              <a:solidFill>
                <a:schemeClr val="tx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168" name="ZoneTexte 194">
                <a:extLst>
                  <a:ext uri="{FF2B5EF4-FFF2-40B4-BE49-F238E27FC236}">
                    <a16:creationId xmlns:a16="http://schemas.microsoft.com/office/drawing/2014/main" id="{74305527-5880-C489-AFD1-81F834143E61}"/>
                  </a:ext>
                </a:extLst>
              </p:cNvPr>
              <p:cNvSpPr txBox="1"/>
              <p:nvPr/>
            </p:nvSpPr>
            <p:spPr>
              <a:xfrm rot="18945775">
                <a:off x="1654497" y="2676776"/>
                <a:ext cx="396262"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a:solidFill>
                      <a:srgbClr val="FFFFFF"/>
                    </a:solidFill>
                    <a:latin typeface="Source Sans Pro Light" panose="020B0403030403020204" pitchFamily="34" charset="0"/>
                    <a:ea typeface="Source Sans Pro Light" panose="020B0403030403020204" pitchFamily="34" charset="0"/>
                  </a:rPr>
                  <a:t>conf</a:t>
                </a:r>
              </a:p>
            </p:txBody>
          </p:sp>
        </p:grpSp>
      </p:grpSp>
      <p:cxnSp>
        <p:nvCxnSpPr>
          <p:cNvPr id="171" name="Connecteur droit avec flèche 9">
            <a:extLst>
              <a:ext uri="{FF2B5EF4-FFF2-40B4-BE49-F238E27FC236}">
                <a16:creationId xmlns:a16="http://schemas.microsoft.com/office/drawing/2014/main" id="{D9E66BED-B733-5A2D-A31A-CCF0A22DBDF5}"/>
              </a:ext>
            </a:extLst>
          </p:cNvPr>
          <p:cNvCxnSpPr>
            <a:cxnSpLocks/>
            <a:stCxn id="160" idx="2"/>
          </p:cNvCxnSpPr>
          <p:nvPr/>
        </p:nvCxnSpPr>
        <p:spPr>
          <a:xfrm flipH="1">
            <a:off x="10079685" y="1242430"/>
            <a:ext cx="1" cy="199362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72" name="ZoneTexte 167">
            <a:extLst>
              <a:ext uri="{FF2B5EF4-FFF2-40B4-BE49-F238E27FC236}">
                <a16:creationId xmlns:a16="http://schemas.microsoft.com/office/drawing/2014/main" id="{4F1EBE84-08F7-9FC4-18B4-049BD959582F}"/>
              </a:ext>
            </a:extLst>
          </p:cNvPr>
          <p:cNvSpPr txBox="1"/>
          <p:nvPr/>
        </p:nvSpPr>
        <p:spPr>
          <a:xfrm>
            <a:off x="10033836" y="1565453"/>
            <a:ext cx="1034257"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mock*.jar)</a:t>
            </a:r>
          </a:p>
        </p:txBody>
      </p:sp>
    </p:spTree>
    <p:extLst>
      <p:ext uri="{BB962C8B-B14F-4D97-AF65-F5344CB8AC3E}">
        <p14:creationId xmlns:p14="http://schemas.microsoft.com/office/powerpoint/2010/main" val="42267705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Connecteur droit avec flèche 149">
            <a:extLst>
              <a:ext uri="{FF2B5EF4-FFF2-40B4-BE49-F238E27FC236}">
                <a16:creationId xmlns:a16="http://schemas.microsoft.com/office/drawing/2014/main" id="{73158364-5188-8D01-765C-03E324A91A7C}"/>
              </a:ext>
            </a:extLst>
          </p:cNvPr>
          <p:cNvCxnSpPr>
            <a:cxnSpLocks/>
          </p:cNvCxnSpPr>
          <p:nvPr/>
        </p:nvCxnSpPr>
        <p:spPr>
          <a:xfrm>
            <a:off x="2480488" y="965460"/>
            <a:ext cx="2544" cy="1427202"/>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ZoneTexte 175">
            <a:extLst>
              <a:ext uri="{FF2B5EF4-FFF2-40B4-BE49-F238E27FC236}">
                <a16:creationId xmlns:a16="http://schemas.microsoft.com/office/drawing/2014/main" id="{A565C943-15E6-41B0-9286-7BE8D1706491}"/>
              </a:ext>
            </a:extLst>
          </p:cNvPr>
          <p:cNvSpPr txBox="1"/>
          <p:nvPr/>
        </p:nvSpPr>
        <p:spPr>
          <a:xfrm>
            <a:off x="4170109" y="3025289"/>
            <a:ext cx="1239442"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microejruntime.a</a:t>
            </a:r>
            <a:r>
              <a:rPr lang="en-US" sz="1000" dirty="0">
                <a:solidFill>
                  <a:srgbClr val="97A7AF"/>
                </a:solidFill>
                <a:latin typeface="Source Sans Pro" panose="020B0503030403020204" pitchFamily="34" charset="0"/>
                <a:ea typeface="Source Sans Pro" panose="020B0503030403020204" pitchFamily="34" charset="0"/>
              </a:rPr>
              <a:t>)</a:t>
            </a:r>
          </a:p>
        </p:txBody>
      </p:sp>
      <p:cxnSp>
        <p:nvCxnSpPr>
          <p:cNvPr id="15" name="Connecteur droit avec flèche 151">
            <a:extLst>
              <a:ext uri="{FF2B5EF4-FFF2-40B4-BE49-F238E27FC236}">
                <a16:creationId xmlns:a16="http://schemas.microsoft.com/office/drawing/2014/main" id="{9DD06B8C-2181-61F1-B3BC-84962364B907}"/>
              </a:ext>
            </a:extLst>
          </p:cNvPr>
          <p:cNvCxnSpPr>
            <a:cxnSpLocks/>
          </p:cNvCxnSpPr>
          <p:nvPr/>
        </p:nvCxnSpPr>
        <p:spPr>
          <a:xfrm flipH="1">
            <a:off x="4163250" y="980728"/>
            <a:ext cx="0" cy="41410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6" name="ZoneTexte 152">
            <a:extLst>
              <a:ext uri="{FF2B5EF4-FFF2-40B4-BE49-F238E27FC236}">
                <a16:creationId xmlns:a16="http://schemas.microsoft.com/office/drawing/2014/main" id="{42D498B0-577A-FBB0-19E7-1434798491A7}"/>
              </a:ext>
            </a:extLst>
          </p:cNvPr>
          <p:cNvSpPr txBox="1"/>
          <p:nvPr/>
        </p:nvSpPr>
        <p:spPr>
          <a:xfrm>
            <a:off x="4175788" y="1818765"/>
            <a:ext cx="55656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(.class)</a:t>
            </a:r>
          </a:p>
        </p:txBody>
      </p:sp>
      <p:sp>
        <p:nvSpPr>
          <p:cNvPr id="18" name="ZoneTexte 173">
            <a:extLst>
              <a:ext uri="{FF2B5EF4-FFF2-40B4-BE49-F238E27FC236}">
                <a16:creationId xmlns:a16="http://schemas.microsoft.com/office/drawing/2014/main" id="{B517F56A-B8CA-42AF-DDF5-4E836E67CEAE}"/>
              </a:ext>
            </a:extLst>
          </p:cNvPr>
          <p:cNvSpPr txBox="1"/>
          <p:nvPr/>
        </p:nvSpPr>
        <p:spPr>
          <a:xfrm>
            <a:off x="4217751" y="978870"/>
            <a:ext cx="784189" cy="400110"/>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(.java, .list, </a:t>
            </a:r>
          </a:p>
          <a:p>
            <a:pPr>
              <a:defRPr/>
            </a:pPr>
            <a:r>
              <a:rPr lang="en-US" sz="1000" dirty="0">
                <a:solidFill>
                  <a:srgbClr val="97A7AF"/>
                </a:solidFill>
                <a:latin typeface="Source Sans Pro" panose="020B0503030403020204" pitchFamily="34" charset="0"/>
                <a:ea typeface="Source Sans Pro" panose="020B0503030403020204" pitchFamily="34" charset="0"/>
              </a:rPr>
              <a:t>resources)</a:t>
            </a:r>
          </a:p>
        </p:txBody>
      </p:sp>
      <p:cxnSp>
        <p:nvCxnSpPr>
          <p:cNvPr id="20" name="Connecteur droit avec flèche 149">
            <a:extLst>
              <a:ext uri="{FF2B5EF4-FFF2-40B4-BE49-F238E27FC236}">
                <a16:creationId xmlns:a16="http://schemas.microsoft.com/office/drawing/2014/main" id="{CD7DD147-64C7-3B54-7DB2-35D423C84247}"/>
              </a:ext>
            </a:extLst>
          </p:cNvPr>
          <p:cNvCxnSpPr>
            <a:cxnSpLocks/>
            <a:stCxn id="118" idx="2"/>
          </p:cNvCxnSpPr>
          <p:nvPr/>
        </p:nvCxnSpPr>
        <p:spPr>
          <a:xfrm>
            <a:off x="4158970" y="1781109"/>
            <a:ext cx="0" cy="29244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2" name="ZoneTexte 167">
            <a:extLst>
              <a:ext uri="{FF2B5EF4-FFF2-40B4-BE49-F238E27FC236}">
                <a16:creationId xmlns:a16="http://schemas.microsoft.com/office/drawing/2014/main" id="{B274EB27-840A-2006-CFDB-5F18EF42822B}"/>
              </a:ext>
            </a:extLst>
          </p:cNvPr>
          <p:cNvSpPr txBox="1"/>
          <p:nvPr/>
        </p:nvSpPr>
        <p:spPr>
          <a:xfrm>
            <a:off x="5728433" y="3036151"/>
            <a:ext cx="97334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microejapp.o</a:t>
            </a:r>
            <a:r>
              <a:rPr lang="en-US" sz="1000" dirty="0">
                <a:solidFill>
                  <a:srgbClr val="97A7AF"/>
                </a:solidFill>
                <a:latin typeface="Source Sans Pro" panose="020B0503030403020204" pitchFamily="34" charset="0"/>
                <a:ea typeface="Source Sans Pro" panose="020B0503030403020204" pitchFamily="34" charset="0"/>
              </a:rPr>
              <a:t>)</a:t>
            </a:r>
          </a:p>
        </p:txBody>
      </p:sp>
      <p:cxnSp>
        <p:nvCxnSpPr>
          <p:cNvPr id="33" name="Connecteur droit avec flèche 149">
            <a:extLst>
              <a:ext uri="{FF2B5EF4-FFF2-40B4-BE49-F238E27FC236}">
                <a16:creationId xmlns:a16="http://schemas.microsoft.com/office/drawing/2014/main" id="{5627EB19-DBA7-83D7-0F49-AB061D26FFFF}"/>
              </a:ext>
            </a:extLst>
          </p:cNvPr>
          <p:cNvCxnSpPr>
            <a:cxnSpLocks/>
            <a:stCxn id="115" idx="2"/>
            <a:endCxn id="120" idx="0"/>
          </p:cNvCxnSpPr>
          <p:nvPr/>
        </p:nvCxnSpPr>
        <p:spPr>
          <a:xfrm>
            <a:off x="6655289" y="3670873"/>
            <a:ext cx="0" cy="507114"/>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eur droit avec flèche 9">
            <a:extLst>
              <a:ext uri="{FF2B5EF4-FFF2-40B4-BE49-F238E27FC236}">
                <a16:creationId xmlns:a16="http://schemas.microsoft.com/office/drawing/2014/main" id="{8375980D-DF58-E3F1-369C-BB483C3C8E6F}"/>
              </a:ext>
            </a:extLst>
          </p:cNvPr>
          <p:cNvCxnSpPr>
            <a:cxnSpLocks/>
            <a:stCxn id="116" idx="2"/>
          </p:cNvCxnSpPr>
          <p:nvPr/>
        </p:nvCxnSpPr>
        <p:spPr>
          <a:xfrm>
            <a:off x="9113859" y="1790022"/>
            <a:ext cx="11939" cy="148148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9">
            <a:extLst>
              <a:ext uri="{FF2B5EF4-FFF2-40B4-BE49-F238E27FC236}">
                <a16:creationId xmlns:a16="http://schemas.microsoft.com/office/drawing/2014/main" id="{E683D0AF-4104-DDDC-52AE-48F4A90939C5}"/>
              </a:ext>
            </a:extLst>
          </p:cNvPr>
          <p:cNvCxnSpPr>
            <a:cxnSpLocks/>
            <a:stCxn id="108" idx="2"/>
            <a:endCxn id="116" idx="0"/>
          </p:cNvCxnSpPr>
          <p:nvPr/>
        </p:nvCxnSpPr>
        <p:spPr>
          <a:xfrm>
            <a:off x="9110094" y="964985"/>
            <a:ext cx="3765" cy="43914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8" name="ZoneTexte 12">
            <a:extLst>
              <a:ext uri="{FF2B5EF4-FFF2-40B4-BE49-F238E27FC236}">
                <a16:creationId xmlns:a16="http://schemas.microsoft.com/office/drawing/2014/main" id="{9523C40E-7905-F3DC-2BC7-5C9CBAC92720}"/>
              </a:ext>
            </a:extLst>
          </p:cNvPr>
          <p:cNvSpPr txBox="1"/>
          <p:nvPr/>
        </p:nvSpPr>
        <p:spPr>
          <a:xfrm>
            <a:off x="9097187" y="2991684"/>
            <a:ext cx="360996"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(.o)</a:t>
            </a:r>
          </a:p>
        </p:txBody>
      </p:sp>
      <p:sp>
        <p:nvSpPr>
          <p:cNvPr id="50" name="ZoneTexte 167">
            <a:extLst>
              <a:ext uri="{FF2B5EF4-FFF2-40B4-BE49-F238E27FC236}">
                <a16:creationId xmlns:a16="http://schemas.microsoft.com/office/drawing/2014/main" id="{1284008D-3219-3950-6798-CDDD12DDD924}"/>
              </a:ext>
            </a:extLst>
          </p:cNvPr>
          <p:cNvSpPr txBox="1"/>
          <p:nvPr/>
        </p:nvSpPr>
        <p:spPr>
          <a:xfrm>
            <a:off x="9097187" y="1804336"/>
            <a:ext cx="50847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(.c, .h)</a:t>
            </a:r>
          </a:p>
        </p:txBody>
      </p:sp>
      <p:cxnSp>
        <p:nvCxnSpPr>
          <p:cNvPr id="54" name="Connecteur droit avec flèche 9">
            <a:extLst>
              <a:ext uri="{FF2B5EF4-FFF2-40B4-BE49-F238E27FC236}">
                <a16:creationId xmlns:a16="http://schemas.microsoft.com/office/drawing/2014/main" id="{538F4C94-5D6D-64CF-FFA3-0310DBE21D9D}"/>
              </a:ext>
            </a:extLst>
          </p:cNvPr>
          <p:cNvCxnSpPr>
            <a:cxnSpLocks/>
            <a:stCxn id="102" idx="2"/>
          </p:cNvCxnSpPr>
          <p:nvPr/>
        </p:nvCxnSpPr>
        <p:spPr>
          <a:xfrm>
            <a:off x="10786663" y="964985"/>
            <a:ext cx="0" cy="230652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55" name="ZoneTexte 167">
            <a:extLst>
              <a:ext uri="{FF2B5EF4-FFF2-40B4-BE49-F238E27FC236}">
                <a16:creationId xmlns:a16="http://schemas.microsoft.com/office/drawing/2014/main" id="{38C1D9AF-6473-4A8A-8F6C-BA9913AA096A}"/>
              </a:ext>
            </a:extLst>
          </p:cNvPr>
          <p:cNvSpPr txBox="1"/>
          <p:nvPr/>
        </p:nvSpPr>
        <p:spPr>
          <a:xfrm>
            <a:off x="10776402" y="2991684"/>
            <a:ext cx="354584"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a:t>
            </a:r>
          </a:p>
        </p:txBody>
      </p:sp>
      <p:cxnSp>
        <p:nvCxnSpPr>
          <p:cNvPr id="59" name="Connecteur droit avec flèche 9">
            <a:extLst>
              <a:ext uri="{FF2B5EF4-FFF2-40B4-BE49-F238E27FC236}">
                <a16:creationId xmlns:a16="http://schemas.microsoft.com/office/drawing/2014/main" id="{14034553-FC7C-A869-FD2A-4147A50591F4}"/>
              </a:ext>
            </a:extLst>
          </p:cNvPr>
          <p:cNvCxnSpPr>
            <a:cxnSpLocks/>
          </p:cNvCxnSpPr>
          <p:nvPr/>
        </p:nvCxnSpPr>
        <p:spPr>
          <a:xfrm>
            <a:off x="4152752" y="2872198"/>
            <a:ext cx="4666" cy="41148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60" name="ZoneTexte 167">
            <a:extLst>
              <a:ext uri="{FF2B5EF4-FFF2-40B4-BE49-F238E27FC236}">
                <a16:creationId xmlns:a16="http://schemas.microsoft.com/office/drawing/2014/main" id="{780B7093-5256-2144-535E-2A4E9D5D4FEA}"/>
              </a:ext>
            </a:extLst>
          </p:cNvPr>
          <p:cNvSpPr txBox="1"/>
          <p:nvPr/>
        </p:nvSpPr>
        <p:spPr>
          <a:xfrm>
            <a:off x="6636673" y="3918178"/>
            <a:ext cx="1082348"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application.out</a:t>
            </a:r>
            <a:r>
              <a:rPr lang="en-US" sz="1000" dirty="0">
                <a:solidFill>
                  <a:srgbClr val="97A7AF"/>
                </a:solidFill>
                <a:latin typeface="Source Sans Pro" panose="020B0503030403020204" pitchFamily="34" charset="0"/>
                <a:ea typeface="Source Sans Pro" panose="020B0503030403020204" pitchFamily="34" charset="0"/>
              </a:rPr>
              <a:t>)</a:t>
            </a:r>
          </a:p>
        </p:txBody>
      </p:sp>
      <p:grpSp>
        <p:nvGrpSpPr>
          <p:cNvPr id="81" name="Group 80">
            <a:extLst>
              <a:ext uri="{FF2B5EF4-FFF2-40B4-BE49-F238E27FC236}">
                <a16:creationId xmlns:a16="http://schemas.microsoft.com/office/drawing/2014/main" id="{54466CE9-AC99-DBE9-D9F1-79DC744FD2BD}"/>
              </a:ext>
            </a:extLst>
          </p:cNvPr>
          <p:cNvGrpSpPr/>
          <p:nvPr/>
        </p:nvGrpSpPr>
        <p:grpSpPr>
          <a:xfrm>
            <a:off x="1665122" y="281093"/>
            <a:ext cx="1655644" cy="686829"/>
            <a:chOff x="1523762" y="708066"/>
            <a:chExt cx="1655644" cy="686829"/>
          </a:xfrm>
        </p:grpSpPr>
        <p:sp>
          <p:nvSpPr>
            <p:cNvPr id="63" name="Rounded Rectangle 62">
              <a:extLst>
                <a:ext uri="{FF2B5EF4-FFF2-40B4-BE49-F238E27FC236}">
                  <a16:creationId xmlns:a16="http://schemas.microsoft.com/office/drawing/2014/main" id="{0E021BBB-9985-09DB-890C-F4AA9006E966}"/>
                </a:ext>
              </a:extLst>
            </p:cNvPr>
            <p:cNvSpPr/>
            <p:nvPr/>
          </p:nvSpPr>
          <p:spPr>
            <a:xfrm>
              <a:off x="1585705" y="731373"/>
              <a:ext cx="1593701" cy="663522"/>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MicroEJ Architecture</a:t>
              </a:r>
            </a:p>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(from VEE Port)</a:t>
              </a: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grpSp>
          <p:nvGrpSpPr>
            <p:cNvPr id="80" name="Group 79">
              <a:extLst>
                <a:ext uri="{FF2B5EF4-FFF2-40B4-BE49-F238E27FC236}">
                  <a16:creationId xmlns:a16="http://schemas.microsoft.com/office/drawing/2014/main" id="{AC30BFC7-C639-6258-0A09-6D7F470D4B51}"/>
                </a:ext>
              </a:extLst>
            </p:cNvPr>
            <p:cNvGrpSpPr/>
            <p:nvPr/>
          </p:nvGrpSpPr>
          <p:grpSpPr>
            <a:xfrm>
              <a:off x="1523762" y="708066"/>
              <a:ext cx="344751" cy="303135"/>
              <a:chOff x="1523762" y="708066"/>
              <a:chExt cx="344751" cy="303135"/>
            </a:xfrm>
          </p:grpSpPr>
          <p:sp>
            <p:nvSpPr>
              <p:cNvPr id="82" name="Bande diagonale 197">
                <a:extLst>
                  <a:ext uri="{FF2B5EF4-FFF2-40B4-BE49-F238E27FC236}">
                    <a16:creationId xmlns:a16="http://schemas.microsoft.com/office/drawing/2014/main" id="{053FC002-07CD-0B0F-DF64-8C6A06F4A25B}"/>
                  </a:ext>
                </a:extLst>
              </p:cNvPr>
              <p:cNvSpPr/>
              <p:nvPr/>
            </p:nvSpPr>
            <p:spPr>
              <a:xfrm>
                <a:off x="1588685" y="731373"/>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83" name="ZoneTexte 198">
                <a:extLst>
                  <a:ext uri="{FF2B5EF4-FFF2-40B4-BE49-F238E27FC236}">
                    <a16:creationId xmlns:a16="http://schemas.microsoft.com/office/drawing/2014/main" id="{42B8CC75-F1EE-5181-E2A8-15C73B87E514}"/>
                  </a:ext>
                </a:extLst>
              </p:cNvPr>
              <p:cNvSpPr txBox="1"/>
              <p:nvPr/>
            </p:nvSpPr>
            <p:spPr>
              <a:xfrm rot="18945775">
                <a:off x="1523762" y="708066"/>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86" name="Group 85">
            <a:extLst>
              <a:ext uri="{FF2B5EF4-FFF2-40B4-BE49-F238E27FC236}">
                <a16:creationId xmlns:a16="http://schemas.microsoft.com/office/drawing/2014/main" id="{FBF4F0EA-CE2E-1A82-7B22-37BA3D748F3F}"/>
              </a:ext>
            </a:extLst>
          </p:cNvPr>
          <p:cNvGrpSpPr/>
          <p:nvPr/>
        </p:nvGrpSpPr>
        <p:grpSpPr>
          <a:xfrm>
            <a:off x="3320538" y="281093"/>
            <a:ext cx="3212896" cy="685715"/>
            <a:chOff x="3179178" y="729570"/>
            <a:chExt cx="3212896" cy="685715"/>
          </a:xfrm>
        </p:grpSpPr>
        <p:sp>
          <p:nvSpPr>
            <p:cNvPr id="92" name="Rounded Rectangle 91">
              <a:extLst>
                <a:ext uri="{FF2B5EF4-FFF2-40B4-BE49-F238E27FC236}">
                  <a16:creationId xmlns:a16="http://schemas.microsoft.com/office/drawing/2014/main" id="{4633038C-8BC9-7B4D-396F-B555E20A40D8}"/>
                </a:ext>
              </a:extLst>
            </p:cNvPr>
            <p:cNvSpPr/>
            <p:nvPr/>
          </p:nvSpPr>
          <p:spPr>
            <a:xfrm>
              <a:off x="3252624" y="751763"/>
              <a:ext cx="3139450" cy="663522"/>
            </a:xfrm>
            <a:prstGeom prst="roundRect">
              <a:avLst>
                <a:gd name="adj" fmla="val 6304"/>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Application</a:t>
              </a:r>
            </a:p>
          </p:txBody>
        </p:sp>
        <p:grpSp>
          <p:nvGrpSpPr>
            <p:cNvPr id="85" name="Group 84">
              <a:extLst>
                <a:ext uri="{FF2B5EF4-FFF2-40B4-BE49-F238E27FC236}">
                  <a16:creationId xmlns:a16="http://schemas.microsoft.com/office/drawing/2014/main" id="{3F998FEE-B9E5-8488-388A-863D542B5531}"/>
                </a:ext>
              </a:extLst>
            </p:cNvPr>
            <p:cNvGrpSpPr/>
            <p:nvPr/>
          </p:nvGrpSpPr>
          <p:grpSpPr>
            <a:xfrm>
              <a:off x="3179178" y="729570"/>
              <a:ext cx="352207" cy="308440"/>
              <a:chOff x="3179178" y="729570"/>
              <a:chExt cx="352207" cy="308440"/>
            </a:xfrm>
          </p:grpSpPr>
          <p:sp>
            <p:nvSpPr>
              <p:cNvPr id="97" name="Bande diagonale 192">
                <a:extLst>
                  <a:ext uri="{FF2B5EF4-FFF2-40B4-BE49-F238E27FC236}">
                    <a16:creationId xmlns:a16="http://schemas.microsoft.com/office/drawing/2014/main" id="{D6543F36-CED3-3E71-C1DF-A47C07C28EBA}"/>
                  </a:ext>
                </a:extLst>
              </p:cNvPr>
              <p:cNvSpPr/>
              <p:nvPr/>
            </p:nvSpPr>
            <p:spPr>
              <a:xfrm>
                <a:off x="3251557" y="758182"/>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98" name="ZoneTexte 182">
                <a:extLst>
                  <a:ext uri="{FF2B5EF4-FFF2-40B4-BE49-F238E27FC236}">
                    <a16:creationId xmlns:a16="http://schemas.microsoft.com/office/drawing/2014/main" id="{EAE1BE84-013F-DB90-B5DF-D32BDBC0B7EB}"/>
                  </a:ext>
                </a:extLst>
              </p:cNvPr>
              <p:cNvSpPr txBox="1"/>
              <p:nvPr/>
            </p:nvSpPr>
            <p:spPr>
              <a:xfrm rot="18945775">
                <a:off x="3179178" y="729570"/>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grpSp>
      <p:grpSp>
        <p:nvGrpSpPr>
          <p:cNvPr id="93" name="Group 92">
            <a:extLst>
              <a:ext uri="{FF2B5EF4-FFF2-40B4-BE49-F238E27FC236}">
                <a16:creationId xmlns:a16="http://schemas.microsoft.com/office/drawing/2014/main" id="{60A9F37B-589D-A07A-07B1-BDC79AEB889C}"/>
              </a:ext>
            </a:extLst>
          </p:cNvPr>
          <p:cNvGrpSpPr/>
          <p:nvPr/>
        </p:nvGrpSpPr>
        <p:grpSpPr>
          <a:xfrm>
            <a:off x="9927869" y="278156"/>
            <a:ext cx="1655644" cy="686829"/>
            <a:chOff x="10104041" y="778465"/>
            <a:chExt cx="1655644" cy="686829"/>
          </a:xfrm>
        </p:grpSpPr>
        <p:sp>
          <p:nvSpPr>
            <p:cNvPr id="102" name="Rounded Rectangle 101">
              <a:extLst>
                <a:ext uri="{FF2B5EF4-FFF2-40B4-BE49-F238E27FC236}">
                  <a16:creationId xmlns:a16="http://schemas.microsoft.com/office/drawing/2014/main" id="{7E0E3BCA-547A-B3A4-2AE4-B2F264671B0B}"/>
                </a:ext>
              </a:extLst>
            </p:cNvPr>
            <p:cNvSpPr/>
            <p:nvPr/>
          </p:nvSpPr>
          <p:spPr>
            <a:xfrm>
              <a:off x="10165984" y="801772"/>
              <a:ext cx="1593701" cy="663522"/>
            </a:xfrm>
            <a:prstGeom prst="roundRect">
              <a:avLst>
                <a:gd name="adj" fmla="val 6304"/>
              </a:avLst>
            </a:prstGeom>
            <a:solidFill>
              <a:schemeClr val="accent3">
                <a:lumMod val="75000"/>
              </a:schemeClr>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Libraries</a:t>
              </a:r>
            </a:p>
          </p:txBody>
        </p:sp>
        <p:grpSp>
          <p:nvGrpSpPr>
            <p:cNvPr id="89" name="Group 88">
              <a:extLst>
                <a:ext uri="{FF2B5EF4-FFF2-40B4-BE49-F238E27FC236}">
                  <a16:creationId xmlns:a16="http://schemas.microsoft.com/office/drawing/2014/main" id="{C9A41298-AAEC-48BE-7482-4E41869421A7}"/>
                </a:ext>
              </a:extLst>
            </p:cNvPr>
            <p:cNvGrpSpPr/>
            <p:nvPr/>
          </p:nvGrpSpPr>
          <p:grpSpPr>
            <a:xfrm>
              <a:off x="10104041" y="778465"/>
              <a:ext cx="344751" cy="303135"/>
              <a:chOff x="10104041" y="778465"/>
              <a:chExt cx="344751" cy="303135"/>
            </a:xfrm>
          </p:grpSpPr>
          <p:sp>
            <p:nvSpPr>
              <p:cNvPr id="104" name="Bande diagonale 197">
                <a:extLst>
                  <a:ext uri="{FF2B5EF4-FFF2-40B4-BE49-F238E27FC236}">
                    <a16:creationId xmlns:a16="http://schemas.microsoft.com/office/drawing/2014/main" id="{09AC477B-465F-A78F-A64F-B427F291E699}"/>
                  </a:ext>
                </a:extLst>
              </p:cNvPr>
              <p:cNvSpPr/>
              <p:nvPr/>
            </p:nvSpPr>
            <p:spPr>
              <a:xfrm>
                <a:off x="10168964" y="801772"/>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05" name="ZoneTexte 198">
                <a:extLst>
                  <a:ext uri="{FF2B5EF4-FFF2-40B4-BE49-F238E27FC236}">
                    <a16:creationId xmlns:a16="http://schemas.microsoft.com/office/drawing/2014/main" id="{635FCD09-8050-CFB9-4DE9-523CCA8DD8ED}"/>
                  </a:ext>
                </a:extLst>
              </p:cNvPr>
              <p:cNvSpPr txBox="1"/>
              <p:nvPr/>
            </p:nvSpPr>
            <p:spPr>
              <a:xfrm rot="18945775">
                <a:off x="10104041" y="778465"/>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91" name="Group 90">
            <a:extLst>
              <a:ext uri="{FF2B5EF4-FFF2-40B4-BE49-F238E27FC236}">
                <a16:creationId xmlns:a16="http://schemas.microsoft.com/office/drawing/2014/main" id="{E0394091-DF15-EBB8-01F4-CCB442E14510}"/>
              </a:ext>
            </a:extLst>
          </p:cNvPr>
          <p:cNvGrpSpPr/>
          <p:nvPr/>
        </p:nvGrpSpPr>
        <p:grpSpPr>
          <a:xfrm>
            <a:off x="8243874" y="279283"/>
            <a:ext cx="1663070" cy="685702"/>
            <a:chOff x="8399449" y="758182"/>
            <a:chExt cx="1663070" cy="685702"/>
          </a:xfrm>
        </p:grpSpPr>
        <p:sp>
          <p:nvSpPr>
            <p:cNvPr id="108" name="Rounded Rectangle 107">
              <a:extLst>
                <a:ext uri="{FF2B5EF4-FFF2-40B4-BE49-F238E27FC236}">
                  <a16:creationId xmlns:a16="http://schemas.microsoft.com/office/drawing/2014/main" id="{02B138B5-7CE0-3594-0B69-729040A40724}"/>
                </a:ext>
              </a:extLst>
            </p:cNvPr>
            <p:cNvSpPr/>
            <p:nvPr/>
          </p:nvSpPr>
          <p:spPr>
            <a:xfrm>
              <a:off x="8468818" y="780362"/>
              <a:ext cx="1593701" cy="663522"/>
            </a:xfrm>
            <a:prstGeom prst="roundRect">
              <a:avLst>
                <a:gd name="adj" fmla="val 6304"/>
              </a:avLst>
            </a:prstGeom>
            <a:solidFill>
              <a:schemeClr val="accent3">
                <a:lumMod val="75000"/>
              </a:schemeClr>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Code</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Abstraction Layers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VEE Startup</a:t>
              </a:r>
            </a:p>
          </p:txBody>
        </p:sp>
        <p:grpSp>
          <p:nvGrpSpPr>
            <p:cNvPr id="88" name="Group 87">
              <a:extLst>
                <a:ext uri="{FF2B5EF4-FFF2-40B4-BE49-F238E27FC236}">
                  <a16:creationId xmlns:a16="http://schemas.microsoft.com/office/drawing/2014/main" id="{7EF3F973-0444-A37E-BBE9-B7F1CFF15DFD}"/>
                </a:ext>
              </a:extLst>
            </p:cNvPr>
            <p:cNvGrpSpPr/>
            <p:nvPr/>
          </p:nvGrpSpPr>
          <p:grpSpPr>
            <a:xfrm>
              <a:off x="8399449" y="758182"/>
              <a:ext cx="352207" cy="308440"/>
              <a:chOff x="8399449" y="758182"/>
              <a:chExt cx="352207" cy="308440"/>
            </a:xfrm>
          </p:grpSpPr>
          <p:sp>
            <p:nvSpPr>
              <p:cNvPr id="110" name="Bande diagonale 192">
                <a:extLst>
                  <a:ext uri="{FF2B5EF4-FFF2-40B4-BE49-F238E27FC236}">
                    <a16:creationId xmlns:a16="http://schemas.microsoft.com/office/drawing/2014/main" id="{441D063E-2AD4-52D7-290E-77DD3FD7680D}"/>
                  </a:ext>
                </a:extLst>
              </p:cNvPr>
              <p:cNvSpPr/>
              <p:nvPr/>
            </p:nvSpPr>
            <p:spPr>
              <a:xfrm>
                <a:off x="8471828" y="786794"/>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111" name="ZoneTexte 182">
                <a:extLst>
                  <a:ext uri="{FF2B5EF4-FFF2-40B4-BE49-F238E27FC236}">
                    <a16:creationId xmlns:a16="http://schemas.microsoft.com/office/drawing/2014/main" id="{628A20B5-ADF7-BFBB-3B88-84D6D64D217D}"/>
                  </a:ext>
                </a:extLst>
              </p:cNvPr>
              <p:cNvSpPr txBox="1"/>
              <p:nvPr/>
            </p:nvSpPr>
            <p:spPr>
              <a:xfrm rot="18945775">
                <a:off x="8399449" y="758182"/>
                <a:ext cx="317716" cy="230832"/>
              </a:xfrm>
              <a:prstGeom prst="rect">
                <a:avLst/>
              </a:prstGeom>
              <a:noFill/>
            </p:spPr>
            <p:txBody>
              <a:bodyPr wrap="none" rtlCol="0">
                <a:spAutoFit/>
              </a:bodyPr>
              <a:lstStyle>
                <a:defPPr>
                  <a:defRPr lang="en-US"/>
                </a:defPPr>
                <a:lvl1pPr>
                  <a:defRPr sz="900">
                    <a:solidFill>
                      <a:srgbClr val="FFFFFF"/>
                    </a:solidFill>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a:t>src</a:t>
                </a:r>
                <a:endParaRPr lang="en-US" dirty="0"/>
              </a:p>
            </p:txBody>
          </p:sp>
        </p:grpSp>
      </p:grpSp>
      <p:sp>
        <p:nvSpPr>
          <p:cNvPr id="115" name="Rounded Rectangle 114">
            <a:extLst>
              <a:ext uri="{FF2B5EF4-FFF2-40B4-BE49-F238E27FC236}">
                <a16:creationId xmlns:a16="http://schemas.microsoft.com/office/drawing/2014/main" id="{1D19062C-D319-6F7D-E065-E86CB1FFF3AB}"/>
              </a:ext>
            </a:extLst>
          </p:cNvPr>
          <p:cNvSpPr/>
          <p:nvPr/>
        </p:nvSpPr>
        <p:spPr>
          <a:xfrm>
            <a:off x="1727065" y="3284984"/>
            <a:ext cx="985644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Third Party ELF Linker</a:t>
            </a:r>
          </a:p>
        </p:txBody>
      </p:sp>
      <p:sp>
        <p:nvSpPr>
          <p:cNvPr id="116" name="Rounded Rectangle 115">
            <a:extLst>
              <a:ext uri="{FF2B5EF4-FFF2-40B4-BE49-F238E27FC236}">
                <a16:creationId xmlns:a16="http://schemas.microsoft.com/office/drawing/2014/main" id="{157A4DC4-596A-6962-5239-D21619ACC607}"/>
              </a:ext>
            </a:extLst>
          </p:cNvPr>
          <p:cNvSpPr/>
          <p:nvPr/>
        </p:nvSpPr>
        <p:spPr>
          <a:xfrm>
            <a:off x="8313956" y="1404133"/>
            <a:ext cx="1599805"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Third Party C Compiler</a:t>
            </a:r>
          </a:p>
        </p:txBody>
      </p:sp>
      <p:sp>
        <p:nvSpPr>
          <p:cNvPr id="117" name="Rounded Rectangle 116">
            <a:extLst>
              <a:ext uri="{FF2B5EF4-FFF2-40B4-BE49-F238E27FC236}">
                <a16:creationId xmlns:a16="http://schemas.microsoft.com/office/drawing/2014/main" id="{4DB8CCDC-5832-C8A1-7634-71D9C2951DFC}"/>
              </a:ext>
            </a:extLst>
          </p:cNvPr>
          <p:cNvSpPr/>
          <p:nvPr/>
        </p:nvSpPr>
        <p:spPr>
          <a:xfrm>
            <a:off x="1727065" y="2392662"/>
            <a:ext cx="6498643" cy="4650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MICROEJ SDK (SOAR)</a:t>
            </a:r>
          </a:p>
        </p:txBody>
      </p:sp>
      <p:sp>
        <p:nvSpPr>
          <p:cNvPr id="120" name="Rounded Rectangle 119">
            <a:extLst>
              <a:ext uri="{FF2B5EF4-FFF2-40B4-BE49-F238E27FC236}">
                <a16:creationId xmlns:a16="http://schemas.microsoft.com/office/drawing/2014/main" id="{D9F76079-BEFC-010A-E877-B237C09EDC96}"/>
              </a:ext>
            </a:extLst>
          </p:cNvPr>
          <p:cNvSpPr/>
          <p:nvPr/>
        </p:nvSpPr>
        <p:spPr>
          <a:xfrm>
            <a:off x="4759182" y="4177987"/>
            <a:ext cx="3792213" cy="1555269"/>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nchorCtr="0"/>
          <a:lstStyle/>
          <a:p>
            <a:pPr algn="ctr">
              <a:defRPr/>
            </a:pPr>
            <a:r>
              <a:rPr lang="en-US" sz="1000" b="1" dirty="0">
                <a:solidFill>
                  <a:srgbClr val="FFFFFF"/>
                </a:solidFill>
                <a:latin typeface="Source Sans Pro" panose="020B0503030403020204" pitchFamily="34" charset="0"/>
                <a:ea typeface="Source Sans Pro" panose="020B0503030403020204" pitchFamily="34" charset="0"/>
                <a:cs typeface="Source Sans Pro Light" charset="0"/>
              </a:rPr>
              <a:t>ELF Executable</a:t>
            </a:r>
          </a:p>
        </p:txBody>
      </p:sp>
      <p:grpSp>
        <p:nvGrpSpPr>
          <p:cNvPr id="78" name="Group 77">
            <a:extLst>
              <a:ext uri="{FF2B5EF4-FFF2-40B4-BE49-F238E27FC236}">
                <a16:creationId xmlns:a16="http://schemas.microsoft.com/office/drawing/2014/main" id="{F5A33E7A-DAFD-1826-0309-458BBDE2E1CF}"/>
              </a:ext>
            </a:extLst>
          </p:cNvPr>
          <p:cNvGrpSpPr/>
          <p:nvPr/>
        </p:nvGrpSpPr>
        <p:grpSpPr>
          <a:xfrm>
            <a:off x="4703468" y="4154767"/>
            <a:ext cx="344751" cy="303135"/>
            <a:chOff x="3862697" y="4114169"/>
            <a:chExt cx="344751" cy="303135"/>
          </a:xfrm>
        </p:grpSpPr>
        <p:sp>
          <p:nvSpPr>
            <p:cNvPr id="130" name="Bande diagonale 197">
              <a:extLst>
                <a:ext uri="{FF2B5EF4-FFF2-40B4-BE49-F238E27FC236}">
                  <a16:creationId xmlns:a16="http://schemas.microsoft.com/office/drawing/2014/main" id="{F5F745B9-F9D3-0F49-0BC0-E417C2BCCC75}"/>
                </a:ext>
              </a:extLst>
            </p:cNvPr>
            <p:cNvSpPr/>
            <p:nvPr/>
          </p:nvSpPr>
          <p:spPr>
            <a:xfrm>
              <a:off x="3927620" y="4137476"/>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31" name="ZoneTexte 198">
              <a:extLst>
                <a:ext uri="{FF2B5EF4-FFF2-40B4-BE49-F238E27FC236}">
                  <a16:creationId xmlns:a16="http://schemas.microsoft.com/office/drawing/2014/main" id="{E1B66D91-B5E9-E878-1E93-EDED2DF33C84}"/>
                </a:ext>
              </a:extLst>
            </p:cNvPr>
            <p:cNvSpPr txBox="1"/>
            <p:nvPr/>
          </p:nvSpPr>
          <p:spPr>
            <a:xfrm rot="18945775">
              <a:off x="3862697" y="4114169"/>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sp>
        <p:nvSpPr>
          <p:cNvPr id="124" name="Rounded Rectangle 123">
            <a:extLst>
              <a:ext uri="{FF2B5EF4-FFF2-40B4-BE49-F238E27FC236}">
                <a16:creationId xmlns:a16="http://schemas.microsoft.com/office/drawing/2014/main" id="{C468012A-79F8-86DD-3DE2-7F6C9E0EEFDF}"/>
              </a:ext>
            </a:extLst>
          </p:cNvPr>
          <p:cNvSpPr/>
          <p:nvPr/>
        </p:nvSpPr>
        <p:spPr>
          <a:xfrm>
            <a:off x="6168008" y="4523659"/>
            <a:ext cx="1080000" cy="1080000"/>
          </a:xfrm>
          <a:prstGeom prst="roundRect">
            <a:avLst>
              <a:gd name="adj" fmla="val 7525"/>
            </a:avLst>
          </a:prstGeom>
          <a:solidFill>
            <a:schemeClr val="accent4"/>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Application</a:t>
            </a:r>
          </a:p>
        </p:txBody>
      </p:sp>
      <p:grpSp>
        <p:nvGrpSpPr>
          <p:cNvPr id="77" name="Group 76">
            <a:extLst>
              <a:ext uri="{FF2B5EF4-FFF2-40B4-BE49-F238E27FC236}">
                <a16:creationId xmlns:a16="http://schemas.microsoft.com/office/drawing/2014/main" id="{7244E8DF-3F27-D9A4-C0BC-BB723283046A}"/>
              </a:ext>
            </a:extLst>
          </p:cNvPr>
          <p:cNvGrpSpPr/>
          <p:nvPr/>
        </p:nvGrpSpPr>
        <p:grpSpPr>
          <a:xfrm>
            <a:off x="4943872" y="4522639"/>
            <a:ext cx="1080000" cy="1082040"/>
            <a:chOff x="4266253" y="4541289"/>
            <a:chExt cx="1080000" cy="1082040"/>
          </a:xfrm>
        </p:grpSpPr>
        <p:sp>
          <p:nvSpPr>
            <p:cNvPr id="127" name="Rounded Rectangle 126">
              <a:extLst>
                <a:ext uri="{FF2B5EF4-FFF2-40B4-BE49-F238E27FC236}">
                  <a16:creationId xmlns:a16="http://schemas.microsoft.com/office/drawing/2014/main" id="{B90EA847-10C7-F6C0-1778-2450E1C31F62}"/>
                </a:ext>
              </a:extLst>
            </p:cNvPr>
            <p:cNvSpPr/>
            <p:nvPr/>
          </p:nvSpPr>
          <p:spPr>
            <a:xfrm>
              <a:off x="4266253" y="4543329"/>
              <a:ext cx="1080000" cy="1080000"/>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128" name="Rectangle 127">
              <a:extLst>
                <a:ext uri="{FF2B5EF4-FFF2-40B4-BE49-F238E27FC236}">
                  <a16:creationId xmlns:a16="http://schemas.microsoft.com/office/drawing/2014/main" id="{23AF8CEA-A12D-4C49-CDF6-9D2F76E72536}"/>
                </a:ext>
              </a:extLst>
            </p:cNvPr>
            <p:cNvSpPr/>
            <p:nvPr/>
          </p:nvSpPr>
          <p:spPr>
            <a:xfrm>
              <a:off x="4370600" y="4541289"/>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Core Engine</a:t>
              </a:r>
            </a:p>
          </p:txBody>
        </p:sp>
        <p:pic>
          <p:nvPicPr>
            <p:cNvPr id="129" name="Picture 128">
              <a:extLst>
                <a:ext uri="{FF2B5EF4-FFF2-40B4-BE49-F238E27FC236}">
                  <a16:creationId xmlns:a16="http://schemas.microsoft.com/office/drawing/2014/main" id="{8A007E6C-2946-23F7-86FE-A591B60DC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20890" y="4760866"/>
              <a:ext cx="718808" cy="723599"/>
            </a:xfrm>
            <a:prstGeom prst="rect">
              <a:avLst/>
            </a:prstGeom>
          </p:spPr>
        </p:pic>
      </p:grpSp>
      <p:sp>
        <p:nvSpPr>
          <p:cNvPr id="126" name="Rounded Rectangle 125">
            <a:extLst>
              <a:ext uri="{FF2B5EF4-FFF2-40B4-BE49-F238E27FC236}">
                <a16:creationId xmlns:a16="http://schemas.microsoft.com/office/drawing/2014/main" id="{5811CB13-2A4D-A8A4-C6B6-FE767BC4E8DF}"/>
              </a:ext>
            </a:extLst>
          </p:cNvPr>
          <p:cNvSpPr/>
          <p:nvPr/>
        </p:nvSpPr>
        <p:spPr>
          <a:xfrm>
            <a:off x="7392144" y="4522639"/>
            <a:ext cx="1080000" cy="1080000"/>
          </a:xfrm>
          <a:prstGeom prst="roundRect">
            <a:avLst>
              <a:gd name="adj" fmla="val 7525"/>
            </a:avLst>
          </a:prstGeom>
          <a:solidFill>
            <a:schemeClr val="accent6"/>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Abstraction Layers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Libraries</a:t>
            </a:r>
          </a:p>
        </p:txBody>
      </p:sp>
      <p:cxnSp>
        <p:nvCxnSpPr>
          <p:cNvPr id="5" name="Connecteur droit avec flèche 151">
            <a:extLst>
              <a:ext uri="{FF2B5EF4-FFF2-40B4-BE49-F238E27FC236}">
                <a16:creationId xmlns:a16="http://schemas.microsoft.com/office/drawing/2014/main" id="{B85D1176-D6EF-188C-BC40-195FBD03ECD9}"/>
              </a:ext>
            </a:extLst>
          </p:cNvPr>
          <p:cNvCxnSpPr>
            <a:cxnSpLocks/>
          </p:cNvCxnSpPr>
          <p:nvPr/>
        </p:nvCxnSpPr>
        <p:spPr>
          <a:xfrm>
            <a:off x="5769862" y="983348"/>
            <a:ext cx="0" cy="41148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6" name="ZoneTexte 152">
            <a:extLst>
              <a:ext uri="{FF2B5EF4-FFF2-40B4-BE49-F238E27FC236}">
                <a16:creationId xmlns:a16="http://schemas.microsoft.com/office/drawing/2014/main" id="{35181EF8-8D83-8B80-92ED-8B4BFEC34B57}"/>
              </a:ext>
            </a:extLst>
          </p:cNvPr>
          <p:cNvSpPr txBox="1"/>
          <p:nvPr/>
        </p:nvSpPr>
        <p:spPr>
          <a:xfrm>
            <a:off x="5748085" y="1803039"/>
            <a:ext cx="708033" cy="246221"/>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wasm</a:t>
            </a:r>
            <a:r>
              <a:rPr lang="en-US" sz="1000" dirty="0">
                <a:solidFill>
                  <a:srgbClr val="97A7AF"/>
                </a:solidFill>
                <a:latin typeface="Source Sans Pro" panose="020B0503030403020204" pitchFamily="34" charset="0"/>
                <a:ea typeface="Source Sans Pro" panose="020B0503030403020204" pitchFamily="34" charset="0"/>
              </a:rPr>
              <a:t>)</a:t>
            </a:r>
          </a:p>
        </p:txBody>
      </p:sp>
      <p:sp>
        <p:nvSpPr>
          <p:cNvPr id="7" name="ZoneTexte 173">
            <a:extLst>
              <a:ext uri="{FF2B5EF4-FFF2-40B4-BE49-F238E27FC236}">
                <a16:creationId xmlns:a16="http://schemas.microsoft.com/office/drawing/2014/main" id="{91DB9689-BBBF-C105-523D-CCC946D7E04B}"/>
              </a:ext>
            </a:extLst>
          </p:cNvPr>
          <p:cNvSpPr txBox="1"/>
          <p:nvPr/>
        </p:nvSpPr>
        <p:spPr>
          <a:xfrm>
            <a:off x="5746447" y="1078271"/>
            <a:ext cx="519553" cy="246221"/>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(.c, .h)</a:t>
            </a:r>
          </a:p>
        </p:txBody>
      </p:sp>
      <p:cxnSp>
        <p:nvCxnSpPr>
          <p:cNvPr id="8" name="Connecteur droit avec flèche 149">
            <a:extLst>
              <a:ext uri="{FF2B5EF4-FFF2-40B4-BE49-F238E27FC236}">
                <a16:creationId xmlns:a16="http://schemas.microsoft.com/office/drawing/2014/main" id="{06D22F25-1B7B-E8D4-D96F-9C27B5E3B800}"/>
              </a:ext>
            </a:extLst>
          </p:cNvPr>
          <p:cNvCxnSpPr>
            <a:cxnSpLocks/>
            <a:stCxn id="9" idx="2"/>
          </p:cNvCxnSpPr>
          <p:nvPr/>
        </p:nvCxnSpPr>
        <p:spPr>
          <a:xfrm>
            <a:off x="5769862" y="1781365"/>
            <a:ext cx="5363" cy="27793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8" name="Rounded Rectangle 117">
            <a:extLst>
              <a:ext uri="{FF2B5EF4-FFF2-40B4-BE49-F238E27FC236}">
                <a16:creationId xmlns:a16="http://schemas.microsoft.com/office/drawing/2014/main" id="{5EABDBBB-A30D-F59E-6E17-F5BF46C03B98}"/>
              </a:ext>
            </a:extLst>
          </p:cNvPr>
          <p:cNvSpPr/>
          <p:nvPr/>
        </p:nvSpPr>
        <p:spPr>
          <a:xfrm>
            <a:off x="3412197" y="1395220"/>
            <a:ext cx="1493545"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Java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(JDT)</a:t>
            </a:r>
          </a:p>
        </p:txBody>
      </p:sp>
      <p:sp>
        <p:nvSpPr>
          <p:cNvPr id="9" name="Rounded Rectangle 8">
            <a:extLst>
              <a:ext uri="{FF2B5EF4-FFF2-40B4-BE49-F238E27FC236}">
                <a16:creationId xmlns:a16="http://schemas.microsoft.com/office/drawing/2014/main" id="{EA6F92C6-55CA-48AB-1424-4B3666809198}"/>
              </a:ext>
            </a:extLst>
          </p:cNvPr>
          <p:cNvSpPr/>
          <p:nvPr/>
        </p:nvSpPr>
        <p:spPr>
          <a:xfrm>
            <a:off x="5006516" y="1395476"/>
            <a:ext cx="1526692"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(WASI SDK)</a:t>
            </a:r>
          </a:p>
        </p:txBody>
      </p:sp>
      <p:sp>
        <p:nvSpPr>
          <p:cNvPr id="12" name="ZoneTexte 167">
            <a:extLst>
              <a:ext uri="{FF2B5EF4-FFF2-40B4-BE49-F238E27FC236}">
                <a16:creationId xmlns:a16="http://schemas.microsoft.com/office/drawing/2014/main" id="{A17C2CBE-423B-F058-69C7-76A189CA6F89}"/>
              </a:ext>
            </a:extLst>
          </p:cNvPr>
          <p:cNvSpPr txBox="1"/>
          <p:nvPr/>
        </p:nvSpPr>
        <p:spPr>
          <a:xfrm>
            <a:off x="7427929" y="1805301"/>
            <a:ext cx="434734"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(.jar)</a:t>
            </a:r>
          </a:p>
        </p:txBody>
      </p:sp>
      <p:cxnSp>
        <p:nvCxnSpPr>
          <p:cNvPr id="13" name="Connecteur droit avec flèche 149">
            <a:extLst>
              <a:ext uri="{FF2B5EF4-FFF2-40B4-BE49-F238E27FC236}">
                <a16:creationId xmlns:a16="http://schemas.microsoft.com/office/drawing/2014/main" id="{C9891ABA-F7EF-9F19-E487-A786C4A6D2A0}"/>
              </a:ext>
            </a:extLst>
          </p:cNvPr>
          <p:cNvCxnSpPr>
            <a:cxnSpLocks/>
            <a:stCxn id="17" idx="2"/>
          </p:cNvCxnSpPr>
          <p:nvPr/>
        </p:nvCxnSpPr>
        <p:spPr>
          <a:xfrm>
            <a:off x="7433524" y="967922"/>
            <a:ext cx="0" cy="113125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90" name="Group 89">
            <a:extLst>
              <a:ext uri="{FF2B5EF4-FFF2-40B4-BE49-F238E27FC236}">
                <a16:creationId xmlns:a16="http://schemas.microsoft.com/office/drawing/2014/main" id="{C70568FE-2798-BC6D-585B-38B868DEE1DD}"/>
              </a:ext>
            </a:extLst>
          </p:cNvPr>
          <p:cNvGrpSpPr/>
          <p:nvPr/>
        </p:nvGrpSpPr>
        <p:grpSpPr>
          <a:xfrm>
            <a:off x="6574730" y="281093"/>
            <a:ext cx="1655644" cy="686829"/>
            <a:chOff x="6433370" y="743004"/>
            <a:chExt cx="1655644" cy="686829"/>
          </a:xfrm>
        </p:grpSpPr>
        <p:sp>
          <p:nvSpPr>
            <p:cNvPr id="17" name="Rounded Rectangle 16">
              <a:extLst>
                <a:ext uri="{FF2B5EF4-FFF2-40B4-BE49-F238E27FC236}">
                  <a16:creationId xmlns:a16="http://schemas.microsoft.com/office/drawing/2014/main" id="{C5D3779D-9173-7446-0F44-E27F02DF785C}"/>
                </a:ext>
              </a:extLst>
            </p:cNvPr>
            <p:cNvSpPr/>
            <p:nvPr/>
          </p:nvSpPr>
          <p:spPr>
            <a:xfrm>
              <a:off x="6495313" y="766311"/>
              <a:ext cx="1593701" cy="663522"/>
            </a:xfrm>
            <a:prstGeom prst="roundRect">
              <a:avLst>
                <a:gd name="adj" fmla="val 6304"/>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Libraries</a:t>
              </a:r>
            </a:p>
          </p:txBody>
        </p:sp>
        <p:grpSp>
          <p:nvGrpSpPr>
            <p:cNvPr id="87" name="Group 86">
              <a:extLst>
                <a:ext uri="{FF2B5EF4-FFF2-40B4-BE49-F238E27FC236}">
                  <a16:creationId xmlns:a16="http://schemas.microsoft.com/office/drawing/2014/main" id="{5A05296E-5E04-2E00-6B15-842BEAEBE7AD}"/>
                </a:ext>
              </a:extLst>
            </p:cNvPr>
            <p:cNvGrpSpPr/>
            <p:nvPr/>
          </p:nvGrpSpPr>
          <p:grpSpPr>
            <a:xfrm>
              <a:off x="6433370" y="743004"/>
              <a:ext cx="344751" cy="303135"/>
              <a:chOff x="6433370" y="743004"/>
              <a:chExt cx="344751" cy="303135"/>
            </a:xfrm>
          </p:grpSpPr>
          <p:sp>
            <p:nvSpPr>
              <p:cNvPr id="21" name="Bande diagonale 197">
                <a:extLst>
                  <a:ext uri="{FF2B5EF4-FFF2-40B4-BE49-F238E27FC236}">
                    <a16:creationId xmlns:a16="http://schemas.microsoft.com/office/drawing/2014/main" id="{D580ADF1-8E64-A6BF-B8D1-4E2697F6C8B1}"/>
                  </a:ext>
                </a:extLst>
              </p:cNvPr>
              <p:cNvSpPr/>
              <p:nvPr/>
            </p:nvSpPr>
            <p:spPr>
              <a:xfrm>
                <a:off x="6498293" y="766311"/>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22" name="ZoneTexte 198">
                <a:extLst>
                  <a:ext uri="{FF2B5EF4-FFF2-40B4-BE49-F238E27FC236}">
                    <a16:creationId xmlns:a16="http://schemas.microsoft.com/office/drawing/2014/main" id="{0771C4B4-D150-1E54-39FD-B478682B4CE2}"/>
                  </a:ext>
                </a:extLst>
              </p:cNvPr>
              <p:cNvSpPr txBox="1"/>
              <p:nvPr/>
            </p:nvSpPr>
            <p:spPr>
              <a:xfrm rot="18945775">
                <a:off x="6433370" y="743004"/>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sp>
        <p:nvSpPr>
          <p:cNvPr id="3" name="Rounded Rectangle 77">
            <a:extLst>
              <a:ext uri="{FF2B5EF4-FFF2-40B4-BE49-F238E27FC236}">
                <a16:creationId xmlns:a16="http://schemas.microsoft.com/office/drawing/2014/main" id="{175A3AC2-5995-65CD-4BAD-E0DC2E85FEB4}"/>
              </a:ext>
            </a:extLst>
          </p:cNvPr>
          <p:cNvSpPr/>
          <p:nvPr/>
        </p:nvSpPr>
        <p:spPr>
          <a:xfrm>
            <a:off x="3503711" y="2079372"/>
            <a:ext cx="4633407" cy="393852"/>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FR" sz="1000" dirty="0">
                <a:solidFill>
                  <a:srgbClr val="FFFFFF"/>
                </a:solidFill>
                <a:latin typeface="Source Sans Pro" panose="020B0503030403020204" pitchFamily="34" charset="0"/>
                <a:ea typeface="Source Sans Pro" panose="020B0503030403020204" pitchFamily="34" charset="0"/>
              </a:rPr>
              <a:t>Binary Code Verifier</a:t>
            </a:r>
          </a:p>
        </p:txBody>
      </p:sp>
      <p:pic>
        <p:nvPicPr>
          <p:cNvPr id="4" name="Picture 3">
            <a:extLst>
              <a:ext uri="{FF2B5EF4-FFF2-40B4-BE49-F238E27FC236}">
                <a16:creationId xmlns:a16="http://schemas.microsoft.com/office/drawing/2014/main" id="{44BBC09D-63C4-D395-081F-D35A5300D0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19750" y="2129358"/>
            <a:ext cx="245721" cy="302428"/>
          </a:xfrm>
          <a:prstGeom prst="rect">
            <a:avLst/>
          </a:prstGeom>
        </p:spPr>
      </p:pic>
      <p:cxnSp>
        <p:nvCxnSpPr>
          <p:cNvPr id="62" name="Connecteur droit avec flèche 9">
            <a:extLst>
              <a:ext uri="{FF2B5EF4-FFF2-40B4-BE49-F238E27FC236}">
                <a16:creationId xmlns:a16="http://schemas.microsoft.com/office/drawing/2014/main" id="{AB7B86AB-C232-108F-051E-EF8C63BD5E4E}"/>
              </a:ext>
            </a:extLst>
          </p:cNvPr>
          <p:cNvCxnSpPr>
            <a:cxnSpLocks/>
          </p:cNvCxnSpPr>
          <p:nvPr/>
        </p:nvCxnSpPr>
        <p:spPr>
          <a:xfrm>
            <a:off x="5732836" y="2861976"/>
            <a:ext cx="4666" cy="41148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68" name="Group 67">
            <a:extLst>
              <a:ext uri="{FF2B5EF4-FFF2-40B4-BE49-F238E27FC236}">
                <a16:creationId xmlns:a16="http://schemas.microsoft.com/office/drawing/2014/main" id="{EFDBE5FA-D516-0B34-80E4-29A758DA0F4E}"/>
              </a:ext>
            </a:extLst>
          </p:cNvPr>
          <p:cNvGrpSpPr/>
          <p:nvPr/>
        </p:nvGrpSpPr>
        <p:grpSpPr>
          <a:xfrm>
            <a:off x="1748422" y="3723808"/>
            <a:ext cx="1264749" cy="2036815"/>
            <a:chOff x="661623" y="3086108"/>
            <a:chExt cx="1963733" cy="2888436"/>
          </a:xfrm>
        </p:grpSpPr>
        <p:sp>
          <p:nvSpPr>
            <p:cNvPr id="145" name="Rounded Rectangle 174">
              <a:extLst>
                <a:ext uri="{FF2B5EF4-FFF2-40B4-BE49-F238E27FC236}">
                  <a16:creationId xmlns:a16="http://schemas.microsoft.com/office/drawing/2014/main" id="{4A664727-DE47-8048-FE3A-2493DC3715CD}"/>
                </a:ext>
              </a:extLst>
            </p:cNvPr>
            <p:cNvSpPr/>
            <p:nvPr/>
          </p:nvSpPr>
          <p:spPr>
            <a:xfrm>
              <a:off x="661623" y="3242994"/>
              <a:ext cx="1963733" cy="2731550"/>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146" name="TextBox 145">
              <a:extLst>
                <a:ext uri="{FF2B5EF4-FFF2-40B4-BE49-F238E27FC236}">
                  <a16:creationId xmlns:a16="http://schemas.microsoft.com/office/drawing/2014/main" id="{9C2C7D91-5FC9-F469-E2F5-23536C094A7C}"/>
                </a:ext>
              </a:extLst>
            </p:cNvPr>
            <p:cNvSpPr txBox="1"/>
            <p:nvPr/>
          </p:nvSpPr>
          <p:spPr>
            <a:xfrm>
              <a:off x="1219484" y="3086108"/>
              <a:ext cx="848012" cy="288624"/>
            </a:xfrm>
            <a:prstGeom prst="rect">
              <a:avLst/>
            </a:prstGeom>
            <a:solidFill>
              <a:schemeClr val="bg1"/>
            </a:solidFill>
          </p:spPr>
          <p:txBody>
            <a:bodyPr wrap="square" tIns="36000" bIns="36000" rtlCol="0">
              <a:spAutoFit/>
            </a:bodyPr>
            <a:lstStyle/>
            <a:p>
              <a:pPr defTabSz="685783">
                <a:buClrTx/>
              </a:pPr>
              <a:r>
                <a:rPr lang="en-US" sz="9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Legend</a:t>
              </a:r>
            </a:p>
          </p:txBody>
        </p:sp>
      </p:grpSp>
      <p:sp>
        <p:nvSpPr>
          <p:cNvPr id="136" name="Rounded Rectangle 135">
            <a:extLst>
              <a:ext uri="{FF2B5EF4-FFF2-40B4-BE49-F238E27FC236}">
                <a16:creationId xmlns:a16="http://schemas.microsoft.com/office/drawing/2014/main" id="{B6D62123-BD46-A079-328A-3F4FEA0854FA}"/>
              </a:ext>
            </a:extLst>
          </p:cNvPr>
          <p:cNvSpPr/>
          <p:nvPr/>
        </p:nvSpPr>
        <p:spPr>
          <a:xfrm>
            <a:off x="1865312" y="3937412"/>
            <a:ext cx="1047199" cy="385200"/>
          </a:xfrm>
          <a:prstGeom prst="roundRect">
            <a:avLst>
              <a:gd name="adj" fmla="val 10425"/>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Core Modules</a:t>
            </a:r>
          </a:p>
        </p:txBody>
      </p:sp>
      <p:sp>
        <p:nvSpPr>
          <p:cNvPr id="137" name="Rounded Rectangle 136">
            <a:extLst>
              <a:ext uri="{FF2B5EF4-FFF2-40B4-BE49-F238E27FC236}">
                <a16:creationId xmlns:a16="http://schemas.microsoft.com/office/drawing/2014/main" id="{C045BDBA-F061-BB5F-BABA-A1D9E764D9D0}"/>
              </a:ext>
            </a:extLst>
          </p:cNvPr>
          <p:cNvSpPr/>
          <p:nvPr/>
        </p:nvSpPr>
        <p:spPr>
          <a:xfrm>
            <a:off x="1865312" y="4395193"/>
            <a:ext cx="1047199" cy="385200"/>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a:t>
            </a:r>
          </a:p>
        </p:txBody>
      </p:sp>
      <p:sp>
        <p:nvSpPr>
          <p:cNvPr id="138" name="Rounded Rectangle 137">
            <a:extLst>
              <a:ext uri="{FF2B5EF4-FFF2-40B4-BE49-F238E27FC236}">
                <a16:creationId xmlns:a16="http://schemas.microsoft.com/office/drawing/2014/main" id="{D58012A7-2BB5-B032-5DAF-4EE63162E17D}"/>
              </a:ext>
            </a:extLst>
          </p:cNvPr>
          <p:cNvSpPr/>
          <p:nvPr/>
        </p:nvSpPr>
        <p:spPr>
          <a:xfrm>
            <a:off x="1865311" y="4838664"/>
            <a:ext cx="1047199" cy="385200"/>
          </a:xfrm>
          <a:prstGeom prst="roundRect">
            <a:avLst>
              <a:gd name="adj" fmla="val 11196"/>
            </a:avLst>
          </a:prstGeom>
          <a:solidFill>
            <a:schemeClr val="accent6"/>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Native Code</a:t>
            </a:r>
          </a:p>
        </p:txBody>
      </p:sp>
      <p:sp>
        <p:nvSpPr>
          <p:cNvPr id="139" name="Rounded Rectangle 7">
            <a:extLst>
              <a:ext uri="{FF2B5EF4-FFF2-40B4-BE49-F238E27FC236}">
                <a16:creationId xmlns:a16="http://schemas.microsoft.com/office/drawing/2014/main" id="{52BF3F00-ADCD-3257-AA7D-90D34C319116}"/>
              </a:ext>
            </a:extLst>
          </p:cNvPr>
          <p:cNvSpPr/>
          <p:nvPr/>
        </p:nvSpPr>
        <p:spPr>
          <a:xfrm>
            <a:off x="1865311" y="5282135"/>
            <a:ext cx="1047199" cy="385889"/>
          </a:xfrm>
          <a:prstGeom prst="roundRect">
            <a:avLst>
              <a:gd name="adj" fmla="val 11731"/>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Build Tool</a:t>
            </a:r>
          </a:p>
        </p:txBody>
      </p:sp>
    </p:spTree>
    <p:extLst>
      <p:ext uri="{BB962C8B-B14F-4D97-AF65-F5344CB8AC3E}">
        <p14:creationId xmlns:p14="http://schemas.microsoft.com/office/powerpoint/2010/main" val="3928232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FC34C1-8741-1FA5-B183-34E4C70AD63F}"/>
              </a:ext>
            </a:extLst>
          </p:cNvPr>
          <p:cNvSpPr>
            <a:spLocks noGrp="1"/>
          </p:cNvSpPr>
          <p:nvPr>
            <p:ph type="ctrTitle"/>
          </p:nvPr>
        </p:nvSpPr>
        <p:spPr/>
        <p:txBody>
          <a:bodyPr/>
          <a:lstStyle/>
          <a:p>
            <a:r>
              <a:rPr lang="en-US" dirty="0"/>
              <a:t>OLD</a:t>
            </a:r>
            <a:br>
              <a:rPr lang="en-US" dirty="0"/>
            </a:br>
            <a:endParaRPr lang="en-US" dirty="0"/>
          </a:p>
        </p:txBody>
      </p:sp>
    </p:spTree>
    <p:extLst>
      <p:ext uri="{BB962C8B-B14F-4D97-AF65-F5344CB8AC3E}">
        <p14:creationId xmlns:p14="http://schemas.microsoft.com/office/powerpoint/2010/main" val="10212731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cxnSp>
        <p:nvCxnSpPr>
          <p:cNvPr id="10" name="Connecteur droit avec flèche 149">
            <a:extLst>
              <a:ext uri="{FF2B5EF4-FFF2-40B4-BE49-F238E27FC236}">
                <a16:creationId xmlns:a16="http://schemas.microsoft.com/office/drawing/2014/main" id="{73158364-5188-8D01-765C-03E324A91A7C}"/>
              </a:ext>
            </a:extLst>
          </p:cNvPr>
          <p:cNvCxnSpPr>
            <a:cxnSpLocks/>
            <a:stCxn id="63" idx="2"/>
          </p:cNvCxnSpPr>
          <p:nvPr/>
        </p:nvCxnSpPr>
        <p:spPr>
          <a:xfrm>
            <a:off x="2639616" y="1182397"/>
            <a:ext cx="0" cy="111438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ZoneTexte 175">
            <a:extLst>
              <a:ext uri="{FF2B5EF4-FFF2-40B4-BE49-F238E27FC236}">
                <a16:creationId xmlns:a16="http://schemas.microsoft.com/office/drawing/2014/main" id="{A565C943-15E6-41B0-9286-7BE8D1706491}"/>
              </a:ext>
            </a:extLst>
          </p:cNvPr>
          <p:cNvSpPr txBox="1"/>
          <p:nvPr/>
        </p:nvSpPr>
        <p:spPr>
          <a:xfrm>
            <a:off x="2596938" y="1983752"/>
            <a:ext cx="58862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 .jar)</a:t>
            </a:r>
          </a:p>
        </p:txBody>
      </p:sp>
      <p:cxnSp>
        <p:nvCxnSpPr>
          <p:cNvPr id="15" name="Connecteur droit avec flèche 151">
            <a:extLst>
              <a:ext uri="{FF2B5EF4-FFF2-40B4-BE49-F238E27FC236}">
                <a16:creationId xmlns:a16="http://schemas.microsoft.com/office/drawing/2014/main" id="{9DD06B8C-2181-61F1-B3BC-84962364B907}"/>
              </a:ext>
            </a:extLst>
          </p:cNvPr>
          <p:cNvCxnSpPr>
            <a:cxnSpLocks/>
            <a:stCxn id="92" idx="2"/>
            <a:endCxn id="118" idx="0"/>
          </p:cNvCxnSpPr>
          <p:nvPr/>
        </p:nvCxnSpPr>
        <p:spPr>
          <a:xfrm flipH="1">
            <a:off x="4439566" y="1202787"/>
            <a:ext cx="550" cy="38602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6" name="ZoneTexte 152">
            <a:extLst>
              <a:ext uri="{FF2B5EF4-FFF2-40B4-BE49-F238E27FC236}">
                <a16:creationId xmlns:a16="http://schemas.microsoft.com/office/drawing/2014/main" id="{42D498B0-577A-FBB0-19E7-1434798491A7}"/>
              </a:ext>
            </a:extLst>
          </p:cNvPr>
          <p:cNvSpPr txBox="1"/>
          <p:nvPr/>
        </p:nvSpPr>
        <p:spPr>
          <a:xfrm>
            <a:off x="4405400" y="2001227"/>
            <a:ext cx="68480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.jar)</a:t>
            </a:r>
          </a:p>
        </p:txBody>
      </p:sp>
      <p:sp>
        <p:nvSpPr>
          <p:cNvPr id="18" name="ZoneTexte 173">
            <a:extLst>
              <a:ext uri="{FF2B5EF4-FFF2-40B4-BE49-F238E27FC236}">
                <a16:creationId xmlns:a16="http://schemas.microsoft.com/office/drawing/2014/main" id="{B517F56A-B8CA-42AF-DDF5-4E836E67CEAE}"/>
              </a:ext>
            </a:extLst>
          </p:cNvPr>
          <p:cNvSpPr txBox="1"/>
          <p:nvPr/>
        </p:nvSpPr>
        <p:spPr>
          <a:xfrm>
            <a:off x="4405400" y="1180180"/>
            <a:ext cx="1034257" cy="400110"/>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.java, .list, </a:t>
            </a:r>
          </a:p>
          <a:p>
            <a:pPr>
              <a:defRPr/>
            </a:pPr>
            <a:r>
              <a:rPr lang="en-US" sz="1000" dirty="0">
                <a:solidFill>
                  <a:srgbClr val="97A7AF"/>
                </a:solidFill>
                <a:latin typeface="Source Sans Pro" panose="020B0503030403020204" pitchFamily="34" charset="0"/>
                <a:ea typeface="Source Sans Pro" panose="020B0503030403020204" pitchFamily="34" charset="0"/>
              </a:rPr>
              <a:t>resources)</a:t>
            </a:r>
          </a:p>
        </p:txBody>
      </p:sp>
      <p:cxnSp>
        <p:nvCxnSpPr>
          <p:cNvPr id="20" name="Connecteur droit avec flèche 149">
            <a:extLst>
              <a:ext uri="{FF2B5EF4-FFF2-40B4-BE49-F238E27FC236}">
                <a16:creationId xmlns:a16="http://schemas.microsoft.com/office/drawing/2014/main" id="{CD7DD147-64C7-3B54-7DB2-35D423C84247}"/>
              </a:ext>
            </a:extLst>
          </p:cNvPr>
          <p:cNvCxnSpPr>
            <a:cxnSpLocks/>
            <a:stCxn id="118" idx="2"/>
          </p:cNvCxnSpPr>
          <p:nvPr/>
        </p:nvCxnSpPr>
        <p:spPr>
          <a:xfrm>
            <a:off x="4439566" y="2061829"/>
            <a:ext cx="0" cy="243085"/>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5" name="ZoneTexte 167">
            <a:extLst>
              <a:ext uri="{FF2B5EF4-FFF2-40B4-BE49-F238E27FC236}">
                <a16:creationId xmlns:a16="http://schemas.microsoft.com/office/drawing/2014/main" id="{AC09E288-D59D-B096-808C-6F0CB5A35EC7}"/>
              </a:ext>
            </a:extLst>
          </p:cNvPr>
          <p:cNvSpPr txBox="1"/>
          <p:nvPr/>
        </p:nvSpPr>
        <p:spPr>
          <a:xfrm>
            <a:off x="6186921" y="1983752"/>
            <a:ext cx="68480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(e.g., .jar)</a:t>
            </a:r>
          </a:p>
        </p:txBody>
      </p:sp>
      <p:cxnSp>
        <p:nvCxnSpPr>
          <p:cNvPr id="26" name="Connecteur droit avec flèche 149">
            <a:extLst>
              <a:ext uri="{FF2B5EF4-FFF2-40B4-BE49-F238E27FC236}">
                <a16:creationId xmlns:a16="http://schemas.microsoft.com/office/drawing/2014/main" id="{A2D02B97-571D-E857-0FF0-02309F7A0E83}"/>
              </a:ext>
            </a:extLst>
          </p:cNvPr>
          <p:cNvCxnSpPr>
            <a:cxnSpLocks/>
            <a:stCxn id="86" idx="2"/>
          </p:cNvCxnSpPr>
          <p:nvPr/>
        </p:nvCxnSpPr>
        <p:spPr>
          <a:xfrm flipH="1">
            <a:off x="6229112" y="1206755"/>
            <a:ext cx="1" cy="109562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2" name="ZoneTexte 167">
            <a:extLst>
              <a:ext uri="{FF2B5EF4-FFF2-40B4-BE49-F238E27FC236}">
                <a16:creationId xmlns:a16="http://schemas.microsoft.com/office/drawing/2014/main" id="{B274EB27-840A-2006-CFDB-5F18EF42822B}"/>
              </a:ext>
            </a:extLst>
          </p:cNvPr>
          <p:cNvSpPr txBox="1"/>
          <p:nvPr/>
        </p:nvSpPr>
        <p:spPr>
          <a:xfrm>
            <a:off x="4454145" y="2954432"/>
            <a:ext cx="2108269"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microejruntime.a</a:t>
            </a:r>
            <a:r>
              <a:rPr lang="en-US" sz="1000" dirty="0">
                <a:solidFill>
                  <a:srgbClr val="97A7AF"/>
                </a:solidFill>
                <a:latin typeface="Source Sans Pro" panose="020B0503030403020204" pitchFamily="34" charset="0"/>
                <a:ea typeface="Source Sans Pro" panose="020B0503030403020204" pitchFamily="34" charset="0"/>
              </a:rPr>
              <a:t>, </a:t>
            </a:r>
            <a:r>
              <a:rPr lang="en-US" sz="1000" dirty="0" err="1">
                <a:solidFill>
                  <a:srgbClr val="97A7AF"/>
                </a:solidFill>
                <a:latin typeface="Source Sans Pro" panose="020B0503030403020204" pitchFamily="34" charset="0"/>
                <a:ea typeface="Source Sans Pro" panose="020B0503030403020204" pitchFamily="34" charset="0"/>
              </a:rPr>
              <a:t>microejapp.o</a:t>
            </a:r>
            <a:r>
              <a:rPr lang="en-US" sz="1000" dirty="0">
                <a:solidFill>
                  <a:srgbClr val="97A7AF"/>
                </a:solidFill>
                <a:latin typeface="Source Sans Pro" panose="020B0503030403020204" pitchFamily="34" charset="0"/>
                <a:ea typeface="Source Sans Pro" panose="020B0503030403020204" pitchFamily="34" charset="0"/>
              </a:rPr>
              <a:t>, .s)</a:t>
            </a:r>
          </a:p>
        </p:txBody>
      </p:sp>
      <p:cxnSp>
        <p:nvCxnSpPr>
          <p:cNvPr id="33" name="Connecteur droit avec flèche 149">
            <a:extLst>
              <a:ext uri="{FF2B5EF4-FFF2-40B4-BE49-F238E27FC236}">
                <a16:creationId xmlns:a16="http://schemas.microsoft.com/office/drawing/2014/main" id="{5627EB19-DBA7-83D7-0F49-AB061D26FFFF}"/>
              </a:ext>
            </a:extLst>
          </p:cNvPr>
          <p:cNvCxnSpPr>
            <a:cxnSpLocks/>
            <a:stCxn id="115" idx="2"/>
          </p:cNvCxnSpPr>
          <p:nvPr/>
        </p:nvCxnSpPr>
        <p:spPr>
          <a:xfrm flipH="1">
            <a:off x="6873521" y="3643475"/>
            <a:ext cx="6605" cy="382348"/>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eur droit avec flèche 9">
            <a:extLst>
              <a:ext uri="{FF2B5EF4-FFF2-40B4-BE49-F238E27FC236}">
                <a16:creationId xmlns:a16="http://schemas.microsoft.com/office/drawing/2014/main" id="{8375980D-DF58-E3F1-369C-BB483C3C8E6F}"/>
              </a:ext>
            </a:extLst>
          </p:cNvPr>
          <p:cNvCxnSpPr>
            <a:cxnSpLocks/>
            <a:stCxn id="116" idx="2"/>
          </p:cNvCxnSpPr>
          <p:nvPr/>
        </p:nvCxnSpPr>
        <p:spPr>
          <a:xfrm flipH="1">
            <a:off x="8015706" y="2683505"/>
            <a:ext cx="14373" cy="569322"/>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9">
            <a:extLst>
              <a:ext uri="{FF2B5EF4-FFF2-40B4-BE49-F238E27FC236}">
                <a16:creationId xmlns:a16="http://schemas.microsoft.com/office/drawing/2014/main" id="{E683D0AF-4104-DDDC-52AE-48F4A90939C5}"/>
              </a:ext>
            </a:extLst>
          </p:cNvPr>
          <p:cNvCxnSpPr>
            <a:cxnSpLocks/>
            <a:stCxn id="108" idx="2"/>
            <a:endCxn id="116" idx="0"/>
          </p:cNvCxnSpPr>
          <p:nvPr/>
        </p:nvCxnSpPr>
        <p:spPr>
          <a:xfrm>
            <a:off x="8029613" y="1231386"/>
            <a:ext cx="466" cy="106623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8" name="ZoneTexte 12">
            <a:extLst>
              <a:ext uri="{FF2B5EF4-FFF2-40B4-BE49-F238E27FC236}">
                <a16:creationId xmlns:a16="http://schemas.microsoft.com/office/drawing/2014/main" id="{9523C40E-7905-F3DC-2BC7-5C9CBAC92720}"/>
              </a:ext>
            </a:extLst>
          </p:cNvPr>
          <p:cNvSpPr txBox="1"/>
          <p:nvPr/>
        </p:nvSpPr>
        <p:spPr>
          <a:xfrm>
            <a:off x="8015706" y="2947207"/>
            <a:ext cx="360996"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(.o)</a:t>
            </a:r>
          </a:p>
        </p:txBody>
      </p:sp>
      <p:sp>
        <p:nvSpPr>
          <p:cNvPr id="50" name="ZoneTexte 167">
            <a:extLst>
              <a:ext uri="{FF2B5EF4-FFF2-40B4-BE49-F238E27FC236}">
                <a16:creationId xmlns:a16="http://schemas.microsoft.com/office/drawing/2014/main" id="{1284008D-3219-3950-6798-CDDD12DDD924}"/>
              </a:ext>
            </a:extLst>
          </p:cNvPr>
          <p:cNvSpPr txBox="1"/>
          <p:nvPr/>
        </p:nvSpPr>
        <p:spPr>
          <a:xfrm>
            <a:off x="8015706" y="2001227"/>
            <a:ext cx="508473"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(.c, .h)</a:t>
            </a:r>
          </a:p>
        </p:txBody>
      </p:sp>
      <p:cxnSp>
        <p:nvCxnSpPr>
          <p:cNvPr id="54" name="Connecteur droit avec flèche 9">
            <a:extLst>
              <a:ext uri="{FF2B5EF4-FFF2-40B4-BE49-F238E27FC236}">
                <a16:creationId xmlns:a16="http://schemas.microsoft.com/office/drawing/2014/main" id="{538F4C94-5D6D-64CF-FFA3-0310DBE21D9D}"/>
              </a:ext>
            </a:extLst>
          </p:cNvPr>
          <p:cNvCxnSpPr>
            <a:cxnSpLocks/>
            <a:stCxn id="102" idx="2"/>
          </p:cNvCxnSpPr>
          <p:nvPr/>
        </p:nvCxnSpPr>
        <p:spPr>
          <a:xfrm>
            <a:off x="9818611" y="1252796"/>
            <a:ext cx="0" cy="200003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55" name="ZoneTexte 167">
            <a:extLst>
              <a:ext uri="{FF2B5EF4-FFF2-40B4-BE49-F238E27FC236}">
                <a16:creationId xmlns:a16="http://schemas.microsoft.com/office/drawing/2014/main" id="{38C1D9AF-6473-4A8A-8F6C-BA9913AA096A}"/>
              </a:ext>
            </a:extLst>
          </p:cNvPr>
          <p:cNvSpPr txBox="1"/>
          <p:nvPr/>
        </p:nvSpPr>
        <p:spPr>
          <a:xfrm>
            <a:off x="9786730" y="2959970"/>
            <a:ext cx="354584"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a:t>
            </a:r>
          </a:p>
        </p:txBody>
      </p:sp>
      <p:cxnSp>
        <p:nvCxnSpPr>
          <p:cNvPr id="59" name="Connecteur droit avec flèche 9">
            <a:extLst>
              <a:ext uri="{FF2B5EF4-FFF2-40B4-BE49-F238E27FC236}">
                <a16:creationId xmlns:a16="http://schemas.microsoft.com/office/drawing/2014/main" id="{14034553-FC7C-A869-FD2A-4147A50591F4}"/>
              </a:ext>
            </a:extLst>
          </p:cNvPr>
          <p:cNvCxnSpPr>
            <a:cxnSpLocks/>
            <a:stCxn id="117" idx="2"/>
          </p:cNvCxnSpPr>
          <p:nvPr/>
        </p:nvCxnSpPr>
        <p:spPr>
          <a:xfrm>
            <a:off x="4485548" y="2688264"/>
            <a:ext cx="0" cy="564563"/>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60" name="ZoneTexte 167">
            <a:extLst>
              <a:ext uri="{FF2B5EF4-FFF2-40B4-BE49-F238E27FC236}">
                <a16:creationId xmlns:a16="http://schemas.microsoft.com/office/drawing/2014/main" id="{780B7093-5256-2144-535E-2A4E9D5D4FEA}"/>
              </a:ext>
            </a:extLst>
          </p:cNvPr>
          <p:cNvSpPr txBox="1"/>
          <p:nvPr/>
        </p:nvSpPr>
        <p:spPr>
          <a:xfrm>
            <a:off x="6839664" y="3726228"/>
            <a:ext cx="2149948" cy="246221"/>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1000" dirty="0">
                <a:solidFill>
                  <a:srgbClr val="97A7AF"/>
                </a:solidFill>
                <a:latin typeface="Source Sans Pro" panose="020B0503030403020204" pitchFamily="34" charset="0"/>
                <a:ea typeface="Source Sans Pro" panose="020B0503030403020204" pitchFamily="34" charset="0"/>
              </a:rPr>
              <a:t>(</a:t>
            </a:r>
            <a:r>
              <a:rPr lang="en-US" sz="1000" dirty="0" err="1">
                <a:solidFill>
                  <a:srgbClr val="97A7AF"/>
                </a:solidFill>
                <a:latin typeface="Source Sans Pro" panose="020B0503030403020204" pitchFamily="34" charset="0"/>
                <a:ea typeface="Source Sans Pro" panose="020B0503030403020204" pitchFamily="34" charset="0"/>
              </a:rPr>
              <a:t>application.out</a:t>
            </a:r>
            <a:r>
              <a:rPr lang="en-US" sz="1000" dirty="0">
                <a:solidFill>
                  <a:srgbClr val="97A7AF"/>
                </a:solidFill>
                <a:latin typeface="Source Sans Pro" panose="020B0503030403020204" pitchFamily="34" charset="0"/>
                <a:ea typeface="Source Sans Pro" panose="020B0503030403020204" pitchFamily="34" charset="0"/>
              </a:rPr>
              <a:t>, </a:t>
            </a:r>
            <a:r>
              <a:rPr lang="en-US" sz="1000" dirty="0" err="1">
                <a:solidFill>
                  <a:srgbClr val="97A7AF"/>
                </a:solidFill>
                <a:latin typeface="Source Sans Pro" panose="020B0503030403020204" pitchFamily="34" charset="0"/>
                <a:ea typeface="Source Sans Pro" panose="020B0503030403020204" pitchFamily="34" charset="0"/>
              </a:rPr>
              <a:t>application.hex</a:t>
            </a:r>
            <a:r>
              <a:rPr lang="en-US" sz="1000" dirty="0">
                <a:solidFill>
                  <a:srgbClr val="97A7AF"/>
                </a:solidFill>
                <a:latin typeface="Source Sans Pro" panose="020B0503030403020204" pitchFamily="34" charset="0"/>
                <a:ea typeface="Source Sans Pro" panose="020B0503030403020204" pitchFamily="34" charset="0"/>
              </a:rPr>
              <a:t>, …)</a:t>
            </a:r>
          </a:p>
        </p:txBody>
      </p:sp>
      <p:grpSp>
        <p:nvGrpSpPr>
          <p:cNvPr id="22" name="Group 21">
            <a:extLst>
              <a:ext uri="{FF2B5EF4-FFF2-40B4-BE49-F238E27FC236}">
                <a16:creationId xmlns:a16="http://schemas.microsoft.com/office/drawing/2014/main" id="{799312E4-A8DE-C0F6-9194-85E81DF495C7}"/>
              </a:ext>
            </a:extLst>
          </p:cNvPr>
          <p:cNvGrpSpPr/>
          <p:nvPr/>
        </p:nvGrpSpPr>
        <p:grpSpPr>
          <a:xfrm>
            <a:off x="1780822" y="495568"/>
            <a:ext cx="8834639" cy="757228"/>
            <a:chOff x="1437503" y="1214667"/>
            <a:chExt cx="8834639" cy="757228"/>
          </a:xfrm>
        </p:grpSpPr>
        <p:grpSp>
          <p:nvGrpSpPr>
            <p:cNvPr id="7" name="Group 6">
              <a:extLst>
                <a:ext uri="{FF2B5EF4-FFF2-40B4-BE49-F238E27FC236}">
                  <a16:creationId xmlns:a16="http://schemas.microsoft.com/office/drawing/2014/main" id="{697DC3F4-1BDE-A76B-2EE9-24AEEBC70847}"/>
                </a:ext>
              </a:extLst>
            </p:cNvPr>
            <p:cNvGrpSpPr/>
            <p:nvPr/>
          </p:nvGrpSpPr>
          <p:grpSpPr>
            <a:xfrm>
              <a:off x="1437503" y="1214667"/>
              <a:ext cx="1655644" cy="686829"/>
              <a:chOff x="1437503" y="1214667"/>
              <a:chExt cx="1655644" cy="686829"/>
            </a:xfrm>
          </p:grpSpPr>
          <p:sp>
            <p:nvSpPr>
              <p:cNvPr id="63" name="Rounded Rectangle 62">
                <a:extLst>
                  <a:ext uri="{FF2B5EF4-FFF2-40B4-BE49-F238E27FC236}">
                    <a16:creationId xmlns:a16="http://schemas.microsoft.com/office/drawing/2014/main" id="{0E021BBB-9985-09DB-890C-F4AA9006E966}"/>
                  </a:ext>
                </a:extLst>
              </p:cNvPr>
              <p:cNvSpPr/>
              <p:nvPr/>
            </p:nvSpPr>
            <p:spPr>
              <a:xfrm>
                <a:off x="1499446" y="1237974"/>
                <a:ext cx="1593701" cy="663522"/>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VEE Port</a:t>
                </a:r>
                <a:endParaRPr lang="en-US" sz="1000" dirty="0">
                  <a:solidFill>
                    <a:srgbClr val="FFFFFF"/>
                  </a:solidFill>
                  <a:latin typeface="Source Sans Pro" panose="020B0503030403020204" pitchFamily="34" charset="0"/>
                  <a:ea typeface="Source Sans Pro" panose="020B0503030403020204" pitchFamily="34" charset="0"/>
                  <a:cs typeface="Source Sans Pro Light" charset="0"/>
                </a:endParaRPr>
              </a:p>
            </p:txBody>
          </p:sp>
          <p:grpSp>
            <p:nvGrpSpPr>
              <p:cNvPr id="6" name="Group 5">
                <a:extLst>
                  <a:ext uri="{FF2B5EF4-FFF2-40B4-BE49-F238E27FC236}">
                    <a16:creationId xmlns:a16="http://schemas.microsoft.com/office/drawing/2014/main" id="{9E76CBFC-C4F4-2CF2-DDC6-54096CB5A2B4}"/>
                  </a:ext>
                </a:extLst>
              </p:cNvPr>
              <p:cNvGrpSpPr/>
              <p:nvPr/>
            </p:nvGrpSpPr>
            <p:grpSpPr>
              <a:xfrm>
                <a:off x="1437503" y="1214667"/>
                <a:ext cx="344751" cy="303135"/>
                <a:chOff x="1437503" y="1214667"/>
                <a:chExt cx="344751" cy="303135"/>
              </a:xfrm>
            </p:grpSpPr>
            <p:sp>
              <p:nvSpPr>
                <p:cNvPr id="82" name="Bande diagonale 197">
                  <a:extLst>
                    <a:ext uri="{FF2B5EF4-FFF2-40B4-BE49-F238E27FC236}">
                      <a16:creationId xmlns:a16="http://schemas.microsoft.com/office/drawing/2014/main" id="{053FC002-07CD-0B0F-DF64-8C6A06F4A25B}"/>
                    </a:ext>
                  </a:extLst>
                </p:cNvPr>
                <p:cNvSpPr/>
                <p:nvPr/>
              </p:nvSpPr>
              <p:spPr>
                <a:xfrm>
                  <a:off x="1502426" y="1237974"/>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83" name="ZoneTexte 198">
                  <a:extLst>
                    <a:ext uri="{FF2B5EF4-FFF2-40B4-BE49-F238E27FC236}">
                      <a16:creationId xmlns:a16="http://schemas.microsoft.com/office/drawing/2014/main" id="{42B8CC75-F1EE-5181-E2A8-15C73B87E514}"/>
                    </a:ext>
                  </a:extLst>
                </p:cNvPr>
                <p:cNvSpPr txBox="1"/>
                <p:nvPr/>
              </p:nvSpPr>
              <p:spPr>
                <a:xfrm rot="18945775">
                  <a:off x="1437503" y="1214667"/>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13" name="Group 12">
              <a:extLst>
                <a:ext uri="{FF2B5EF4-FFF2-40B4-BE49-F238E27FC236}">
                  <a16:creationId xmlns:a16="http://schemas.microsoft.com/office/drawing/2014/main" id="{650D0DF8-BA44-DBE7-799F-22D21C2222E5}"/>
                </a:ext>
              </a:extLst>
            </p:cNvPr>
            <p:cNvGrpSpPr/>
            <p:nvPr/>
          </p:nvGrpSpPr>
          <p:grpSpPr>
            <a:xfrm>
              <a:off x="5027000" y="1239025"/>
              <a:ext cx="1655644" cy="686829"/>
              <a:chOff x="4830339" y="1239025"/>
              <a:chExt cx="1655644" cy="686829"/>
            </a:xfrm>
          </p:grpSpPr>
          <p:sp>
            <p:nvSpPr>
              <p:cNvPr id="86" name="Rounded Rectangle 85">
                <a:extLst>
                  <a:ext uri="{FF2B5EF4-FFF2-40B4-BE49-F238E27FC236}">
                    <a16:creationId xmlns:a16="http://schemas.microsoft.com/office/drawing/2014/main" id="{E3C1ACA6-FEC0-C815-AD59-445AFDA45453}"/>
                  </a:ext>
                </a:extLst>
              </p:cNvPr>
              <p:cNvSpPr/>
              <p:nvPr/>
            </p:nvSpPr>
            <p:spPr>
              <a:xfrm>
                <a:off x="4892282" y="1262332"/>
                <a:ext cx="1593701" cy="663522"/>
              </a:xfrm>
              <a:prstGeom prst="roundRect">
                <a:avLst>
                  <a:gd name="adj" fmla="val 6304"/>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Libraries</a:t>
                </a:r>
              </a:p>
            </p:txBody>
          </p:sp>
          <p:grpSp>
            <p:nvGrpSpPr>
              <p:cNvPr id="12" name="Group 11">
                <a:extLst>
                  <a:ext uri="{FF2B5EF4-FFF2-40B4-BE49-F238E27FC236}">
                    <a16:creationId xmlns:a16="http://schemas.microsoft.com/office/drawing/2014/main" id="{B3C13367-32E5-EC52-8C5B-AF9FDC4D9009}"/>
                  </a:ext>
                </a:extLst>
              </p:cNvPr>
              <p:cNvGrpSpPr/>
              <p:nvPr/>
            </p:nvGrpSpPr>
            <p:grpSpPr>
              <a:xfrm>
                <a:off x="4830339" y="1239025"/>
                <a:ext cx="344751" cy="303135"/>
                <a:chOff x="4830339" y="1239025"/>
                <a:chExt cx="344751" cy="303135"/>
              </a:xfrm>
            </p:grpSpPr>
            <p:sp>
              <p:nvSpPr>
                <p:cNvPr id="88" name="Bande diagonale 197">
                  <a:extLst>
                    <a:ext uri="{FF2B5EF4-FFF2-40B4-BE49-F238E27FC236}">
                      <a16:creationId xmlns:a16="http://schemas.microsoft.com/office/drawing/2014/main" id="{8F677C6B-9A1E-30F5-BDFF-61868EDF60C4}"/>
                    </a:ext>
                  </a:extLst>
                </p:cNvPr>
                <p:cNvSpPr/>
                <p:nvPr/>
              </p:nvSpPr>
              <p:spPr>
                <a:xfrm>
                  <a:off x="4895262" y="1262332"/>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89" name="ZoneTexte 198">
                  <a:extLst>
                    <a:ext uri="{FF2B5EF4-FFF2-40B4-BE49-F238E27FC236}">
                      <a16:creationId xmlns:a16="http://schemas.microsoft.com/office/drawing/2014/main" id="{0147FDED-D8E8-1CB5-9B36-C58FCDA859CF}"/>
                    </a:ext>
                  </a:extLst>
                </p:cNvPr>
                <p:cNvSpPr txBox="1"/>
                <p:nvPr/>
              </p:nvSpPr>
              <p:spPr>
                <a:xfrm rot="18945775">
                  <a:off x="4830339" y="1239025"/>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9" name="Group 8">
              <a:extLst>
                <a:ext uri="{FF2B5EF4-FFF2-40B4-BE49-F238E27FC236}">
                  <a16:creationId xmlns:a16="http://schemas.microsoft.com/office/drawing/2014/main" id="{AC157AC0-027B-A153-DB97-D3506B611217}"/>
                </a:ext>
              </a:extLst>
            </p:cNvPr>
            <p:cNvGrpSpPr/>
            <p:nvPr/>
          </p:nvGrpSpPr>
          <p:grpSpPr>
            <a:xfrm>
              <a:off x="3226500" y="1236171"/>
              <a:ext cx="1667147" cy="685715"/>
              <a:chOff x="3092919" y="1236171"/>
              <a:chExt cx="1667147" cy="685715"/>
            </a:xfrm>
          </p:grpSpPr>
          <p:sp>
            <p:nvSpPr>
              <p:cNvPr id="92" name="Rounded Rectangle 91">
                <a:extLst>
                  <a:ext uri="{FF2B5EF4-FFF2-40B4-BE49-F238E27FC236}">
                    <a16:creationId xmlns:a16="http://schemas.microsoft.com/office/drawing/2014/main" id="{4633038C-8BC9-7B4D-396F-B555E20A40D8}"/>
                  </a:ext>
                </a:extLst>
              </p:cNvPr>
              <p:cNvSpPr/>
              <p:nvPr/>
            </p:nvSpPr>
            <p:spPr>
              <a:xfrm>
                <a:off x="3166365" y="1258364"/>
                <a:ext cx="1593701" cy="663522"/>
              </a:xfrm>
              <a:prstGeom prst="roundRect">
                <a:avLst>
                  <a:gd name="adj" fmla="val 6304"/>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Application</a:t>
                </a:r>
              </a:p>
            </p:txBody>
          </p:sp>
          <p:grpSp>
            <p:nvGrpSpPr>
              <p:cNvPr id="8" name="Group 7">
                <a:extLst>
                  <a:ext uri="{FF2B5EF4-FFF2-40B4-BE49-F238E27FC236}">
                    <a16:creationId xmlns:a16="http://schemas.microsoft.com/office/drawing/2014/main" id="{EECEE874-A308-70C7-A965-9FF98ED7B88D}"/>
                  </a:ext>
                </a:extLst>
              </p:cNvPr>
              <p:cNvGrpSpPr/>
              <p:nvPr/>
            </p:nvGrpSpPr>
            <p:grpSpPr>
              <a:xfrm>
                <a:off x="3092919" y="1236171"/>
                <a:ext cx="355332" cy="305989"/>
                <a:chOff x="3092919" y="1236171"/>
                <a:chExt cx="355332" cy="305989"/>
              </a:xfrm>
            </p:grpSpPr>
            <p:sp>
              <p:nvSpPr>
                <p:cNvPr id="97" name="Bande diagonale 192">
                  <a:extLst>
                    <a:ext uri="{FF2B5EF4-FFF2-40B4-BE49-F238E27FC236}">
                      <a16:creationId xmlns:a16="http://schemas.microsoft.com/office/drawing/2014/main" id="{D6543F36-CED3-3E71-C1DF-A47C07C28EBA}"/>
                    </a:ext>
                  </a:extLst>
                </p:cNvPr>
                <p:cNvSpPr/>
                <p:nvPr/>
              </p:nvSpPr>
              <p:spPr>
                <a:xfrm>
                  <a:off x="3168423" y="1262332"/>
                  <a:ext cx="279828" cy="279828"/>
                </a:xfrm>
                <a:prstGeom prst="diagStripe">
                  <a:avLst>
                    <a:gd name="adj" fmla="val 41991"/>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98" name="ZoneTexte 182">
                  <a:extLst>
                    <a:ext uri="{FF2B5EF4-FFF2-40B4-BE49-F238E27FC236}">
                      <a16:creationId xmlns:a16="http://schemas.microsoft.com/office/drawing/2014/main" id="{EAE1BE84-013F-DB90-B5DF-D32BDBC0B7EB}"/>
                    </a:ext>
                  </a:extLst>
                </p:cNvPr>
                <p:cNvSpPr txBox="1"/>
                <p:nvPr/>
              </p:nvSpPr>
              <p:spPr>
                <a:xfrm rot="18945775">
                  <a:off x="3092919" y="1236171"/>
                  <a:ext cx="317716" cy="230832"/>
                </a:xfrm>
                <a:prstGeom prst="rect">
                  <a:avLst/>
                </a:prstGeom>
                <a:noFill/>
              </p:spPr>
              <p:txBody>
                <a:bodyPr wrap="non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defRPr/>
                  </a:pPr>
                  <a:r>
                    <a:rPr lang="en-US" sz="900" dirty="0" err="1">
                      <a:solidFill>
                        <a:srgbClr val="FFFFFF"/>
                      </a:solidFill>
                      <a:latin typeface="Source Sans Pro Light" panose="020B0403030403020204" pitchFamily="34" charset="0"/>
                      <a:ea typeface="Source Sans Pro Light" panose="020B0403030403020204" pitchFamily="34" charset="0"/>
                    </a:rPr>
                    <a:t>src</a:t>
                  </a:r>
                  <a:endParaRPr lang="en-US" sz="900" dirty="0">
                    <a:solidFill>
                      <a:srgbClr val="FFFFFF"/>
                    </a:solidFill>
                    <a:latin typeface="Source Sans Pro Light" panose="020B0403030403020204" pitchFamily="34" charset="0"/>
                    <a:ea typeface="Source Sans Pro Light" panose="020B0403030403020204" pitchFamily="34" charset="0"/>
                  </a:endParaRPr>
                </a:p>
              </p:txBody>
            </p:sp>
          </p:grpSp>
        </p:grpSp>
        <p:grpSp>
          <p:nvGrpSpPr>
            <p:cNvPr id="21" name="Group 20">
              <a:extLst>
                <a:ext uri="{FF2B5EF4-FFF2-40B4-BE49-F238E27FC236}">
                  <a16:creationId xmlns:a16="http://schemas.microsoft.com/office/drawing/2014/main" id="{6DB54FC2-133C-644A-F502-329D0BBD87AA}"/>
                </a:ext>
              </a:extLst>
            </p:cNvPr>
            <p:cNvGrpSpPr/>
            <p:nvPr/>
          </p:nvGrpSpPr>
          <p:grpSpPr>
            <a:xfrm>
              <a:off x="8616498" y="1285066"/>
              <a:ext cx="1655644" cy="686829"/>
              <a:chOff x="8616498" y="1285066"/>
              <a:chExt cx="1655644" cy="686829"/>
            </a:xfrm>
          </p:grpSpPr>
          <p:sp>
            <p:nvSpPr>
              <p:cNvPr id="102" name="Rounded Rectangle 101">
                <a:extLst>
                  <a:ext uri="{FF2B5EF4-FFF2-40B4-BE49-F238E27FC236}">
                    <a16:creationId xmlns:a16="http://schemas.microsoft.com/office/drawing/2014/main" id="{7E0E3BCA-547A-B3A4-2AE4-B2F264671B0B}"/>
                  </a:ext>
                </a:extLst>
              </p:cNvPr>
              <p:cNvSpPr/>
              <p:nvPr/>
            </p:nvSpPr>
            <p:spPr>
              <a:xfrm>
                <a:off x="8678441" y="1308373"/>
                <a:ext cx="1593701" cy="663522"/>
              </a:xfrm>
              <a:prstGeom prst="roundRect">
                <a:avLst>
                  <a:gd name="adj" fmla="val 6304"/>
                </a:avLst>
              </a:prstGeom>
              <a:solidFill>
                <a:schemeClr val="accent3">
                  <a:lumMod val="75000"/>
                </a:schemeClr>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Libraries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Legacy C Libraries</a:t>
                </a:r>
              </a:p>
            </p:txBody>
          </p:sp>
          <p:grpSp>
            <p:nvGrpSpPr>
              <p:cNvPr id="19" name="Group 18">
                <a:extLst>
                  <a:ext uri="{FF2B5EF4-FFF2-40B4-BE49-F238E27FC236}">
                    <a16:creationId xmlns:a16="http://schemas.microsoft.com/office/drawing/2014/main" id="{FD849BCE-EC66-2431-6B3F-FE5409369301}"/>
                  </a:ext>
                </a:extLst>
              </p:cNvPr>
              <p:cNvGrpSpPr/>
              <p:nvPr/>
            </p:nvGrpSpPr>
            <p:grpSpPr>
              <a:xfrm>
                <a:off x="8616498" y="1285066"/>
                <a:ext cx="344751" cy="303135"/>
                <a:chOff x="8616498" y="1285066"/>
                <a:chExt cx="344751" cy="303135"/>
              </a:xfrm>
            </p:grpSpPr>
            <p:sp>
              <p:nvSpPr>
                <p:cNvPr id="104" name="Bande diagonale 197">
                  <a:extLst>
                    <a:ext uri="{FF2B5EF4-FFF2-40B4-BE49-F238E27FC236}">
                      <a16:creationId xmlns:a16="http://schemas.microsoft.com/office/drawing/2014/main" id="{09AC477B-465F-A78F-A64F-B427F291E699}"/>
                    </a:ext>
                  </a:extLst>
                </p:cNvPr>
                <p:cNvSpPr/>
                <p:nvPr/>
              </p:nvSpPr>
              <p:spPr>
                <a:xfrm>
                  <a:off x="8681421" y="1308373"/>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05" name="ZoneTexte 198">
                  <a:extLst>
                    <a:ext uri="{FF2B5EF4-FFF2-40B4-BE49-F238E27FC236}">
                      <a16:creationId xmlns:a16="http://schemas.microsoft.com/office/drawing/2014/main" id="{635FCD09-8050-CFB9-4DE9-523CCA8DD8ED}"/>
                    </a:ext>
                  </a:extLst>
                </p:cNvPr>
                <p:cNvSpPr txBox="1"/>
                <p:nvPr/>
              </p:nvSpPr>
              <p:spPr>
                <a:xfrm rot="18945775">
                  <a:off x="8616498" y="1285066"/>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grpSp>
          <p:nvGrpSpPr>
            <p:cNvPr id="17" name="Group 16">
              <a:extLst>
                <a:ext uri="{FF2B5EF4-FFF2-40B4-BE49-F238E27FC236}">
                  <a16:creationId xmlns:a16="http://schemas.microsoft.com/office/drawing/2014/main" id="{88079B19-C6A9-87AD-61EB-DEDA418FA1B2}"/>
                </a:ext>
              </a:extLst>
            </p:cNvPr>
            <p:cNvGrpSpPr/>
            <p:nvPr/>
          </p:nvGrpSpPr>
          <p:grpSpPr>
            <a:xfrm>
              <a:off x="6815997" y="1264770"/>
              <a:ext cx="1667147" cy="685715"/>
              <a:chOff x="6622365" y="1264770"/>
              <a:chExt cx="1667147" cy="685715"/>
            </a:xfrm>
          </p:grpSpPr>
          <p:sp>
            <p:nvSpPr>
              <p:cNvPr id="108" name="Rounded Rectangle 107">
                <a:extLst>
                  <a:ext uri="{FF2B5EF4-FFF2-40B4-BE49-F238E27FC236}">
                    <a16:creationId xmlns:a16="http://schemas.microsoft.com/office/drawing/2014/main" id="{02B138B5-7CE0-3594-0B69-729040A40724}"/>
                  </a:ext>
                </a:extLst>
              </p:cNvPr>
              <p:cNvSpPr/>
              <p:nvPr/>
            </p:nvSpPr>
            <p:spPr>
              <a:xfrm>
                <a:off x="6695811" y="1286963"/>
                <a:ext cx="1593701" cy="663522"/>
              </a:xfrm>
              <a:prstGeom prst="roundRect">
                <a:avLst>
                  <a:gd name="adj" fmla="val 6304"/>
                </a:avLst>
              </a:prstGeom>
              <a:solidFill>
                <a:schemeClr val="accent3">
                  <a:lumMod val="75000"/>
                </a:schemeClr>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Code</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Abstraction Layers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 VEE Startup</a:t>
                </a:r>
              </a:p>
            </p:txBody>
          </p:sp>
          <p:grpSp>
            <p:nvGrpSpPr>
              <p:cNvPr id="14" name="Group 13">
                <a:extLst>
                  <a:ext uri="{FF2B5EF4-FFF2-40B4-BE49-F238E27FC236}">
                    <a16:creationId xmlns:a16="http://schemas.microsoft.com/office/drawing/2014/main" id="{5C978194-977D-722A-6487-DD9104D96AB2}"/>
                  </a:ext>
                </a:extLst>
              </p:cNvPr>
              <p:cNvGrpSpPr/>
              <p:nvPr/>
            </p:nvGrpSpPr>
            <p:grpSpPr>
              <a:xfrm>
                <a:off x="6622365" y="1264770"/>
                <a:ext cx="353191" cy="302021"/>
                <a:chOff x="6622365" y="1264770"/>
                <a:chExt cx="353191" cy="302021"/>
              </a:xfrm>
            </p:grpSpPr>
            <p:sp>
              <p:nvSpPr>
                <p:cNvPr id="110" name="Bande diagonale 192">
                  <a:extLst>
                    <a:ext uri="{FF2B5EF4-FFF2-40B4-BE49-F238E27FC236}">
                      <a16:creationId xmlns:a16="http://schemas.microsoft.com/office/drawing/2014/main" id="{441D063E-2AD4-52D7-290E-77DD3FD7680D}"/>
                    </a:ext>
                  </a:extLst>
                </p:cNvPr>
                <p:cNvSpPr/>
                <p:nvPr/>
              </p:nvSpPr>
              <p:spPr>
                <a:xfrm>
                  <a:off x="6695728" y="1286963"/>
                  <a:ext cx="279828" cy="279828"/>
                </a:xfrm>
                <a:prstGeom prst="diagStripe">
                  <a:avLst>
                    <a:gd name="adj" fmla="val 4199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lt1"/>
                      </a:solidFill>
                      <a:latin typeface="+mn-lt"/>
                      <a:ea typeface="+mn-ea"/>
                      <a:cs typeface="+mn-cs"/>
                    </a:defRPr>
                  </a:lvl1pPr>
                  <a:lvl2pPr marL="457189" algn="l" defTabSz="914377" rtl="0" eaLnBrk="1" latinLnBrk="0" hangingPunct="1">
                    <a:defRPr sz="1800" kern="1200">
                      <a:solidFill>
                        <a:schemeClr val="lt1"/>
                      </a:solidFill>
                      <a:latin typeface="+mn-lt"/>
                      <a:ea typeface="+mn-ea"/>
                      <a:cs typeface="+mn-cs"/>
                    </a:defRPr>
                  </a:lvl2pPr>
                  <a:lvl3pPr marL="914377" algn="l" defTabSz="914377" rtl="0" eaLnBrk="1" latinLnBrk="0" hangingPunct="1">
                    <a:defRPr sz="1800" kern="1200">
                      <a:solidFill>
                        <a:schemeClr val="lt1"/>
                      </a:solidFill>
                      <a:latin typeface="+mn-lt"/>
                      <a:ea typeface="+mn-ea"/>
                      <a:cs typeface="+mn-cs"/>
                    </a:defRPr>
                  </a:lvl3pPr>
                  <a:lvl4pPr marL="1371566" algn="l" defTabSz="914377" rtl="0" eaLnBrk="1" latinLnBrk="0" hangingPunct="1">
                    <a:defRPr sz="1800" kern="1200">
                      <a:solidFill>
                        <a:schemeClr val="lt1"/>
                      </a:solidFill>
                      <a:latin typeface="+mn-lt"/>
                      <a:ea typeface="+mn-ea"/>
                      <a:cs typeface="+mn-cs"/>
                    </a:defRPr>
                  </a:lvl4pPr>
                  <a:lvl5pPr marL="1828754" algn="l" defTabSz="914377" rtl="0" eaLnBrk="1" latinLnBrk="0" hangingPunct="1">
                    <a:defRPr sz="1800" kern="1200">
                      <a:solidFill>
                        <a:schemeClr val="lt1"/>
                      </a:solidFill>
                      <a:latin typeface="+mn-lt"/>
                      <a:ea typeface="+mn-ea"/>
                      <a:cs typeface="+mn-cs"/>
                    </a:defRPr>
                  </a:lvl5pPr>
                  <a:lvl6pPr marL="2285943" algn="l" defTabSz="914377" rtl="0" eaLnBrk="1" latinLnBrk="0" hangingPunct="1">
                    <a:defRPr sz="1800" kern="1200">
                      <a:solidFill>
                        <a:schemeClr val="lt1"/>
                      </a:solidFill>
                      <a:latin typeface="+mn-lt"/>
                      <a:ea typeface="+mn-ea"/>
                      <a:cs typeface="+mn-cs"/>
                    </a:defRPr>
                  </a:lvl6pPr>
                  <a:lvl7pPr marL="2743131" algn="l" defTabSz="914377" rtl="0" eaLnBrk="1" latinLnBrk="0" hangingPunct="1">
                    <a:defRPr sz="1800" kern="1200">
                      <a:solidFill>
                        <a:schemeClr val="lt1"/>
                      </a:solidFill>
                      <a:latin typeface="+mn-lt"/>
                      <a:ea typeface="+mn-ea"/>
                      <a:cs typeface="+mn-cs"/>
                    </a:defRPr>
                  </a:lvl7pPr>
                  <a:lvl8pPr marL="3200320" algn="l" defTabSz="914377" rtl="0" eaLnBrk="1" latinLnBrk="0" hangingPunct="1">
                    <a:defRPr sz="1800" kern="1200">
                      <a:solidFill>
                        <a:schemeClr val="lt1"/>
                      </a:solidFill>
                      <a:latin typeface="+mn-lt"/>
                      <a:ea typeface="+mn-ea"/>
                      <a:cs typeface="+mn-cs"/>
                    </a:defRPr>
                  </a:lvl8pPr>
                  <a:lvl9pPr marL="3657509" algn="l" defTabSz="914377" rtl="0" eaLnBrk="1" latinLnBrk="0" hangingPunct="1">
                    <a:defRPr sz="1800" kern="1200">
                      <a:solidFill>
                        <a:schemeClr val="lt1"/>
                      </a:solidFill>
                      <a:latin typeface="+mn-lt"/>
                      <a:ea typeface="+mn-ea"/>
                      <a:cs typeface="+mn-cs"/>
                    </a:defRPr>
                  </a:lvl9pPr>
                </a:lstStyle>
                <a:p>
                  <a:pPr algn="ctr">
                    <a:defRPr/>
                  </a:pPr>
                  <a:endParaRPr lang="en-US" dirty="0">
                    <a:solidFill>
                      <a:srgbClr val="FFFFFF"/>
                    </a:solidFill>
                  </a:endParaRPr>
                </a:p>
              </p:txBody>
            </p:sp>
            <p:sp>
              <p:nvSpPr>
                <p:cNvPr id="111" name="ZoneTexte 182">
                  <a:extLst>
                    <a:ext uri="{FF2B5EF4-FFF2-40B4-BE49-F238E27FC236}">
                      <a16:creationId xmlns:a16="http://schemas.microsoft.com/office/drawing/2014/main" id="{628A20B5-ADF7-BFBB-3B88-84D6D64D217D}"/>
                    </a:ext>
                  </a:extLst>
                </p:cNvPr>
                <p:cNvSpPr txBox="1"/>
                <p:nvPr/>
              </p:nvSpPr>
              <p:spPr>
                <a:xfrm rot="18945775">
                  <a:off x="6622365" y="1264770"/>
                  <a:ext cx="317716" cy="230832"/>
                </a:xfrm>
                <a:prstGeom prst="rect">
                  <a:avLst/>
                </a:prstGeom>
                <a:noFill/>
              </p:spPr>
              <p:txBody>
                <a:bodyPr wrap="none" rtlCol="0">
                  <a:spAutoFit/>
                </a:bodyPr>
                <a:lstStyle>
                  <a:defPPr>
                    <a:defRPr lang="en-US"/>
                  </a:defPPr>
                  <a:lvl1pPr>
                    <a:defRPr sz="900">
                      <a:solidFill>
                        <a:srgbClr val="FFFFFF"/>
                      </a:solidFill>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r>
                    <a:rPr lang="en-US"/>
                    <a:t>src</a:t>
                  </a:r>
                  <a:endParaRPr lang="en-US" dirty="0"/>
                </a:p>
              </p:txBody>
            </p:sp>
          </p:grpSp>
        </p:grpSp>
      </p:grpSp>
      <p:sp>
        <p:nvSpPr>
          <p:cNvPr id="115" name="Rounded Rectangle 114">
            <a:extLst>
              <a:ext uri="{FF2B5EF4-FFF2-40B4-BE49-F238E27FC236}">
                <a16:creationId xmlns:a16="http://schemas.microsoft.com/office/drawing/2014/main" id="{1D19062C-D319-6F7D-E065-E86CB1FFF3AB}"/>
              </a:ext>
            </a:extLst>
          </p:cNvPr>
          <p:cNvSpPr/>
          <p:nvPr/>
        </p:nvSpPr>
        <p:spPr>
          <a:xfrm>
            <a:off x="3648530" y="3257586"/>
            <a:ext cx="6463191"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Third Party ELF Linker</a:t>
            </a:r>
          </a:p>
        </p:txBody>
      </p:sp>
      <p:sp>
        <p:nvSpPr>
          <p:cNvPr id="116" name="Rounded Rectangle 115">
            <a:extLst>
              <a:ext uri="{FF2B5EF4-FFF2-40B4-BE49-F238E27FC236}">
                <a16:creationId xmlns:a16="http://schemas.microsoft.com/office/drawing/2014/main" id="{157A4DC4-596A-6962-5239-D21619ACC607}"/>
              </a:ext>
            </a:extLst>
          </p:cNvPr>
          <p:cNvSpPr/>
          <p:nvPr/>
        </p:nvSpPr>
        <p:spPr>
          <a:xfrm>
            <a:off x="7232679" y="2297616"/>
            <a:ext cx="1594800"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 Compiler</a:t>
            </a:r>
          </a:p>
        </p:txBody>
      </p:sp>
      <p:sp>
        <p:nvSpPr>
          <p:cNvPr id="117" name="Rounded Rectangle 116">
            <a:extLst>
              <a:ext uri="{FF2B5EF4-FFF2-40B4-BE49-F238E27FC236}">
                <a16:creationId xmlns:a16="http://schemas.microsoft.com/office/drawing/2014/main" id="{4DB8CCDC-5832-C8A1-7634-71D9C2951DFC}"/>
              </a:ext>
            </a:extLst>
          </p:cNvPr>
          <p:cNvSpPr/>
          <p:nvPr/>
        </p:nvSpPr>
        <p:spPr>
          <a:xfrm>
            <a:off x="2294474" y="2302375"/>
            <a:ext cx="4382148"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MICROEJ SDK</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(SOAR + Gradle Plugin)</a:t>
            </a:r>
          </a:p>
        </p:txBody>
      </p:sp>
      <p:sp>
        <p:nvSpPr>
          <p:cNvPr id="118" name="Rounded Rectangle 117">
            <a:extLst>
              <a:ext uri="{FF2B5EF4-FFF2-40B4-BE49-F238E27FC236}">
                <a16:creationId xmlns:a16="http://schemas.microsoft.com/office/drawing/2014/main" id="{5EABDBBB-A30D-F59E-6E17-F5BF46C03B98}"/>
              </a:ext>
            </a:extLst>
          </p:cNvPr>
          <p:cNvSpPr/>
          <p:nvPr/>
        </p:nvSpPr>
        <p:spPr>
          <a:xfrm>
            <a:off x="3642166" y="1588812"/>
            <a:ext cx="1594800" cy="473017"/>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Managed Code Compiler</a:t>
            </a:r>
          </a:p>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(e.g., JDT)</a:t>
            </a:r>
          </a:p>
        </p:txBody>
      </p:sp>
      <p:grpSp>
        <p:nvGrpSpPr>
          <p:cNvPr id="52" name="Group 51">
            <a:extLst>
              <a:ext uri="{FF2B5EF4-FFF2-40B4-BE49-F238E27FC236}">
                <a16:creationId xmlns:a16="http://schemas.microsoft.com/office/drawing/2014/main" id="{74F41D5B-EFB0-FC08-6FEC-C3BBC759F17F}"/>
              </a:ext>
            </a:extLst>
          </p:cNvPr>
          <p:cNvGrpSpPr/>
          <p:nvPr/>
        </p:nvGrpSpPr>
        <p:grpSpPr>
          <a:xfrm>
            <a:off x="4514207" y="3993334"/>
            <a:ext cx="4639123" cy="1917792"/>
            <a:chOff x="3776438" y="4620770"/>
            <a:chExt cx="4639123" cy="1917792"/>
          </a:xfrm>
        </p:grpSpPr>
        <p:sp>
          <p:nvSpPr>
            <p:cNvPr id="120" name="Rounded Rectangle 119">
              <a:extLst>
                <a:ext uri="{FF2B5EF4-FFF2-40B4-BE49-F238E27FC236}">
                  <a16:creationId xmlns:a16="http://schemas.microsoft.com/office/drawing/2014/main" id="{D9F76079-BEFC-010A-E877-B237C09EDC96}"/>
                </a:ext>
              </a:extLst>
            </p:cNvPr>
            <p:cNvSpPr/>
            <p:nvPr/>
          </p:nvSpPr>
          <p:spPr>
            <a:xfrm>
              <a:off x="3841019" y="4639259"/>
              <a:ext cx="4574542" cy="1899303"/>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nchorCtr="0"/>
            <a:lstStyle/>
            <a:p>
              <a:pPr algn="ctr">
                <a:defRPr/>
              </a:pPr>
              <a:r>
                <a:rPr lang="en-US" sz="1000" b="1" dirty="0">
                  <a:solidFill>
                    <a:srgbClr val="FFFFFF"/>
                  </a:solidFill>
                  <a:latin typeface="Source Sans Pro" panose="020B0503030403020204" pitchFamily="34" charset="0"/>
                  <a:ea typeface="Source Sans Pro" panose="020B0503030403020204" pitchFamily="34" charset="0"/>
                  <a:cs typeface="Source Sans Pro Light" charset="0"/>
                </a:rPr>
                <a:t>Executable</a:t>
              </a:r>
            </a:p>
          </p:txBody>
        </p:sp>
        <p:grpSp>
          <p:nvGrpSpPr>
            <p:cNvPr id="51" name="Group 50">
              <a:extLst>
                <a:ext uri="{FF2B5EF4-FFF2-40B4-BE49-F238E27FC236}">
                  <a16:creationId xmlns:a16="http://schemas.microsoft.com/office/drawing/2014/main" id="{73DD2165-8CA8-7660-7270-C51F20B5D955}"/>
                </a:ext>
              </a:extLst>
            </p:cNvPr>
            <p:cNvGrpSpPr/>
            <p:nvPr/>
          </p:nvGrpSpPr>
          <p:grpSpPr>
            <a:xfrm>
              <a:off x="3776438" y="4620770"/>
              <a:ext cx="344751" cy="303135"/>
              <a:chOff x="3776438" y="4620770"/>
              <a:chExt cx="344751" cy="303135"/>
            </a:xfrm>
          </p:grpSpPr>
          <p:sp>
            <p:nvSpPr>
              <p:cNvPr id="130" name="Bande diagonale 197">
                <a:extLst>
                  <a:ext uri="{FF2B5EF4-FFF2-40B4-BE49-F238E27FC236}">
                    <a16:creationId xmlns:a16="http://schemas.microsoft.com/office/drawing/2014/main" id="{F5F745B9-F9D3-0F49-0BC0-E417C2BCCC75}"/>
                  </a:ext>
                </a:extLst>
              </p:cNvPr>
              <p:cNvSpPr/>
              <p:nvPr/>
            </p:nvSpPr>
            <p:spPr>
              <a:xfrm>
                <a:off x="3841361" y="4644077"/>
                <a:ext cx="279828" cy="279828"/>
              </a:xfrm>
              <a:prstGeom prst="diagStripe">
                <a:avLst>
                  <a:gd name="adj" fmla="val 41991"/>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dirty="0">
                  <a:solidFill>
                    <a:srgbClr val="FFFFFF"/>
                  </a:solidFill>
                  <a:latin typeface="Source Sans Pro Light" charset="0"/>
                  <a:ea typeface="Source Sans Pro Light" charset="0"/>
                  <a:cs typeface="Source Sans Pro Light" charset="0"/>
                </a:endParaRPr>
              </a:p>
            </p:txBody>
          </p:sp>
          <p:sp>
            <p:nvSpPr>
              <p:cNvPr id="131" name="ZoneTexte 198">
                <a:extLst>
                  <a:ext uri="{FF2B5EF4-FFF2-40B4-BE49-F238E27FC236}">
                    <a16:creationId xmlns:a16="http://schemas.microsoft.com/office/drawing/2014/main" id="{E1B66D91-B5E9-E878-1E93-EDED2DF33C84}"/>
                  </a:ext>
                </a:extLst>
              </p:cNvPr>
              <p:cNvSpPr txBox="1"/>
              <p:nvPr/>
            </p:nvSpPr>
            <p:spPr>
              <a:xfrm rot="18945775">
                <a:off x="3776438" y="4620770"/>
                <a:ext cx="333746" cy="230832"/>
              </a:xfrm>
              <a:prstGeom prst="rect">
                <a:avLst/>
              </a:prstGeom>
              <a:noFill/>
            </p:spPr>
            <p:txBody>
              <a:bodyPr wrap="none" rtlCol="0">
                <a:spAutoFit/>
              </a:bodyPr>
              <a:lstStyle/>
              <a:p>
                <a:pPr>
                  <a:defRPr/>
                </a:pPr>
                <a:r>
                  <a:rPr lang="en-US" sz="900" dirty="0">
                    <a:solidFill>
                      <a:srgbClr val="FFFFFF"/>
                    </a:solidFill>
                    <a:latin typeface="Source Sans Pro Light" charset="0"/>
                    <a:ea typeface="Source Sans Pro Light" charset="0"/>
                    <a:cs typeface="Source Sans Pro Light" charset="0"/>
                  </a:rPr>
                  <a:t>bin</a:t>
                </a:r>
              </a:p>
            </p:txBody>
          </p:sp>
        </p:grpSp>
        <p:grpSp>
          <p:nvGrpSpPr>
            <p:cNvPr id="49" name="Group 48">
              <a:extLst>
                <a:ext uri="{FF2B5EF4-FFF2-40B4-BE49-F238E27FC236}">
                  <a16:creationId xmlns:a16="http://schemas.microsoft.com/office/drawing/2014/main" id="{01576D47-ECB6-5928-B821-C45F15878E0B}"/>
                </a:ext>
              </a:extLst>
            </p:cNvPr>
            <p:cNvGrpSpPr/>
            <p:nvPr/>
          </p:nvGrpSpPr>
          <p:grpSpPr>
            <a:xfrm>
              <a:off x="4179994" y="5047890"/>
              <a:ext cx="3932566" cy="1082040"/>
              <a:chOff x="4179994" y="5047890"/>
              <a:chExt cx="3932566" cy="1082040"/>
            </a:xfrm>
          </p:grpSpPr>
          <p:sp>
            <p:nvSpPr>
              <p:cNvPr id="124" name="Rounded Rectangle 123">
                <a:extLst>
                  <a:ext uri="{FF2B5EF4-FFF2-40B4-BE49-F238E27FC236}">
                    <a16:creationId xmlns:a16="http://schemas.microsoft.com/office/drawing/2014/main" id="{C468012A-79F8-86DD-3DE2-7F6C9E0EEFDF}"/>
                  </a:ext>
                </a:extLst>
              </p:cNvPr>
              <p:cNvSpPr/>
              <p:nvPr/>
            </p:nvSpPr>
            <p:spPr>
              <a:xfrm>
                <a:off x="5591098" y="5048910"/>
                <a:ext cx="1080000" cy="1080000"/>
              </a:xfrm>
              <a:prstGeom prst="roundRect">
                <a:avLst>
                  <a:gd name="adj" fmla="val 7525"/>
                </a:avLst>
              </a:prstGeom>
              <a:solidFill>
                <a:schemeClr val="accent4"/>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Application</a:t>
                </a:r>
              </a:p>
            </p:txBody>
          </p:sp>
          <p:grpSp>
            <p:nvGrpSpPr>
              <p:cNvPr id="125" name="Group 124">
                <a:extLst>
                  <a:ext uri="{FF2B5EF4-FFF2-40B4-BE49-F238E27FC236}">
                    <a16:creationId xmlns:a16="http://schemas.microsoft.com/office/drawing/2014/main" id="{DB69D866-706A-D382-B59C-539B252937F6}"/>
                  </a:ext>
                </a:extLst>
              </p:cNvPr>
              <p:cNvGrpSpPr/>
              <p:nvPr/>
            </p:nvGrpSpPr>
            <p:grpSpPr>
              <a:xfrm>
                <a:off x="4179994" y="5047890"/>
                <a:ext cx="1080000" cy="1082040"/>
                <a:chOff x="4365199" y="4865917"/>
                <a:chExt cx="1080000" cy="1082040"/>
              </a:xfrm>
            </p:grpSpPr>
            <p:sp>
              <p:nvSpPr>
                <p:cNvPr id="127" name="Rounded Rectangle 126">
                  <a:extLst>
                    <a:ext uri="{FF2B5EF4-FFF2-40B4-BE49-F238E27FC236}">
                      <a16:creationId xmlns:a16="http://schemas.microsoft.com/office/drawing/2014/main" id="{B90EA847-10C7-F6C0-1778-2450E1C31F62}"/>
                    </a:ext>
                  </a:extLst>
                </p:cNvPr>
                <p:cNvSpPr/>
                <p:nvPr/>
              </p:nvSpPr>
              <p:spPr>
                <a:xfrm>
                  <a:off x="4365199" y="4867957"/>
                  <a:ext cx="1080000" cy="1080000"/>
                </a:xfrm>
                <a:prstGeom prst="roundRect">
                  <a:avLst>
                    <a:gd name="adj" fmla="val 7525"/>
                  </a:avLst>
                </a:prstGeom>
                <a:solidFill>
                  <a:schemeClr val="bg1"/>
                </a:solidFill>
                <a:ln>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endParaRPr lang="en-US" sz="1000" dirty="0">
                    <a:solidFill>
                      <a:srgbClr val="FFFFFF"/>
                    </a:solidFill>
                    <a:latin typeface="Source Sans Pro Light" charset="0"/>
                    <a:ea typeface="Source Sans Pro Light" charset="0"/>
                    <a:cs typeface="Source Sans Pro Light" charset="0"/>
                  </a:endParaRPr>
                </a:p>
              </p:txBody>
            </p:sp>
            <p:sp>
              <p:nvSpPr>
                <p:cNvPr id="128" name="Rectangle 127">
                  <a:extLst>
                    <a:ext uri="{FF2B5EF4-FFF2-40B4-BE49-F238E27FC236}">
                      <a16:creationId xmlns:a16="http://schemas.microsoft.com/office/drawing/2014/main" id="{23AF8CEA-A12D-4C49-CDF6-9D2F76E72536}"/>
                    </a:ext>
                  </a:extLst>
                </p:cNvPr>
                <p:cNvSpPr/>
                <p:nvPr/>
              </p:nvSpPr>
              <p:spPr>
                <a:xfrm>
                  <a:off x="4469546" y="4865917"/>
                  <a:ext cx="871306" cy="219744"/>
                </a:xfrm>
                <a:prstGeom prst="rect">
                  <a:avLst/>
                </a:prstGeom>
                <a:noFill/>
                <a:ln>
                  <a:noFill/>
                </a:ln>
                <a:effectLst/>
              </p:spPr>
              <p:style>
                <a:lnRef idx="2">
                  <a:schemeClr val="dk1">
                    <a:shade val="50000"/>
                  </a:schemeClr>
                </a:lnRef>
                <a:fillRef idx="1">
                  <a:schemeClr val="dk1"/>
                </a:fillRef>
                <a:effectRef idx="0">
                  <a:schemeClr val="dk1"/>
                </a:effectRef>
                <a:fontRef idx="minor">
                  <a:schemeClr val="lt1"/>
                </a:fontRef>
              </p:style>
              <p:txBody>
                <a:bodyPr rtlCol="0" anchor="t"/>
                <a:lstStyle/>
                <a:p>
                  <a:pPr algn="ctr">
                    <a:defRPr/>
                  </a:pPr>
                  <a:r>
                    <a:rPr lang="en-US" sz="1000" b="1" dirty="0">
                      <a:solidFill>
                        <a:schemeClr val="tx1"/>
                      </a:solidFill>
                      <a:latin typeface="Source Sans Pro" charset="0"/>
                      <a:ea typeface="Source Sans Pro" charset="0"/>
                      <a:cs typeface="Source Sans Pro" charset="0"/>
                    </a:rPr>
                    <a:t>MEJ32 Core</a:t>
                  </a:r>
                </a:p>
              </p:txBody>
            </p:sp>
            <p:pic>
              <p:nvPicPr>
                <p:cNvPr id="129" name="Picture 128">
                  <a:extLst>
                    <a:ext uri="{FF2B5EF4-FFF2-40B4-BE49-F238E27FC236}">
                      <a16:creationId xmlns:a16="http://schemas.microsoft.com/office/drawing/2014/main" id="{8A007E6C-2946-23F7-86FE-A591B60DC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19836" y="5085494"/>
                  <a:ext cx="718808" cy="723599"/>
                </a:xfrm>
                <a:prstGeom prst="rect">
                  <a:avLst/>
                </a:prstGeom>
              </p:spPr>
            </p:pic>
          </p:grpSp>
          <p:sp>
            <p:nvSpPr>
              <p:cNvPr id="126" name="Rounded Rectangle 125">
                <a:extLst>
                  <a:ext uri="{FF2B5EF4-FFF2-40B4-BE49-F238E27FC236}">
                    <a16:creationId xmlns:a16="http://schemas.microsoft.com/office/drawing/2014/main" id="{5811CB13-2A4D-A8A4-C6B6-FE767BC4E8DF}"/>
                  </a:ext>
                </a:extLst>
              </p:cNvPr>
              <p:cNvSpPr/>
              <p:nvPr/>
            </p:nvSpPr>
            <p:spPr>
              <a:xfrm>
                <a:off x="7032560" y="5047890"/>
                <a:ext cx="1080000" cy="1080000"/>
              </a:xfrm>
              <a:prstGeom prst="roundRect">
                <a:avLst>
                  <a:gd name="adj" fmla="val 7525"/>
                </a:avLst>
              </a:prstGeom>
              <a:solidFill>
                <a:schemeClr val="accent6"/>
              </a:solidFill>
              <a:ln w="9525">
                <a:noFill/>
              </a:ln>
              <a:effectLst>
                <a:outerShdw blurRad="50800" dist="38100" dir="2700000" algn="t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Abstraction Layers</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a:t>
                </a:r>
              </a:p>
              <a:p>
                <a:pPr algn="ct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C Libraries</a:t>
                </a:r>
              </a:p>
            </p:txBody>
          </p:sp>
        </p:grpSp>
      </p:grpSp>
      <p:grpSp>
        <p:nvGrpSpPr>
          <p:cNvPr id="69" name="Group 68">
            <a:extLst>
              <a:ext uri="{FF2B5EF4-FFF2-40B4-BE49-F238E27FC236}">
                <a16:creationId xmlns:a16="http://schemas.microsoft.com/office/drawing/2014/main" id="{0B05B03F-17A7-31F9-960A-86132F9146A4}"/>
              </a:ext>
            </a:extLst>
          </p:cNvPr>
          <p:cNvGrpSpPr/>
          <p:nvPr/>
        </p:nvGrpSpPr>
        <p:grpSpPr>
          <a:xfrm>
            <a:off x="518625" y="3022942"/>
            <a:ext cx="1963733" cy="2888436"/>
            <a:chOff x="661623" y="3086108"/>
            <a:chExt cx="1963733" cy="2888436"/>
          </a:xfrm>
        </p:grpSpPr>
        <p:grpSp>
          <p:nvGrpSpPr>
            <p:cNvPr id="68" name="Group 67">
              <a:extLst>
                <a:ext uri="{FF2B5EF4-FFF2-40B4-BE49-F238E27FC236}">
                  <a16:creationId xmlns:a16="http://schemas.microsoft.com/office/drawing/2014/main" id="{EFDBE5FA-D516-0B34-80E4-29A758DA0F4E}"/>
                </a:ext>
              </a:extLst>
            </p:cNvPr>
            <p:cNvGrpSpPr/>
            <p:nvPr/>
          </p:nvGrpSpPr>
          <p:grpSpPr>
            <a:xfrm>
              <a:off x="661623" y="3086108"/>
              <a:ext cx="1963733" cy="2888436"/>
              <a:chOff x="661623" y="3086108"/>
              <a:chExt cx="1963733" cy="2888436"/>
            </a:xfrm>
          </p:grpSpPr>
          <p:sp>
            <p:nvSpPr>
              <p:cNvPr id="145" name="Rounded Rectangle 174">
                <a:extLst>
                  <a:ext uri="{FF2B5EF4-FFF2-40B4-BE49-F238E27FC236}">
                    <a16:creationId xmlns:a16="http://schemas.microsoft.com/office/drawing/2014/main" id="{4A664727-DE47-8048-FE3A-2493DC3715CD}"/>
                  </a:ext>
                </a:extLst>
              </p:cNvPr>
              <p:cNvSpPr/>
              <p:nvPr/>
            </p:nvSpPr>
            <p:spPr>
              <a:xfrm>
                <a:off x="661623" y="3242994"/>
                <a:ext cx="1963733" cy="2731550"/>
              </a:xfrm>
              <a:prstGeom prst="roundRect">
                <a:avLst>
                  <a:gd name="adj" fmla="val 8585"/>
                </a:avLst>
              </a:prstGeom>
              <a:solidFill>
                <a:schemeClr val="bg1"/>
              </a:solidFill>
              <a:ln w="12700">
                <a:solidFill>
                  <a:schemeClr val="bg2"/>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sz="1600" dirty="0">
                  <a:ln w="0">
                    <a:solidFill>
                      <a:sysClr val="windowText" lastClr="000000"/>
                    </a:solidFill>
                  </a:ln>
                  <a:solidFill>
                    <a:schemeClr val="tx1"/>
                  </a:solidFill>
                  <a:effectLst>
                    <a:outerShdw blurRad="38100" dist="19050" dir="2700000" algn="tl" rotWithShape="0">
                      <a:schemeClr val="dk1">
                        <a:alpha val="40000"/>
                      </a:schemeClr>
                    </a:outerShdw>
                  </a:effectLst>
                </a:endParaRPr>
              </a:p>
            </p:txBody>
          </p:sp>
          <p:sp>
            <p:nvSpPr>
              <p:cNvPr id="146" name="TextBox 145">
                <a:extLst>
                  <a:ext uri="{FF2B5EF4-FFF2-40B4-BE49-F238E27FC236}">
                    <a16:creationId xmlns:a16="http://schemas.microsoft.com/office/drawing/2014/main" id="{9C2C7D91-5FC9-F469-E2F5-23536C094A7C}"/>
                  </a:ext>
                </a:extLst>
              </p:cNvPr>
              <p:cNvSpPr txBox="1"/>
              <p:nvPr/>
            </p:nvSpPr>
            <p:spPr>
              <a:xfrm>
                <a:off x="1219483" y="3086108"/>
                <a:ext cx="848012" cy="303536"/>
              </a:xfrm>
              <a:prstGeom prst="rect">
                <a:avLst/>
              </a:prstGeom>
              <a:solidFill>
                <a:schemeClr val="bg1"/>
              </a:solidFill>
            </p:spPr>
            <p:txBody>
              <a:bodyPr wrap="square" tIns="36000" bIns="36000" rtlCol="0">
                <a:spAutoFit/>
              </a:bodyPr>
              <a:lstStyle/>
              <a:p>
                <a:pPr defTabSz="685783">
                  <a:buClrTx/>
                </a:pPr>
                <a:r>
                  <a:rPr lang="en-US" sz="1500" dirty="0">
                    <a:solidFill>
                      <a:schemeClr val="tx1">
                        <a:lumMod val="75000"/>
                      </a:schemeClr>
                    </a:solidFill>
                    <a:latin typeface="Source Sans Pro" panose="020B0503030403020204" pitchFamily="34" charset="0"/>
                    <a:ea typeface="Source Sans Pro" panose="020B0503030403020204" pitchFamily="34" charset="0"/>
                    <a:cs typeface="Source Sans Pro Light" charset="0"/>
                  </a:rPr>
                  <a:t>Legend</a:t>
                </a:r>
              </a:p>
            </p:txBody>
          </p:sp>
        </p:grpSp>
        <p:sp>
          <p:nvSpPr>
            <p:cNvPr id="136" name="Rounded Rectangle 135">
              <a:extLst>
                <a:ext uri="{FF2B5EF4-FFF2-40B4-BE49-F238E27FC236}">
                  <a16:creationId xmlns:a16="http://schemas.microsoft.com/office/drawing/2014/main" id="{B6D62123-BD46-A079-328A-3F4FEA0854FA}"/>
                </a:ext>
              </a:extLst>
            </p:cNvPr>
            <p:cNvSpPr/>
            <p:nvPr/>
          </p:nvSpPr>
          <p:spPr>
            <a:xfrm>
              <a:off x="843418" y="3438608"/>
              <a:ext cx="1620000" cy="385200"/>
            </a:xfrm>
            <a:prstGeom prst="roundRect">
              <a:avLst>
                <a:gd name="adj" fmla="val 6304"/>
              </a:avLst>
            </a:prstGeom>
            <a:solidFill>
              <a:schemeClr val="accent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Core Modules</a:t>
              </a:r>
            </a:p>
          </p:txBody>
        </p:sp>
        <p:sp>
          <p:nvSpPr>
            <p:cNvPr id="137" name="Rounded Rectangle 136">
              <a:extLst>
                <a:ext uri="{FF2B5EF4-FFF2-40B4-BE49-F238E27FC236}">
                  <a16:creationId xmlns:a16="http://schemas.microsoft.com/office/drawing/2014/main" id="{C045BDBA-F061-BB5F-BABA-A1D9E764D9D0}"/>
                </a:ext>
              </a:extLst>
            </p:cNvPr>
            <p:cNvSpPr/>
            <p:nvPr/>
          </p:nvSpPr>
          <p:spPr>
            <a:xfrm>
              <a:off x="843418" y="4155285"/>
              <a:ext cx="1620000" cy="385200"/>
            </a:xfrm>
            <a:prstGeom prst="roundRect">
              <a:avLst>
                <a:gd name="adj" fmla="val 11196"/>
              </a:avLst>
            </a:prstGeom>
            <a:solidFill>
              <a:schemeClr val="accent4"/>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Managed Code</a:t>
              </a:r>
            </a:p>
          </p:txBody>
        </p:sp>
        <p:sp>
          <p:nvSpPr>
            <p:cNvPr id="138" name="Rounded Rectangle 137">
              <a:extLst>
                <a:ext uri="{FF2B5EF4-FFF2-40B4-BE49-F238E27FC236}">
                  <a16:creationId xmlns:a16="http://schemas.microsoft.com/office/drawing/2014/main" id="{D58012A7-2BB5-B032-5DAF-4EE63162E17D}"/>
                </a:ext>
              </a:extLst>
            </p:cNvPr>
            <p:cNvSpPr/>
            <p:nvPr/>
          </p:nvSpPr>
          <p:spPr>
            <a:xfrm>
              <a:off x="843418" y="4671134"/>
              <a:ext cx="1620000" cy="385200"/>
            </a:xfrm>
            <a:prstGeom prst="roundRect">
              <a:avLst>
                <a:gd name="adj" fmla="val 11196"/>
              </a:avLst>
            </a:prstGeom>
            <a:solidFill>
              <a:schemeClr val="accent6"/>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defRPr/>
              </a:pPr>
              <a:r>
                <a:rPr lang="en-US" sz="1000" dirty="0">
                  <a:solidFill>
                    <a:srgbClr val="FFFFFF"/>
                  </a:solidFill>
                  <a:latin typeface="Source Sans Pro" panose="020B0503030403020204" pitchFamily="34" charset="0"/>
                  <a:ea typeface="Source Sans Pro" panose="020B0503030403020204" pitchFamily="34" charset="0"/>
                  <a:cs typeface="Arial" panose="020B0604020202020204" pitchFamily="34" charset="0"/>
                </a:rPr>
                <a:t>Native Code</a:t>
              </a:r>
            </a:p>
          </p:txBody>
        </p:sp>
        <p:sp>
          <p:nvSpPr>
            <p:cNvPr id="139" name="Rounded Rectangle 7">
              <a:extLst>
                <a:ext uri="{FF2B5EF4-FFF2-40B4-BE49-F238E27FC236}">
                  <a16:creationId xmlns:a16="http://schemas.microsoft.com/office/drawing/2014/main" id="{52BF3F00-ADCD-3257-AA7D-90D34C319116}"/>
                </a:ext>
              </a:extLst>
            </p:cNvPr>
            <p:cNvSpPr/>
            <p:nvPr/>
          </p:nvSpPr>
          <p:spPr>
            <a:xfrm>
              <a:off x="843418" y="5387811"/>
              <a:ext cx="1620000" cy="385889"/>
            </a:xfrm>
            <a:prstGeom prst="roundRect">
              <a:avLst/>
            </a:prstGeom>
            <a:solidFill>
              <a:schemeClr val="tx1"/>
            </a:solidFill>
            <a:ln>
              <a:noFill/>
            </a:ln>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1000" dirty="0">
                  <a:solidFill>
                    <a:srgbClr val="FFFFFF"/>
                  </a:solidFill>
                  <a:latin typeface="Source Sans Pro" panose="020B0503030403020204" pitchFamily="34" charset="0"/>
                  <a:ea typeface="Source Sans Pro" panose="020B0503030403020204" pitchFamily="34" charset="0"/>
                  <a:cs typeface="Source Sans Pro Light" charset="0"/>
                </a:rPr>
                <a:t>Build Tool</a:t>
              </a:r>
            </a:p>
          </p:txBody>
        </p:sp>
      </p:grpSp>
    </p:spTree>
    <p:extLst>
      <p:ext uri="{BB962C8B-B14F-4D97-AF65-F5344CB8AC3E}">
        <p14:creationId xmlns:p14="http://schemas.microsoft.com/office/powerpoint/2010/main" val="2577483227"/>
      </p:ext>
    </p:extLst>
  </p:cSld>
  <p:clrMapOvr>
    <a:masterClrMapping/>
  </p:clrMapOvr>
</p:sld>
</file>

<file path=ppt/theme/theme1.xml><?xml version="1.0" encoding="utf-8"?>
<a:theme xmlns:a="http://schemas.openxmlformats.org/drawingml/2006/main" name="Template-MicroEJ">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roEJ">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80386DEA-1A03-5749-9349-642315992A9F}"/>
    </a:ext>
  </a:extLst>
</a:theme>
</file>

<file path=ppt/theme/theme2.xml><?xml version="1.0" encoding="utf-8"?>
<a:theme xmlns:a="http://schemas.openxmlformats.org/drawingml/2006/main" name="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3.xml><?xml version="1.0" encoding="utf-8"?>
<a:theme xmlns:a="http://schemas.openxmlformats.org/drawingml/2006/main" name="1_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4.xml><?xml version="1.0" encoding="utf-8"?>
<a:theme xmlns:a="http://schemas.openxmlformats.org/drawingml/2006/main" name="2_Theme1">
  <a:themeElements>
    <a:clrScheme name="MICROEJ Colors">
      <a:dk1>
        <a:srgbClr val="4B5357"/>
      </a:dk1>
      <a:lt1>
        <a:srgbClr val="FFFFFF"/>
      </a:lt1>
      <a:dk2>
        <a:srgbClr val="717D83"/>
      </a:dk2>
      <a:lt2>
        <a:srgbClr val="CBD3D7"/>
      </a:lt2>
      <a:accent1>
        <a:srgbClr val="EE502E"/>
      </a:accent1>
      <a:accent2>
        <a:srgbClr val="00AEC7"/>
      </a:accent2>
      <a:accent3>
        <a:srgbClr val="FFC845"/>
      </a:accent3>
      <a:accent4>
        <a:srgbClr val="6CC24A"/>
      </a:accent4>
      <a:accent5>
        <a:srgbClr val="48A13E"/>
      </a:accent5>
      <a:accent6>
        <a:srgbClr val="F7A330"/>
      </a:accent6>
      <a:hlink>
        <a:srgbClr val="CF4520"/>
      </a:hlink>
      <a:folHlink>
        <a:srgbClr val="008EAA"/>
      </a:folHlink>
    </a:clrScheme>
    <a:fontScheme name="MICOREJ / Font charter">
      <a:majorFont>
        <a:latin typeface="Source Sans Pro"/>
        <a:ea typeface=""/>
        <a:cs typeface=""/>
      </a:majorFont>
      <a:minorFont>
        <a:latin typeface="Source Sans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numCol="1" spcCol="288000" rtlCol="0" anchor="t" anchorCtr="0">
        <a:spAutoFit/>
      </a:bodyPr>
      <a:lstStyle>
        <a:defPPr algn="l">
          <a:spcBef>
            <a:spcPts val="0"/>
          </a:spcBef>
          <a:spcAft>
            <a:spcPts val="600"/>
          </a:spcAft>
          <a:defRPr sz="1400" b="0" i="0" spc="0" dirty="0" smtClean="0">
            <a:ln>
              <a:noFill/>
            </a:ln>
            <a:solidFill>
              <a:schemeClr val="tx2"/>
            </a:solidFill>
            <a:latin typeface="Source Sans Pro Light" charset="0"/>
            <a:ea typeface="Source Sans Pro Light" charset="0"/>
            <a:cs typeface="Source Sans Pro Light" charset="0"/>
          </a:defRPr>
        </a:defPPr>
      </a:lstStyle>
    </a:txDef>
  </a:objectDefaults>
  <a:extraClrSchemeLst/>
  <a:extLst>
    <a:ext uri="{05A4C25C-085E-4340-85A3-A5531E510DB2}">
      <thm15:themeFamily xmlns:thm15="http://schemas.microsoft.com/office/thememl/2012/main" name="Presentation1" id="{EE3A07ED-0379-E24A-BC90-FACFD2A0C780}" vid="{A964CB80-56DF-884E-837B-88722CDEAB8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Template_16-9_Microej_Charter</Template>
  <TotalTime>3996</TotalTime>
  <Words>530</Words>
  <Application>Microsoft Office PowerPoint</Application>
  <PresentationFormat>Widescreen</PresentationFormat>
  <Paragraphs>174</Paragraphs>
  <Slides>5</Slides>
  <Notes>0</Notes>
  <HiddenSlides>0</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5</vt:i4>
      </vt:variant>
    </vt:vector>
  </HeadingPairs>
  <TitlesOfParts>
    <vt:vector size="18" baseType="lpstr">
      <vt:lpstr>Arial</vt:lpstr>
      <vt:lpstr>Brandon Grotesque Black</vt:lpstr>
      <vt:lpstr>Calibri Light</vt:lpstr>
      <vt:lpstr>Calibri Regular</vt:lpstr>
      <vt:lpstr>Courier New</vt:lpstr>
      <vt:lpstr>Source Sans Pro</vt:lpstr>
      <vt:lpstr>Source Sans Pro Black</vt:lpstr>
      <vt:lpstr>Source Sans Pro ExtraLight</vt:lpstr>
      <vt:lpstr>Source Sans Pro Light</vt:lpstr>
      <vt:lpstr>Template-MicroEJ</vt:lpstr>
      <vt:lpstr>Theme1</vt:lpstr>
      <vt:lpstr>1_Theme1</vt:lpstr>
      <vt:lpstr>2_Theme1</vt:lpstr>
      <vt:lpstr>PowerPoint Presentation</vt:lpstr>
      <vt:lpstr>PowerPoint Presentation</vt:lpstr>
      <vt:lpstr>PowerPoint Presentation</vt:lpstr>
      <vt:lpstr>OLD </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Pierre Rivron</dc:creator>
  <cp:keywords/>
  <dc:description/>
  <cp:lastModifiedBy>Frédéric Rivière</cp:lastModifiedBy>
  <cp:revision>412</cp:revision>
  <cp:lastPrinted>2019-09-26T12:34:57Z</cp:lastPrinted>
  <dcterms:created xsi:type="dcterms:W3CDTF">2019-10-29T10:44:00Z</dcterms:created>
  <dcterms:modified xsi:type="dcterms:W3CDTF">2025-11-07T07:43:09Z</dcterms:modified>
  <cp:category/>
</cp:coreProperties>
</file>