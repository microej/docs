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2.xml" ContentType="application/vnd.openxmlformats-officedocument.theme+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3.xml" ContentType="application/vnd.openxmlformats-officedocument.theme+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firstSlideNum="2" saveSubsetFonts="1">
  <p:sldMasterIdLst>
    <p:sldMasterId id="2147483660" r:id="rId1"/>
    <p:sldMasterId id="2147483750" r:id="rId2"/>
    <p:sldMasterId id="2147483789" r:id="rId3"/>
    <p:sldMasterId id="2147483811" r:id="rId4"/>
  </p:sldMasterIdLst>
  <p:notesMasterIdLst>
    <p:notesMasterId r:id="rId7"/>
  </p:notesMasterIdLst>
  <p:handoutMasterIdLst>
    <p:handoutMasterId r:id="rId8"/>
  </p:handoutMasterIdLst>
  <p:sldIdLst>
    <p:sldId id="320" r:id="rId5"/>
    <p:sldId id="321" r:id="rId6"/>
  </p:sldIdLst>
  <p:sldSz cx="12192000" cy="6858000"/>
  <p:notesSz cx="6858000" cy="9144000"/>
  <p:defaultTex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érôme Leroux" initials="JL" lastIdx="10" clrIdx="0"/>
  <p:cmAuthor id="2" name="Rémy Louedec" initials=""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B6D76"/>
    <a:srgbClr val="71B84D"/>
    <a:srgbClr val="EE502E"/>
    <a:srgbClr val="00AEC7"/>
    <a:srgbClr val="A9B1B5"/>
    <a:srgbClr val="FFA300"/>
    <a:srgbClr val="E64213"/>
    <a:srgbClr val="FFC845"/>
    <a:srgbClr val="E5E9EB"/>
    <a:srgbClr val="463AF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7783" autoAdjust="0"/>
    <p:restoredTop sz="96638" autoAdjust="0"/>
  </p:normalViewPr>
  <p:slideViewPr>
    <p:cSldViewPr>
      <p:cViewPr varScale="1">
        <p:scale>
          <a:sx n="113" d="100"/>
          <a:sy n="113" d="100"/>
        </p:scale>
        <p:origin x="924" y="114"/>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p:cViewPr varScale="1">
        <p:scale>
          <a:sx n="105" d="100"/>
          <a:sy n="105" d="100"/>
        </p:scale>
        <p:origin x="4368" y="18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handoutMaster" Target="handoutMasters/handoutMaster1.xml"/><Relationship Id="rId13" Type="http://schemas.openxmlformats.org/officeDocument/2006/relationships/tableStyles" Target="tableStyles.xml"/><Relationship Id="rId3" Type="http://schemas.openxmlformats.org/officeDocument/2006/relationships/slideMaster" Target="slideMasters/slideMaster3.xml"/><Relationship Id="rId7" Type="http://schemas.openxmlformats.org/officeDocument/2006/relationships/notesMaster" Target="notesMasters/notesMaster1.xml"/><Relationship Id="rId12" Type="http://schemas.openxmlformats.org/officeDocument/2006/relationships/theme" Target="theme/theme1.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viewProps" Target="viewProps.xml"/><Relationship Id="rId5" Type="http://schemas.openxmlformats.org/officeDocument/2006/relationships/slide" Target="slides/slide1.xml"/><Relationship Id="rId10"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r>
              <a:rPr lang="en-US">
                <a:latin typeface="Calibri Regular" charset="0"/>
              </a:rPr>
              <a:t>ddddd</a:t>
            </a:r>
            <a:endParaRPr lang="en-US" dirty="0">
              <a:latin typeface="Calibri Regular" charset="0"/>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C28231F4-865A-3043-956B-D8F8DAEB626F}" type="datetime1">
              <a:rPr lang="fr-FR" smtClean="0">
                <a:latin typeface="Calibri Regular" charset="0"/>
              </a:rPr>
              <a:t>20/01/2026</a:t>
            </a:fld>
            <a:endParaRPr lang="en-US" dirty="0">
              <a:latin typeface="Calibri Regular" charset="0"/>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r>
              <a:rPr lang="en-US">
                <a:latin typeface="Calibri Regular" charset="0"/>
              </a:rPr>
              <a:t>dddddd</a:t>
            </a:r>
            <a:endParaRPr lang="en-US" dirty="0">
              <a:latin typeface="Calibri Regular" charset="0"/>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5C1BCF83-E995-406B-90B7-34CBC7B459E2}" type="slidenum">
              <a:rPr lang="en-US" smtClean="0">
                <a:latin typeface="Calibri Regular" charset="0"/>
              </a:rPr>
              <a:t>‹#›</a:t>
            </a:fld>
            <a:endParaRPr lang="en-US" dirty="0">
              <a:latin typeface="Calibri Regular" charset="0"/>
            </a:endParaRPr>
          </a:p>
        </p:txBody>
      </p:sp>
    </p:spTree>
    <p:extLst>
      <p:ext uri="{BB962C8B-B14F-4D97-AF65-F5344CB8AC3E}">
        <p14:creationId xmlns:p14="http://schemas.microsoft.com/office/powerpoint/2010/main" val="1503862246"/>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b="0" i="0">
                <a:latin typeface="Calibri Regular" charset="0"/>
              </a:defRPr>
            </a:lvl1pPr>
          </a:lstStyle>
          <a:p>
            <a:r>
              <a:rPr lang="en-US"/>
              <a:t>ddddd</a:t>
            </a:r>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b="0" i="0">
                <a:latin typeface="Calibri Regular" charset="0"/>
              </a:defRPr>
            </a:lvl1pPr>
          </a:lstStyle>
          <a:p>
            <a:fld id="{D125E8DA-58CB-F841-A404-E11EC1E2C988}" type="datetime1">
              <a:rPr lang="fr-FR" smtClean="0"/>
              <a:t>20/01/2026</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b="0" i="0">
                <a:latin typeface="Calibri Regular" charset="0"/>
              </a:defRPr>
            </a:lvl1pPr>
          </a:lstStyle>
          <a:p>
            <a:r>
              <a:rPr lang="en-US"/>
              <a:t>dddddd</a:t>
            </a:r>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b="0" i="0">
                <a:latin typeface="Calibri Regular" charset="0"/>
              </a:defRPr>
            </a:lvl1pPr>
          </a:lstStyle>
          <a:p>
            <a:fld id="{63D2F4DC-CE54-4109-8EF4-A6E1D0DA46F1}" type="slidenum">
              <a:rPr lang="en-US" smtClean="0"/>
              <a:pPr/>
              <a:t>‹#›</a:t>
            </a:fld>
            <a:endParaRPr lang="en-US" dirty="0"/>
          </a:p>
        </p:txBody>
      </p:sp>
    </p:spTree>
    <p:extLst>
      <p:ext uri="{BB962C8B-B14F-4D97-AF65-F5344CB8AC3E}">
        <p14:creationId xmlns:p14="http://schemas.microsoft.com/office/powerpoint/2010/main" val="2834552350"/>
      </p:ext>
    </p:extLst>
  </p:cSld>
  <p:clrMap bg1="lt1" tx1="dk1" bg2="lt2" tx2="dk2" accent1="accent1" accent2="accent2" accent3="accent3" accent4="accent4" accent5="accent5" accent6="accent6" hlink="hlink" folHlink="folHlink"/>
  <p:hf hdr="0" ftr="0"/>
  <p:notesStyle>
    <a:lvl1pPr marL="0" algn="l" defTabSz="914377" rtl="0" eaLnBrk="1" latinLnBrk="0" hangingPunct="1">
      <a:defRPr sz="1200" b="0" i="0" kern="1200">
        <a:solidFill>
          <a:schemeClr val="tx1"/>
        </a:solidFill>
        <a:latin typeface="Calibri Regular" charset="0"/>
        <a:ea typeface="+mn-ea"/>
        <a:cs typeface="+mn-cs"/>
      </a:defRPr>
    </a:lvl1pPr>
    <a:lvl2pPr marL="457189" algn="l" defTabSz="914377" rtl="0" eaLnBrk="1" latinLnBrk="0" hangingPunct="1">
      <a:defRPr sz="1200" b="0" i="0" kern="1200">
        <a:solidFill>
          <a:schemeClr val="tx1"/>
        </a:solidFill>
        <a:latin typeface="Calibri Regular" charset="0"/>
        <a:ea typeface="+mn-ea"/>
        <a:cs typeface="+mn-cs"/>
      </a:defRPr>
    </a:lvl2pPr>
    <a:lvl3pPr marL="914377" algn="l" defTabSz="914377" rtl="0" eaLnBrk="1" latinLnBrk="0" hangingPunct="1">
      <a:defRPr sz="1200" b="0" i="0" kern="1200">
        <a:solidFill>
          <a:schemeClr val="tx1"/>
        </a:solidFill>
        <a:latin typeface="Calibri Regular" charset="0"/>
        <a:ea typeface="+mn-ea"/>
        <a:cs typeface="+mn-cs"/>
      </a:defRPr>
    </a:lvl3pPr>
    <a:lvl4pPr marL="1371566" algn="l" defTabSz="914377" rtl="0" eaLnBrk="1" latinLnBrk="0" hangingPunct="1">
      <a:defRPr sz="1200" b="0" i="0" kern="1200">
        <a:solidFill>
          <a:schemeClr val="tx1"/>
        </a:solidFill>
        <a:latin typeface="Calibri Regular" charset="0"/>
        <a:ea typeface="+mn-ea"/>
        <a:cs typeface="+mn-cs"/>
      </a:defRPr>
    </a:lvl4pPr>
    <a:lvl5pPr marL="1828754" algn="l" defTabSz="914377" rtl="0" eaLnBrk="1" latinLnBrk="0" hangingPunct="1">
      <a:defRPr sz="1200" b="0" i="0" kern="1200">
        <a:solidFill>
          <a:schemeClr val="tx1"/>
        </a:solidFill>
        <a:latin typeface="Calibri Regular" charset="0"/>
        <a:ea typeface="+mn-ea"/>
        <a:cs typeface="+mn-cs"/>
      </a:defRPr>
    </a:lvl5pPr>
    <a:lvl6pPr marL="2285943" algn="l" defTabSz="914377" rtl="0" eaLnBrk="1" latinLnBrk="0" hangingPunct="1">
      <a:defRPr sz="1200" kern="1200">
        <a:solidFill>
          <a:schemeClr val="tx1"/>
        </a:solidFill>
        <a:latin typeface="+mn-lt"/>
        <a:ea typeface="+mn-ea"/>
        <a:cs typeface="+mn-cs"/>
      </a:defRPr>
    </a:lvl6pPr>
    <a:lvl7pPr marL="2743131" algn="l" defTabSz="914377" rtl="0" eaLnBrk="1" latinLnBrk="0" hangingPunct="1">
      <a:defRPr sz="1200" kern="1200">
        <a:solidFill>
          <a:schemeClr val="tx1"/>
        </a:solidFill>
        <a:latin typeface="+mn-lt"/>
        <a:ea typeface="+mn-ea"/>
        <a:cs typeface="+mn-cs"/>
      </a:defRPr>
    </a:lvl7pPr>
    <a:lvl8pPr marL="3200320" algn="l" defTabSz="914377" rtl="0" eaLnBrk="1" latinLnBrk="0" hangingPunct="1">
      <a:defRPr sz="1200" kern="1200">
        <a:solidFill>
          <a:schemeClr val="tx1"/>
        </a:solidFill>
        <a:latin typeface="+mn-lt"/>
        <a:ea typeface="+mn-ea"/>
        <a:cs typeface="+mn-cs"/>
      </a:defRPr>
    </a:lvl8pPr>
    <a:lvl9pPr marL="3657509" algn="l" defTabSz="914377"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3.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Red Chapter / Title_subtitle">
    <p:spTree>
      <p:nvGrpSpPr>
        <p:cNvPr id="1" name=""/>
        <p:cNvGrpSpPr/>
        <p:nvPr/>
      </p:nvGrpSpPr>
      <p:grpSpPr>
        <a:xfrm>
          <a:off x="0" y="0"/>
          <a:ext cx="0" cy="0"/>
          <a:chOff x="0" y="0"/>
          <a:chExt cx="0" cy="0"/>
        </a:xfrm>
      </p:grpSpPr>
      <p:sp>
        <p:nvSpPr>
          <p:cNvPr id="2" name="Rectangle 1"/>
          <p:cNvSpPr/>
          <p:nvPr userDrawn="1"/>
        </p:nvSpPr>
        <p:spPr>
          <a:xfrm>
            <a:off x="0" y="0"/>
            <a:ext cx="9192067" cy="6884633"/>
          </a:xfrm>
          <a:custGeom>
            <a:avLst/>
            <a:gdLst>
              <a:gd name="connsiteX0" fmla="*/ 0 w 8832304"/>
              <a:gd name="connsiteY0" fmla="*/ 0 h 6858000"/>
              <a:gd name="connsiteX1" fmla="*/ 8832304 w 8832304"/>
              <a:gd name="connsiteY1" fmla="*/ 0 h 6858000"/>
              <a:gd name="connsiteX2" fmla="*/ 8832304 w 8832304"/>
              <a:gd name="connsiteY2" fmla="*/ 6858000 h 6858000"/>
              <a:gd name="connsiteX3" fmla="*/ 0 w 8832304"/>
              <a:gd name="connsiteY3" fmla="*/ 6858000 h 6858000"/>
              <a:gd name="connsiteX4" fmla="*/ 0 w 8832304"/>
              <a:gd name="connsiteY4" fmla="*/ 0 h 6858000"/>
              <a:gd name="connsiteX0" fmla="*/ 0 w 8832304"/>
              <a:gd name="connsiteY0" fmla="*/ 0 h 6872990"/>
              <a:gd name="connsiteX1" fmla="*/ 8832304 w 8832304"/>
              <a:gd name="connsiteY1" fmla="*/ 0 h 6872990"/>
              <a:gd name="connsiteX2" fmla="*/ 4650048 w 8832304"/>
              <a:gd name="connsiteY2" fmla="*/ 6872990 h 6872990"/>
              <a:gd name="connsiteX3" fmla="*/ 0 w 8832304"/>
              <a:gd name="connsiteY3" fmla="*/ 6858000 h 6872990"/>
              <a:gd name="connsiteX4" fmla="*/ 0 w 8832304"/>
              <a:gd name="connsiteY4" fmla="*/ 0 h 6872990"/>
              <a:gd name="connsiteX0" fmla="*/ 0 w 9147097"/>
              <a:gd name="connsiteY0" fmla="*/ 0 h 6872990"/>
              <a:gd name="connsiteX1" fmla="*/ 9147097 w 9147097"/>
              <a:gd name="connsiteY1" fmla="*/ 0 h 6872990"/>
              <a:gd name="connsiteX2" fmla="*/ 4650048 w 9147097"/>
              <a:gd name="connsiteY2" fmla="*/ 6872990 h 6872990"/>
              <a:gd name="connsiteX3" fmla="*/ 0 w 9147097"/>
              <a:gd name="connsiteY3" fmla="*/ 6858000 h 6872990"/>
              <a:gd name="connsiteX4" fmla="*/ 0 w 9147097"/>
              <a:gd name="connsiteY4" fmla="*/ 0 h 6872990"/>
              <a:gd name="connsiteX0" fmla="*/ 0 w 9192067"/>
              <a:gd name="connsiteY0" fmla="*/ 0 h 6872990"/>
              <a:gd name="connsiteX1" fmla="*/ 9192067 w 9192067"/>
              <a:gd name="connsiteY1" fmla="*/ 0 h 6872990"/>
              <a:gd name="connsiteX2" fmla="*/ 4650048 w 9192067"/>
              <a:gd name="connsiteY2" fmla="*/ 6872990 h 6872990"/>
              <a:gd name="connsiteX3" fmla="*/ 0 w 9192067"/>
              <a:gd name="connsiteY3" fmla="*/ 6858000 h 6872990"/>
              <a:gd name="connsiteX4" fmla="*/ 0 w 9192067"/>
              <a:gd name="connsiteY4" fmla="*/ 0 h 6872990"/>
              <a:gd name="connsiteX0" fmla="*/ 0 w 9192067"/>
              <a:gd name="connsiteY0" fmla="*/ 0 h 6858000"/>
              <a:gd name="connsiteX1" fmla="*/ 9192067 w 9192067"/>
              <a:gd name="connsiteY1" fmla="*/ 0 h 6858000"/>
              <a:gd name="connsiteX2" fmla="*/ 5039792 w 9192067"/>
              <a:gd name="connsiteY2" fmla="*/ 6858000 h 6858000"/>
              <a:gd name="connsiteX3" fmla="*/ 0 w 9192067"/>
              <a:gd name="connsiteY3" fmla="*/ 6858000 h 6858000"/>
              <a:gd name="connsiteX4" fmla="*/ 0 w 9192067"/>
              <a:gd name="connsiteY4" fmla="*/ 0 h 6858000"/>
              <a:gd name="connsiteX0" fmla="*/ 0 w 9192067"/>
              <a:gd name="connsiteY0" fmla="*/ 0 h 6884633"/>
              <a:gd name="connsiteX1" fmla="*/ 9192067 w 9192067"/>
              <a:gd name="connsiteY1" fmla="*/ 0 h 6884633"/>
              <a:gd name="connsiteX2" fmla="*/ 5030914 w 9192067"/>
              <a:gd name="connsiteY2" fmla="*/ 6884633 h 6884633"/>
              <a:gd name="connsiteX3" fmla="*/ 0 w 9192067"/>
              <a:gd name="connsiteY3" fmla="*/ 6858000 h 6884633"/>
              <a:gd name="connsiteX4" fmla="*/ 0 w 9192067"/>
              <a:gd name="connsiteY4" fmla="*/ 0 h 68846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92067" h="6884633">
                <a:moveTo>
                  <a:pt x="0" y="0"/>
                </a:moveTo>
                <a:lnTo>
                  <a:pt x="9192067" y="0"/>
                </a:lnTo>
                <a:lnTo>
                  <a:pt x="5030914" y="6884633"/>
                </a:lnTo>
                <a:lnTo>
                  <a:pt x="0" y="6858000"/>
                </a:lnTo>
                <a:lnTo>
                  <a:pt x="0" y="0"/>
                </a:lnTo>
                <a:close/>
              </a:path>
            </a:pathLst>
          </a:custGeom>
          <a:solidFill>
            <a:srgbClr val="E642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1"/>
          <p:cNvSpPr>
            <a:spLocks noGrp="1"/>
          </p:cNvSpPr>
          <p:nvPr>
            <p:ph type="ctrTitle" hasCustomPrompt="1"/>
          </p:nvPr>
        </p:nvSpPr>
        <p:spPr>
          <a:xfrm>
            <a:off x="1657349" y="644525"/>
            <a:ext cx="4500331" cy="2726185"/>
          </a:xfrm>
          <a:prstGeom prst="rect">
            <a:avLst/>
          </a:prstGeom>
        </p:spPr>
        <p:txBody>
          <a:bodyPr lIns="0" tIns="0" rIns="0" bIns="0" anchor="b" anchorCtr="0">
            <a:noAutofit/>
          </a:bodyPr>
          <a:lstStyle>
            <a:lvl1pPr algn="r">
              <a:defRPr sz="4000" b="1" i="0" cap="none" baseline="0">
                <a:solidFill>
                  <a:schemeClr val="bg1"/>
                </a:solidFill>
                <a:latin typeface="Source Sans Pro Black" charset="0"/>
                <a:ea typeface="Source Sans Pro Black" charset="0"/>
                <a:cs typeface="Source Sans Pro Black" charset="0"/>
              </a:defRPr>
            </a:lvl1pPr>
          </a:lstStyle>
          <a:p>
            <a:r>
              <a:rPr lang="en-US" dirty="0"/>
              <a:t>Click to edit master title style</a:t>
            </a:r>
          </a:p>
        </p:txBody>
      </p:sp>
      <p:cxnSp>
        <p:nvCxnSpPr>
          <p:cNvPr id="9" name="Straight Connector 8"/>
          <p:cNvCxnSpPr/>
          <p:nvPr userDrawn="1"/>
        </p:nvCxnSpPr>
        <p:spPr>
          <a:xfrm flipH="1">
            <a:off x="5776094" y="3569020"/>
            <a:ext cx="381586"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1" name="Text Placeholder 6"/>
          <p:cNvSpPr>
            <a:spLocks noGrp="1"/>
          </p:cNvSpPr>
          <p:nvPr>
            <p:ph type="body" sz="quarter" idx="10" hasCustomPrompt="1"/>
          </p:nvPr>
        </p:nvSpPr>
        <p:spPr>
          <a:xfrm>
            <a:off x="7680324" y="3645024"/>
            <a:ext cx="3960814" cy="2398589"/>
          </a:xfrm>
          <a:prstGeom prst="rect">
            <a:avLst/>
          </a:prstGeom>
        </p:spPr>
        <p:txBody>
          <a:bodyPr lIns="0" tIns="0" rIns="0" bIns="0"/>
          <a:lstStyle>
            <a:lvl1pPr>
              <a:defRPr sz="2600"/>
            </a:lvl1pPr>
          </a:lstStyle>
          <a:p>
            <a:pPr lvl="0"/>
            <a:r>
              <a:rPr lang="en-US" dirty="0"/>
              <a:t>Click to edit Intro text styles</a:t>
            </a:r>
          </a:p>
        </p:txBody>
      </p:sp>
      <p:cxnSp>
        <p:nvCxnSpPr>
          <p:cNvPr id="13" name="Straight Connector 12"/>
          <p:cNvCxnSpPr/>
          <p:nvPr userDrawn="1"/>
        </p:nvCxnSpPr>
        <p:spPr>
          <a:xfrm flipH="1">
            <a:off x="7680326" y="3552512"/>
            <a:ext cx="390524"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Graphic Chapter / Title_subtitle">
    <p:spTree>
      <p:nvGrpSpPr>
        <p:cNvPr id="1" name=""/>
        <p:cNvGrpSpPr/>
        <p:nvPr/>
      </p:nvGrpSpPr>
      <p:grpSpPr>
        <a:xfrm>
          <a:off x="0" y="0"/>
          <a:ext cx="0" cy="0"/>
          <a:chOff x="0" y="0"/>
          <a:chExt cx="0" cy="0"/>
        </a:xfrm>
      </p:grpSpPr>
      <p:cxnSp>
        <p:nvCxnSpPr>
          <p:cNvPr id="20" name="Straight Connector 19"/>
          <p:cNvCxnSpPr/>
          <p:nvPr userDrawn="1"/>
        </p:nvCxnSpPr>
        <p:spPr>
          <a:xfrm flipH="1">
            <a:off x="5663952" y="3552512"/>
            <a:ext cx="453594"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1" name="Title 1"/>
          <p:cNvSpPr>
            <a:spLocks noGrp="1"/>
          </p:cNvSpPr>
          <p:nvPr>
            <p:ph type="ctrTitle" hasCustomPrompt="1"/>
          </p:nvPr>
        </p:nvSpPr>
        <p:spPr>
          <a:xfrm>
            <a:off x="3560644" y="644525"/>
            <a:ext cx="7120056" cy="2726186"/>
          </a:xfrm>
          <a:prstGeom prst="rect">
            <a:avLst/>
          </a:prstGeom>
        </p:spPr>
        <p:txBody>
          <a:bodyPr lIns="0" tIns="0" rIns="0" bIns="0" anchor="b" anchorCtr="0">
            <a:noAutofit/>
          </a:bodyPr>
          <a:lstStyle>
            <a:lvl1pPr algn="l">
              <a:defRPr sz="4000" b="1" i="0" cap="none" baseline="0">
                <a:solidFill>
                  <a:schemeClr val="accent1"/>
                </a:solidFill>
                <a:latin typeface="Source Sans Pro Black" charset="0"/>
                <a:ea typeface="Source Sans Pro Black" charset="0"/>
                <a:cs typeface="Source Sans Pro Black" charset="0"/>
              </a:defRPr>
            </a:lvl1pPr>
          </a:lstStyle>
          <a:p>
            <a:r>
              <a:rPr lang="en-US" dirty="0"/>
              <a:t>Click to edit master title style</a:t>
            </a:r>
          </a:p>
        </p:txBody>
      </p:sp>
      <p:sp>
        <p:nvSpPr>
          <p:cNvPr id="27" name="Text Placeholder 6"/>
          <p:cNvSpPr>
            <a:spLocks noGrp="1"/>
          </p:cNvSpPr>
          <p:nvPr>
            <p:ph type="body" sz="quarter" idx="10" hasCustomPrompt="1"/>
          </p:nvPr>
        </p:nvSpPr>
        <p:spPr>
          <a:xfrm>
            <a:off x="3560643" y="3645024"/>
            <a:ext cx="4119681" cy="2398589"/>
          </a:xfrm>
          <a:prstGeom prst="rect">
            <a:avLst/>
          </a:prstGeom>
        </p:spPr>
        <p:txBody>
          <a:bodyPr lIns="0" tIns="0" rIns="0" bIns="0"/>
          <a:lstStyle>
            <a:lvl1pPr>
              <a:defRPr sz="2600"/>
            </a:lvl1pPr>
          </a:lstStyle>
          <a:p>
            <a:pPr lvl="0"/>
            <a:r>
              <a:rPr lang="en-US" dirty="0"/>
              <a:t>Click to edit Intro text styles</a:t>
            </a:r>
          </a:p>
        </p:txBody>
      </p:sp>
      <p:cxnSp>
        <p:nvCxnSpPr>
          <p:cNvPr id="28" name="Straight Connector 27"/>
          <p:cNvCxnSpPr/>
          <p:nvPr userDrawn="1"/>
        </p:nvCxnSpPr>
        <p:spPr>
          <a:xfrm flipH="1">
            <a:off x="3555867" y="3552512"/>
            <a:ext cx="379893"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8" name="Picture Placeholder 13"/>
          <p:cNvSpPr>
            <a:spLocks noGrp="1"/>
          </p:cNvSpPr>
          <p:nvPr>
            <p:ph type="pic" sz="quarter" idx="11"/>
          </p:nvPr>
        </p:nvSpPr>
        <p:spPr>
          <a:xfrm>
            <a:off x="37827" y="-8164"/>
            <a:ext cx="3971634" cy="6871855"/>
          </a:xfrm>
          <a:custGeom>
            <a:avLst/>
            <a:gdLst>
              <a:gd name="connsiteX0" fmla="*/ 0 w 4057359"/>
              <a:gd name="connsiteY0" fmla="*/ 0 h 6858000"/>
              <a:gd name="connsiteX1" fmla="*/ 4057359 w 4057359"/>
              <a:gd name="connsiteY1" fmla="*/ 0 h 6858000"/>
              <a:gd name="connsiteX2" fmla="*/ 4057359 w 4057359"/>
              <a:gd name="connsiteY2" fmla="*/ 6858000 h 6858000"/>
              <a:gd name="connsiteX3" fmla="*/ 0 w 4057359"/>
              <a:gd name="connsiteY3" fmla="*/ 6858000 h 6858000"/>
              <a:gd name="connsiteX4" fmla="*/ 0 w 4057359"/>
              <a:gd name="connsiteY4" fmla="*/ 0 h 6858000"/>
              <a:gd name="connsiteX0" fmla="*/ 29731 w 4087090"/>
              <a:gd name="connsiteY0" fmla="*/ 0 h 6871855"/>
              <a:gd name="connsiteX1" fmla="*/ 4087090 w 4087090"/>
              <a:gd name="connsiteY1" fmla="*/ 0 h 6871855"/>
              <a:gd name="connsiteX2" fmla="*/ 0 w 4087090"/>
              <a:gd name="connsiteY2" fmla="*/ 6871855 h 6871855"/>
              <a:gd name="connsiteX3" fmla="*/ 29731 w 4087090"/>
              <a:gd name="connsiteY3" fmla="*/ 6858000 h 6871855"/>
              <a:gd name="connsiteX4" fmla="*/ 29731 w 4087090"/>
              <a:gd name="connsiteY4" fmla="*/ 0 h 6871855"/>
              <a:gd name="connsiteX0" fmla="*/ 0 w 4057359"/>
              <a:gd name="connsiteY0" fmla="*/ 0 h 6941252"/>
              <a:gd name="connsiteX1" fmla="*/ 4057359 w 4057359"/>
              <a:gd name="connsiteY1" fmla="*/ 0 h 6941252"/>
              <a:gd name="connsiteX2" fmla="*/ 27419 w 4057359"/>
              <a:gd name="connsiteY2" fmla="*/ 6941252 h 6941252"/>
              <a:gd name="connsiteX3" fmla="*/ 0 w 4057359"/>
              <a:gd name="connsiteY3" fmla="*/ 6858000 h 6941252"/>
              <a:gd name="connsiteX4" fmla="*/ 0 w 4057359"/>
              <a:gd name="connsiteY4" fmla="*/ 0 h 6941252"/>
              <a:gd name="connsiteX0" fmla="*/ 0 w 4057359"/>
              <a:gd name="connsiteY0" fmla="*/ 0 h 6863691"/>
              <a:gd name="connsiteX1" fmla="*/ 4057359 w 4057359"/>
              <a:gd name="connsiteY1" fmla="*/ 0 h 6863691"/>
              <a:gd name="connsiteX2" fmla="*/ 2926 w 4057359"/>
              <a:gd name="connsiteY2" fmla="*/ 6863691 h 6863691"/>
              <a:gd name="connsiteX3" fmla="*/ 0 w 4057359"/>
              <a:gd name="connsiteY3" fmla="*/ 6858000 h 6863691"/>
              <a:gd name="connsiteX4" fmla="*/ 0 w 4057359"/>
              <a:gd name="connsiteY4" fmla="*/ 0 h 6863691"/>
              <a:gd name="connsiteX0" fmla="*/ 0 w 3971634"/>
              <a:gd name="connsiteY0" fmla="*/ 8164 h 6871855"/>
              <a:gd name="connsiteX1" fmla="*/ 3971634 w 3971634"/>
              <a:gd name="connsiteY1" fmla="*/ 0 h 6871855"/>
              <a:gd name="connsiteX2" fmla="*/ 2926 w 3971634"/>
              <a:gd name="connsiteY2" fmla="*/ 6871855 h 6871855"/>
              <a:gd name="connsiteX3" fmla="*/ 0 w 3971634"/>
              <a:gd name="connsiteY3" fmla="*/ 6866164 h 6871855"/>
              <a:gd name="connsiteX4" fmla="*/ 0 w 3971634"/>
              <a:gd name="connsiteY4" fmla="*/ 8164 h 68718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71634" h="6871855">
                <a:moveTo>
                  <a:pt x="0" y="8164"/>
                </a:moveTo>
                <a:lnTo>
                  <a:pt x="3971634" y="0"/>
                </a:lnTo>
                <a:lnTo>
                  <a:pt x="2926" y="6871855"/>
                </a:lnTo>
                <a:lnTo>
                  <a:pt x="0" y="6866164"/>
                </a:lnTo>
                <a:lnTo>
                  <a:pt x="0" y="8164"/>
                </a:lnTo>
                <a:close/>
              </a:path>
            </a:pathLst>
          </a:custGeom>
          <a:solidFill>
            <a:schemeClr val="accent1"/>
          </a:solidFill>
        </p:spPr>
        <p:txBody>
          <a:bodyPr/>
          <a:lstStyle/>
          <a:p>
            <a:r>
              <a:rPr lang="en-US"/>
              <a:t>Click icon to add picture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Red Chapter / Title_Subtitle_Number">
    <p:spTree>
      <p:nvGrpSpPr>
        <p:cNvPr id="1" name=""/>
        <p:cNvGrpSpPr/>
        <p:nvPr/>
      </p:nvGrpSpPr>
      <p:grpSpPr>
        <a:xfrm>
          <a:off x="0" y="0"/>
          <a:ext cx="0" cy="0"/>
          <a:chOff x="0" y="0"/>
          <a:chExt cx="0" cy="0"/>
        </a:xfrm>
      </p:grpSpPr>
      <p:sp>
        <p:nvSpPr>
          <p:cNvPr id="14" name="Picture Placeholder 13"/>
          <p:cNvSpPr>
            <a:spLocks noGrp="1"/>
          </p:cNvSpPr>
          <p:nvPr>
            <p:ph type="pic" sz="quarter" idx="11"/>
          </p:nvPr>
        </p:nvSpPr>
        <p:spPr>
          <a:xfrm>
            <a:off x="37827" y="-8164"/>
            <a:ext cx="3971634" cy="6871855"/>
          </a:xfrm>
          <a:custGeom>
            <a:avLst/>
            <a:gdLst>
              <a:gd name="connsiteX0" fmla="*/ 0 w 4057359"/>
              <a:gd name="connsiteY0" fmla="*/ 0 h 6858000"/>
              <a:gd name="connsiteX1" fmla="*/ 4057359 w 4057359"/>
              <a:gd name="connsiteY1" fmla="*/ 0 h 6858000"/>
              <a:gd name="connsiteX2" fmla="*/ 4057359 w 4057359"/>
              <a:gd name="connsiteY2" fmla="*/ 6858000 h 6858000"/>
              <a:gd name="connsiteX3" fmla="*/ 0 w 4057359"/>
              <a:gd name="connsiteY3" fmla="*/ 6858000 h 6858000"/>
              <a:gd name="connsiteX4" fmla="*/ 0 w 4057359"/>
              <a:gd name="connsiteY4" fmla="*/ 0 h 6858000"/>
              <a:gd name="connsiteX0" fmla="*/ 29731 w 4087090"/>
              <a:gd name="connsiteY0" fmla="*/ 0 h 6871855"/>
              <a:gd name="connsiteX1" fmla="*/ 4087090 w 4087090"/>
              <a:gd name="connsiteY1" fmla="*/ 0 h 6871855"/>
              <a:gd name="connsiteX2" fmla="*/ 0 w 4087090"/>
              <a:gd name="connsiteY2" fmla="*/ 6871855 h 6871855"/>
              <a:gd name="connsiteX3" fmla="*/ 29731 w 4087090"/>
              <a:gd name="connsiteY3" fmla="*/ 6858000 h 6871855"/>
              <a:gd name="connsiteX4" fmla="*/ 29731 w 4087090"/>
              <a:gd name="connsiteY4" fmla="*/ 0 h 6871855"/>
              <a:gd name="connsiteX0" fmla="*/ 0 w 4057359"/>
              <a:gd name="connsiteY0" fmla="*/ 0 h 6941252"/>
              <a:gd name="connsiteX1" fmla="*/ 4057359 w 4057359"/>
              <a:gd name="connsiteY1" fmla="*/ 0 h 6941252"/>
              <a:gd name="connsiteX2" fmla="*/ 27419 w 4057359"/>
              <a:gd name="connsiteY2" fmla="*/ 6941252 h 6941252"/>
              <a:gd name="connsiteX3" fmla="*/ 0 w 4057359"/>
              <a:gd name="connsiteY3" fmla="*/ 6858000 h 6941252"/>
              <a:gd name="connsiteX4" fmla="*/ 0 w 4057359"/>
              <a:gd name="connsiteY4" fmla="*/ 0 h 6941252"/>
              <a:gd name="connsiteX0" fmla="*/ 0 w 4057359"/>
              <a:gd name="connsiteY0" fmla="*/ 0 h 6863691"/>
              <a:gd name="connsiteX1" fmla="*/ 4057359 w 4057359"/>
              <a:gd name="connsiteY1" fmla="*/ 0 h 6863691"/>
              <a:gd name="connsiteX2" fmla="*/ 2926 w 4057359"/>
              <a:gd name="connsiteY2" fmla="*/ 6863691 h 6863691"/>
              <a:gd name="connsiteX3" fmla="*/ 0 w 4057359"/>
              <a:gd name="connsiteY3" fmla="*/ 6858000 h 6863691"/>
              <a:gd name="connsiteX4" fmla="*/ 0 w 4057359"/>
              <a:gd name="connsiteY4" fmla="*/ 0 h 6863691"/>
              <a:gd name="connsiteX0" fmla="*/ 0 w 3971634"/>
              <a:gd name="connsiteY0" fmla="*/ 8164 h 6871855"/>
              <a:gd name="connsiteX1" fmla="*/ 3971634 w 3971634"/>
              <a:gd name="connsiteY1" fmla="*/ 0 h 6871855"/>
              <a:gd name="connsiteX2" fmla="*/ 2926 w 3971634"/>
              <a:gd name="connsiteY2" fmla="*/ 6871855 h 6871855"/>
              <a:gd name="connsiteX3" fmla="*/ 0 w 3971634"/>
              <a:gd name="connsiteY3" fmla="*/ 6866164 h 6871855"/>
              <a:gd name="connsiteX4" fmla="*/ 0 w 3971634"/>
              <a:gd name="connsiteY4" fmla="*/ 8164 h 68718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71634" h="6871855">
                <a:moveTo>
                  <a:pt x="0" y="8164"/>
                </a:moveTo>
                <a:lnTo>
                  <a:pt x="3971634" y="0"/>
                </a:lnTo>
                <a:lnTo>
                  <a:pt x="2926" y="6871855"/>
                </a:lnTo>
                <a:lnTo>
                  <a:pt x="0" y="6866164"/>
                </a:lnTo>
                <a:lnTo>
                  <a:pt x="0" y="8164"/>
                </a:lnTo>
                <a:close/>
              </a:path>
            </a:pathLst>
          </a:custGeom>
          <a:solidFill>
            <a:schemeClr val="accent1"/>
          </a:solidFill>
        </p:spPr>
        <p:txBody>
          <a:bodyPr/>
          <a:lstStyle/>
          <a:p>
            <a:r>
              <a:rPr lang="en-US"/>
              <a:t>Click icon to add picture</a:t>
            </a:r>
          </a:p>
        </p:txBody>
      </p:sp>
      <p:cxnSp>
        <p:nvCxnSpPr>
          <p:cNvPr id="20" name="Straight Connector 19"/>
          <p:cNvCxnSpPr/>
          <p:nvPr userDrawn="1"/>
        </p:nvCxnSpPr>
        <p:spPr>
          <a:xfrm flipH="1">
            <a:off x="5663952" y="3552512"/>
            <a:ext cx="453594"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5" name="Text Placeholder 4"/>
          <p:cNvSpPr>
            <a:spLocks noGrp="1"/>
          </p:cNvSpPr>
          <p:nvPr>
            <p:ph type="body" sz="quarter" idx="12" hasCustomPrompt="1"/>
          </p:nvPr>
        </p:nvSpPr>
        <p:spPr>
          <a:xfrm>
            <a:off x="9182100" y="3645024"/>
            <a:ext cx="2602532" cy="2029941"/>
          </a:xfrm>
          <a:prstGeom prst="rect">
            <a:avLst/>
          </a:prstGeom>
        </p:spPr>
        <p:txBody>
          <a:bodyPr vert="horz" anchor="b" anchorCtr="0"/>
          <a:lstStyle>
            <a:lvl1pPr algn="r">
              <a:spcBef>
                <a:spcPts val="0"/>
              </a:spcBef>
              <a:spcAft>
                <a:spcPts val="0"/>
              </a:spcAft>
              <a:defRPr sz="17000"/>
            </a:lvl1pPr>
            <a:lvl2pPr algn="just">
              <a:defRPr sz="17000"/>
            </a:lvl2pPr>
            <a:lvl3pPr algn="just">
              <a:defRPr sz="17000"/>
            </a:lvl3pPr>
            <a:lvl4pPr algn="just">
              <a:defRPr sz="17000"/>
            </a:lvl4pPr>
            <a:lvl5pPr algn="just">
              <a:defRPr sz="17000"/>
            </a:lvl5pPr>
          </a:lstStyle>
          <a:p>
            <a:pPr lvl="0"/>
            <a:r>
              <a:rPr lang="en-US" dirty="0"/>
              <a:t>N°</a:t>
            </a:r>
          </a:p>
        </p:txBody>
      </p:sp>
      <p:sp>
        <p:nvSpPr>
          <p:cNvPr id="8" name="Title 1"/>
          <p:cNvSpPr>
            <a:spLocks noGrp="1"/>
          </p:cNvSpPr>
          <p:nvPr>
            <p:ph type="ctrTitle" hasCustomPrompt="1"/>
          </p:nvPr>
        </p:nvSpPr>
        <p:spPr>
          <a:xfrm>
            <a:off x="3560644" y="644525"/>
            <a:ext cx="7120056" cy="2726186"/>
          </a:xfrm>
          <a:prstGeom prst="rect">
            <a:avLst/>
          </a:prstGeom>
        </p:spPr>
        <p:txBody>
          <a:bodyPr lIns="0" tIns="0" rIns="0" bIns="0" anchor="b" anchorCtr="0">
            <a:noAutofit/>
          </a:bodyPr>
          <a:lstStyle>
            <a:lvl1pPr algn="l">
              <a:defRPr sz="4000" b="1" i="0" cap="none" baseline="0">
                <a:solidFill>
                  <a:schemeClr val="accent1"/>
                </a:solidFill>
                <a:latin typeface="Source Sans Pro Black" charset="0"/>
                <a:ea typeface="Source Sans Pro Black" charset="0"/>
                <a:cs typeface="Source Sans Pro Black" charset="0"/>
              </a:defRPr>
            </a:lvl1pPr>
          </a:lstStyle>
          <a:p>
            <a:r>
              <a:rPr lang="en-US" dirty="0"/>
              <a:t>Click to edit master title style</a:t>
            </a:r>
          </a:p>
        </p:txBody>
      </p:sp>
      <p:sp>
        <p:nvSpPr>
          <p:cNvPr id="9" name="Text Placeholder 6"/>
          <p:cNvSpPr>
            <a:spLocks noGrp="1"/>
          </p:cNvSpPr>
          <p:nvPr>
            <p:ph type="body" sz="quarter" idx="10" hasCustomPrompt="1"/>
          </p:nvPr>
        </p:nvSpPr>
        <p:spPr>
          <a:xfrm>
            <a:off x="3560643" y="3645024"/>
            <a:ext cx="4119681" cy="2398589"/>
          </a:xfrm>
          <a:prstGeom prst="rect">
            <a:avLst/>
          </a:prstGeom>
        </p:spPr>
        <p:txBody>
          <a:bodyPr lIns="0" tIns="0" rIns="0" bIns="0"/>
          <a:lstStyle>
            <a:lvl1pPr>
              <a:defRPr sz="2600"/>
            </a:lvl1pPr>
          </a:lstStyle>
          <a:p>
            <a:pPr lvl="0"/>
            <a:r>
              <a:rPr lang="en-US" dirty="0"/>
              <a:t>Click to edit Intro text styles</a:t>
            </a:r>
          </a:p>
        </p:txBody>
      </p:sp>
      <p:cxnSp>
        <p:nvCxnSpPr>
          <p:cNvPr id="10" name="Straight Connector 9"/>
          <p:cNvCxnSpPr/>
          <p:nvPr userDrawn="1"/>
        </p:nvCxnSpPr>
        <p:spPr>
          <a:xfrm flipH="1">
            <a:off x="3555867" y="3552512"/>
            <a:ext cx="379893"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Red SubChapter / Title ">
    <p:spTree>
      <p:nvGrpSpPr>
        <p:cNvPr id="1" name=""/>
        <p:cNvGrpSpPr/>
        <p:nvPr/>
      </p:nvGrpSpPr>
      <p:grpSpPr>
        <a:xfrm>
          <a:off x="0" y="0"/>
          <a:ext cx="0" cy="0"/>
          <a:chOff x="0" y="0"/>
          <a:chExt cx="0" cy="0"/>
        </a:xfrm>
      </p:grpSpPr>
      <p:sp>
        <p:nvSpPr>
          <p:cNvPr id="15" name="Rectangle 14"/>
          <p:cNvSpPr/>
          <p:nvPr userDrawn="1"/>
        </p:nvSpPr>
        <p:spPr>
          <a:xfrm>
            <a:off x="0" y="0"/>
            <a:ext cx="12192000" cy="6858000"/>
          </a:xfrm>
          <a:prstGeom prst="rect">
            <a:avLst/>
          </a:prstGeom>
          <a:solidFill>
            <a:srgbClr val="E642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4" name="Picture 2" descr="C:\Users\cmorineau\Marketing-Private\Marcom\Graphics\Artwork_Corp\Logos\Logo-microej-grey-h50.png"/>
          <p:cNvPicPr>
            <a:picLocks noChangeAspect="1" noChangeArrowheads="1"/>
          </p:cNvPicPr>
          <p:nvPr userDrawn="1"/>
        </p:nvPicPr>
        <p:blipFill>
          <a:blip r:embed="rId2" cstate="print">
            <a:biLevel thresh="25000"/>
            <a:extLst>
              <a:ext uri="{28A0092B-C50C-407E-A947-70E740481C1C}">
                <a14:useLocalDpi xmlns:a14="http://schemas.microsoft.com/office/drawing/2010/main" val="0"/>
              </a:ext>
            </a:extLst>
          </a:blip>
          <a:srcRect/>
          <a:stretch>
            <a:fillRect/>
          </a:stretch>
        </p:blipFill>
        <p:spPr bwMode="auto">
          <a:xfrm>
            <a:off x="11056039" y="454456"/>
            <a:ext cx="576064" cy="107175"/>
          </a:xfrm>
          <a:prstGeom prst="rect">
            <a:avLst/>
          </a:prstGeom>
          <a:noFill/>
          <a:extLst>
            <a:ext uri="{909E8E84-426E-40DD-AFC4-6F175D3DCCD1}">
              <a14:hiddenFill xmlns:a14="http://schemas.microsoft.com/office/drawing/2010/main">
                <a:solidFill>
                  <a:srgbClr val="FFFFFF"/>
                </a:solidFill>
              </a14:hiddenFill>
            </a:ext>
          </a:extLst>
        </p:spPr>
      </p:pic>
      <p:cxnSp>
        <p:nvCxnSpPr>
          <p:cNvPr id="19" name="Straight Connector 18"/>
          <p:cNvCxnSpPr/>
          <p:nvPr userDrawn="1"/>
        </p:nvCxnSpPr>
        <p:spPr>
          <a:xfrm>
            <a:off x="1657350" y="3429000"/>
            <a:ext cx="9023349"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20" name="Title 1"/>
          <p:cNvSpPr>
            <a:spLocks noGrp="1"/>
          </p:cNvSpPr>
          <p:nvPr>
            <p:ph type="ctrTitle" hasCustomPrompt="1"/>
          </p:nvPr>
        </p:nvSpPr>
        <p:spPr>
          <a:xfrm>
            <a:off x="1657350" y="1772816"/>
            <a:ext cx="9023349" cy="1512168"/>
          </a:xfrm>
          <a:prstGeom prst="rect">
            <a:avLst/>
          </a:prstGeom>
        </p:spPr>
        <p:txBody>
          <a:bodyPr lIns="0" tIns="0" rIns="0" bIns="0" anchor="b" anchorCtr="1">
            <a:noAutofit/>
          </a:bodyPr>
          <a:lstStyle>
            <a:lvl1pPr algn="ctr">
              <a:defRPr sz="3000" b="1" i="0" cap="all" baseline="0">
                <a:solidFill>
                  <a:schemeClr val="bg1"/>
                </a:solidFill>
                <a:latin typeface="Source Sans Pro Black" charset="0"/>
                <a:ea typeface="Source Sans Pro Black" charset="0"/>
                <a:cs typeface="Source Sans Pro Black" charset="0"/>
              </a:defRPr>
            </a:lvl1pPr>
          </a:lstStyle>
          <a:p>
            <a:r>
              <a:rPr lang="en-US" dirty="0"/>
              <a:t>Click to edit master title style</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12" name="Title Placeholder 1"/>
          <p:cNvSpPr>
            <a:spLocks noGrp="1"/>
          </p:cNvSpPr>
          <p:nvPr>
            <p:ph type="title" hasCustomPrompt="1"/>
          </p:nvPr>
        </p:nvSpPr>
        <p:spPr>
          <a:xfrm>
            <a:off x="550863" y="644525"/>
            <a:ext cx="10129837" cy="465786"/>
          </a:xfrm>
          <a:prstGeom prst="rect">
            <a:avLst/>
          </a:prstGeom>
        </p:spPr>
        <p:txBody>
          <a:bodyPr vert="horz" wrap="square" lIns="0" tIns="0" rIns="0" bIns="0" numCol="1" rtlCol="0" anchor="b" anchorCtr="0">
            <a:noAutofit/>
          </a:bodyPr>
          <a:lstStyle>
            <a:lvl1pPr>
              <a:lnSpc>
                <a:spcPts val="3600"/>
              </a:lnSpc>
              <a:defRPr sz="4400"/>
            </a:lvl1pPr>
          </a:lstStyle>
          <a:p>
            <a:r>
              <a:rPr lang="en-US" dirty="0"/>
              <a:t>click to edit title</a:t>
            </a:r>
            <a:endParaRPr lang="en-US" noProof="0" dirty="0"/>
          </a:p>
        </p:txBody>
      </p:sp>
      <p:cxnSp>
        <p:nvCxnSpPr>
          <p:cNvPr id="13" name="Straight Connector 12"/>
          <p:cNvCxnSpPr/>
          <p:nvPr userDrawn="1"/>
        </p:nvCxnSpPr>
        <p:spPr>
          <a:xfrm>
            <a:off x="550863" y="1110312"/>
            <a:ext cx="1106487"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15142178"/>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2lines_Only">
    <p:spTree>
      <p:nvGrpSpPr>
        <p:cNvPr id="1" name=""/>
        <p:cNvGrpSpPr/>
        <p:nvPr/>
      </p:nvGrpSpPr>
      <p:grpSpPr>
        <a:xfrm>
          <a:off x="0" y="0"/>
          <a:ext cx="0" cy="0"/>
          <a:chOff x="0" y="0"/>
          <a:chExt cx="0" cy="0"/>
        </a:xfrm>
      </p:grpSpPr>
      <p:sp>
        <p:nvSpPr>
          <p:cNvPr id="4" name="Title Placeholder 1"/>
          <p:cNvSpPr>
            <a:spLocks noGrp="1"/>
          </p:cNvSpPr>
          <p:nvPr>
            <p:ph type="title" hasCustomPrompt="1"/>
          </p:nvPr>
        </p:nvSpPr>
        <p:spPr>
          <a:xfrm>
            <a:off x="550863" y="476672"/>
            <a:ext cx="8631237" cy="921672"/>
          </a:xfrm>
          <a:prstGeom prst="rect">
            <a:avLst/>
          </a:prstGeom>
        </p:spPr>
        <p:txBody>
          <a:bodyPr vert="horz" wrap="square" lIns="0" tIns="0" rIns="0" bIns="0" numCol="1" rtlCol="0" anchor="b" anchorCtr="0">
            <a:noAutofit/>
          </a:bodyPr>
          <a:lstStyle>
            <a:lvl1pPr>
              <a:lnSpc>
                <a:spcPts val="3600"/>
              </a:lnSpc>
              <a:defRPr sz="4400"/>
            </a:lvl1pPr>
          </a:lstStyle>
          <a:p>
            <a:r>
              <a:rPr lang="en-US" dirty="0"/>
              <a:t>click to edit title</a:t>
            </a:r>
            <a:endParaRPr lang="en-US" noProof="0" dirty="0"/>
          </a:p>
        </p:txBody>
      </p:sp>
      <p:cxnSp>
        <p:nvCxnSpPr>
          <p:cNvPr id="5" name="Straight Connector 4"/>
          <p:cNvCxnSpPr/>
          <p:nvPr userDrawn="1"/>
        </p:nvCxnSpPr>
        <p:spPr>
          <a:xfrm>
            <a:off x="550863" y="1398344"/>
            <a:ext cx="1106487"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 Column / Title-2lines_Content">
    <p:spTree>
      <p:nvGrpSpPr>
        <p:cNvPr id="1" name=""/>
        <p:cNvGrpSpPr/>
        <p:nvPr/>
      </p:nvGrpSpPr>
      <p:grpSpPr>
        <a:xfrm>
          <a:off x="0" y="0"/>
          <a:ext cx="0" cy="0"/>
          <a:chOff x="0" y="0"/>
          <a:chExt cx="0" cy="0"/>
        </a:xfrm>
      </p:grpSpPr>
      <p:sp>
        <p:nvSpPr>
          <p:cNvPr id="11" name="Content Placeholder 3"/>
          <p:cNvSpPr>
            <a:spLocks noGrp="1"/>
          </p:cNvSpPr>
          <p:nvPr>
            <p:ph sz="half" idx="2" hasCustomPrompt="1"/>
          </p:nvPr>
        </p:nvSpPr>
        <p:spPr>
          <a:xfrm>
            <a:off x="550862" y="1293703"/>
            <a:ext cx="10129837" cy="4749909"/>
          </a:xfrm>
          <a:prstGeom prst="rect">
            <a:avLst/>
          </a:prstGeom>
        </p:spPr>
        <p:txBody>
          <a:bodyPr lIns="90000">
            <a:noAutofit/>
          </a:bodyPr>
          <a:lstStyle>
            <a:lvl1pPr>
              <a:defRPr sz="1600" b="0" i="0">
                <a:latin typeface="Source Sans Pro" charset="0"/>
                <a:ea typeface="Source Sans Pro" charset="0"/>
                <a:cs typeface="Source Sans Pro" charset="0"/>
              </a:defRPr>
            </a:lvl1pPr>
            <a:lvl2pPr>
              <a:defRPr sz="1600" b="0" i="0">
                <a:latin typeface="Source Sans Pro" charset="0"/>
                <a:ea typeface="Source Sans Pro" charset="0"/>
                <a:cs typeface="Source Sans Pro" charset="0"/>
              </a:defRPr>
            </a:lvl2pPr>
            <a:lvl3pPr>
              <a:defRPr sz="1600" b="0" i="0">
                <a:latin typeface="Source Sans Pro" charset="0"/>
                <a:ea typeface="Source Sans Pro" charset="0"/>
                <a:cs typeface="Source Sans Pro" charset="0"/>
              </a:defRPr>
            </a:lvl3pPr>
            <a:lvl4pPr>
              <a:defRPr sz="1600" b="0" i="0">
                <a:latin typeface="Source Sans Pro" charset="0"/>
                <a:ea typeface="Source Sans Pro" charset="0"/>
                <a:cs typeface="Source Sans Pro" charset="0"/>
              </a:defRPr>
            </a:lvl4pPr>
            <a:lvl5pPr>
              <a:defRPr sz="1600"/>
            </a:lvl5pPr>
            <a:lvl6pPr>
              <a:defRPr sz="1600"/>
            </a:lvl6pPr>
            <a:lvl7pPr>
              <a:defRPr sz="1600"/>
            </a:lvl7pPr>
            <a:lvl8pPr>
              <a:defRPr sz="1600"/>
            </a:lvl8pPr>
            <a:lvl9pPr>
              <a:defRPr sz="1600"/>
            </a:lvl9pPr>
          </a:lstStyle>
          <a:p>
            <a:pPr lvl="0"/>
            <a:r>
              <a:rPr lang="en-US" noProof="0" dirty="0"/>
              <a:t>Click to edit content</a:t>
            </a:r>
          </a:p>
          <a:p>
            <a:pPr lvl="1"/>
            <a:r>
              <a:rPr lang="en-US" noProof="0" dirty="0"/>
              <a:t>Second level</a:t>
            </a:r>
          </a:p>
          <a:p>
            <a:pPr lvl="2"/>
            <a:r>
              <a:rPr lang="en-US" noProof="0" dirty="0"/>
              <a:t>Third level</a:t>
            </a:r>
          </a:p>
        </p:txBody>
      </p:sp>
      <p:cxnSp>
        <p:nvCxnSpPr>
          <p:cNvPr id="10" name="Straight Connector 9"/>
          <p:cNvCxnSpPr/>
          <p:nvPr userDrawn="1"/>
        </p:nvCxnSpPr>
        <p:spPr>
          <a:xfrm>
            <a:off x="550863" y="1110312"/>
            <a:ext cx="1106487"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4" name="Title Placeholder 1"/>
          <p:cNvSpPr>
            <a:spLocks noGrp="1"/>
          </p:cNvSpPr>
          <p:nvPr>
            <p:ph type="title" hasCustomPrompt="1"/>
          </p:nvPr>
        </p:nvSpPr>
        <p:spPr>
          <a:xfrm>
            <a:off x="550863" y="644525"/>
            <a:ext cx="10129837" cy="465786"/>
          </a:xfrm>
          <a:prstGeom prst="rect">
            <a:avLst/>
          </a:prstGeom>
        </p:spPr>
        <p:txBody>
          <a:bodyPr vert="horz" wrap="square" lIns="0" tIns="0" rIns="0" bIns="0" numCol="1" rtlCol="0" anchor="b" anchorCtr="0">
            <a:noAutofit/>
          </a:bodyPr>
          <a:lstStyle>
            <a:lvl1pPr>
              <a:lnSpc>
                <a:spcPts val="3600"/>
              </a:lnSpc>
              <a:defRPr sz="4400"/>
            </a:lvl1pPr>
          </a:lstStyle>
          <a:p>
            <a:r>
              <a:rPr lang="en-US" dirty="0"/>
              <a:t>click to edit title</a:t>
            </a:r>
            <a:endParaRPr lang="en-US" noProof="0"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lumn / Title-2lines_Content">
    <p:spTree>
      <p:nvGrpSpPr>
        <p:cNvPr id="1" name=""/>
        <p:cNvGrpSpPr/>
        <p:nvPr/>
      </p:nvGrpSpPr>
      <p:grpSpPr>
        <a:xfrm>
          <a:off x="0" y="0"/>
          <a:ext cx="0" cy="0"/>
          <a:chOff x="0" y="0"/>
          <a:chExt cx="0" cy="0"/>
        </a:xfrm>
      </p:grpSpPr>
      <p:sp>
        <p:nvSpPr>
          <p:cNvPr id="11" name="Content Placeholder 3"/>
          <p:cNvSpPr>
            <a:spLocks noGrp="1"/>
          </p:cNvSpPr>
          <p:nvPr>
            <p:ph sz="half" idx="2" hasCustomPrompt="1"/>
          </p:nvPr>
        </p:nvSpPr>
        <p:spPr>
          <a:xfrm>
            <a:off x="550862" y="1606476"/>
            <a:ext cx="10129837" cy="4437137"/>
          </a:xfrm>
          <a:prstGeom prst="rect">
            <a:avLst/>
          </a:prstGeom>
        </p:spPr>
        <p:txBody>
          <a:bodyPr lIns="90000">
            <a:noAutofit/>
          </a:bodyPr>
          <a:lstStyle>
            <a:lvl1pPr>
              <a:defRPr sz="1600" b="0" i="0">
                <a:latin typeface="Source Sans Pro" charset="0"/>
                <a:ea typeface="Source Sans Pro" charset="0"/>
                <a:cs typeface="Source Sans Pro" charset="0"/>
              </a:defRPr>
            </a:lvl1pPr>
            <a:lvl2pPr>
              <a:defRPr sz="1600" b="0" i="0">
                <a:latin typeface="Source Sans Pro" charset="0"/>
                <a:ea typeface="Source Sans Pro" charset="0"/>
                <a:cs typeface="Source Sans Pro" charset="0"/>
              </a:defRPr>
            </a:lvl2pPr>
            <a:lvl3pPr>
              <a:defRPr sz="1600" b="0" i="0">
                <a:latin typeface="Source Sans Pro" charset="0"/>
                <a:ea typeface="Source Sans Pro" charset="0"/>
                <a:cs typeface="Source Sans Pro" charset="0"/>
              </a:defRPr>
            </a:lvl3pPr>
            <a:lvl4pPr>
              <a:defRPr sz="1600" b="0" i="0">
                <a:latin typeface="Source Sans Pro" charset="0"/>
                <a:ea typeface="Source Sans Pro" charset="0"/>
                <a:cs typeface="Source Sans Pro" charset="0"/>
              </a:defRPr>
            </a:lvl4pPr>
            <a:lvl5pPr>
              <a:defRPr sz="1600"/>
            </a:lvl5pPr>
            <a:lvl6pPr>
              <a:defRPr sz="1600"/>
            </a:lvl6pPr>
            <a:lvl7pPr>
              <a:defRPr sz="1600"/>
            </a:lvl7pPr>
            <a:lvl8pPr>
              <a:defRPr sz="1600"/>
            </a:lvl8pPr>
            <a:lvl9pPr>
              <a:defRPr sz="1600"/>
            </a:lvl9pPr>
          </a:lstStyle>
          <a:p>
            <a:pPr lvl="0"/>
            <a:r>
              <a:rPr lang="en-US" noProof="0" dirty="0"/>
              <a:t>Click to edit content</a:t>
            </a:r>
          </a:p>
          <a:p>
            <a:pPr lvl="1"/>
            <a:r>
              <a:rPr lang="en-US" noProof="0" dirty="0"/>
              <a:t>Second level</a:t>
            </a:r>
          </a:p>
          <a:p>
            <a:pPr lvl="2"/>
            <a:r>
              <a:rPr lang="en-US" noProof="0" dirty="0"/>
              <a:t>Third level</a:t>
            </a:r>
          </a:p>
        </p:txBody>
      </p:sp>
      <p:sp>
        <p:nvSpPr>
          <p:cNvPr id="15" name="Title Placeholder 1"/>
          <p:cNvSpPr>
            <a:spLocks noGrp="1"/>
          </p:cNvSpPr>
          <p:nvPr>
            <p:ph type="title" hasCustomPrompt="1"/>
          </p:nvPr>
        </p:nvSpPr>
        <p:spPr>
          <a:xfrm>
            <a:off x="550863" y="476672"/>
            <a:ext cx="8631237" cy="921672"/>
          </a:xfrm>
          <a:prstGeom prst="rect">
            <a:avLst/>
          </a:prstGeom>
        </p:spPr>
        <p:txBody>
          <a:bodyPr vert="horz" wrap="square" lIns="0" tIns="0" rIns="0" bIns="0" numCol="1" rtlCol="0" anchor="b" anchorCtr="0">
            <a:noAutofit/>
          </a:bodyPr>
          <a:lstStyle>
            <a:lvl1pPr>
              <a:lnSpc>
                <a:spcPts val="3600"/>
              </a:lnSpc>
              <a:defRPr sz="4400"/>
            </a:lvl1pPr>
          </a:lstStyle>
          <a:p>
            <a:r>
              <a:rPr lang="en-US" dirty="0"/>
              <a:t>click to edit title</a:t>
            </a:r>
            <a:endParaRPr lang="en-US" noProof="0" dirty="0"/>
          </a:p>
        </p:txBody>
      </p:sp>
      <p:cxnSp>
        <p:nvCxnSpPr>
          <p:cNvPr id="16" name="Straight Connector 15"/>
          <p:cNvCxnSpPr/>
          <p:nvPr userDrawn="1"/>
        </p:nvCxnSpPr>
        <p:spPr>
          <a:xfrm>
            <a:off x="550863" y="1398344"/>
            <a:ext cx="1106487"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939853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 Column / Title_Subtitle_Content">
    <p:spTree>
      <p:nvGrpSpPr>
        <p:cNvPr id="1" name=""/>
        <p:cNvGrpSpPr/>
        <p:nvPr/>
      </p:nvGrpSpPr>
      <p:grpSpPr>
        <a:xfrm>
          <a:off x="0" y="0"/>
          <a:ext cx="0" cy="0"/>
          <a:chOff x="0" y="0"/>
          <a:chExt cx="0" cy="0"/>
        </a:xfrm>
      </p:grpSpPr>
      <p:sp>
        <p:nvSpPr>
          <p:cNvPr id="4" name="Text Placeholder 2"/>
          <p:cNvSpPr>
            <a:spLocks noGrp="1"/>
          </p:cNvSpPr>
          <p:nvPr>
            <p:ph type="body" idx="1" hasCustomPrompt="1"/>
          </p:nvPr>
        </p:nvSpPr>
        <p:spPr>
          <a:xfrm>
            <a:off x="550861" y="1293703"/>
            <a:ext cx="10129838" cy="432049"/>
          </a:xfrm>
          <a:prstGeom prst="rect">
            <a:avLst/>
          </a:prstGeom>
        </p:spPr>
        <p:txBody>
          <a:bodyPr lIns="0" tIns="0" rIns="0" bIns="0" anchor="t" anchorCtr="0">
            <a:noAutofit/>
          </a:bodyPr>
          <a:lstStyle>
            <a:lvl1pPr marL="0" indent="0">
              <a:lnSpc>
                <a:spcPts val="2000"/>
              </a:lnSpc>
              <a:buNone/>
              <a:defRPr sz="1800" b="1" i="0" cap="all" baseline="0">
                <a:solidFill>
                  <a:schemeClr val="tx1"/>
                </a:solidFill>
                <a:latin typeface="Source Sans Pro" charset="0"/>
                <a:ea typeface="Source Sans Pro" charset="0"/>
                <a:cs typeface="Source Sans Pro" charset="0"/>
              </a:defRPr>
            </a:lvl1pPr>
            <a:lvl2pPr marL="457143" indent="0">
              <a:buNone/>
              <a:defRPr sz="2000" b="1"/>
            </a:lvl2pPr>
            <a:lvl3pPr marL="914286" indent="0">
              <a:buNone/>
              <a:defRPr sz="1800" b="1"/>
            </a:lvl3pPr>
            <a:lvl4pPr marL="1371430" indent="0">
              <a:buNone/>
              <a:defRPr sz="1600" b="1"/>
            </a:lvl4pPr>
            <a:lvl5pPr marL="1828573" indent="0">
              <a:buNone/>
              <a:defRPr sz="1600" b="1"/>
            </a:lvl5pPr>
            <a:lvl6pPr marL="2285718" indent="0">
              <a:buNone/>
              <a:defRPr sz="1600" b="1"/>
            </a:lvl6pPr>
            <a:lvl7pPr marL="2742858" indent="0">
              <a:buNone/>
              <a:defRPr sz="1600" b="1"/>
            </a:lvl7pPr>
            <a:lvl8pPr marL="3200000" indent="0">
              <a:buNone/>
              <a:defRPr sz="1600" b="1"/>
            </a:lvl8pPr>
            <a:lvl9pPr marL="3657143" indent="0">
              <a:buNone/>
              <a:defRPr sz="1600" b="1"/>
            </a:lvl9pPr>
          </a:lstStyle>
          <a:p>
            <a:pPr lvl="0"/>
            <a:r>
              <a:rPr lang="en-US" noProof="0" dirty="0"/>
              <a:t>Click to edit title style</a:t>
            </a:r>
          </a:p>
        </p:txBody>
      </p:sp>
      <p:sp>
        <p:nvSpPr>
          <p:cNvPr id="5" name="Content Placeholder 3"/>
          <p:cNvSpPr>
            <a:spLocks noGrp="1"/>
          </p:cNvSpPr>
          <p:nvPr>
            <p:ph sz="half" idx="11" hasCustomPrompt="1"/>
          </p:nvPr>
        </p:nvSpPr>
        <p:spPr>
          <a:xfrm>
            <a:off x="550863" y="1869759"/>
            <a:ext cx="10129836" cy="4173853"/>
          </a:xfrm>
          <a:prstGeom prst="rect">
            <a:avLst/>
          </a:prstGeom>
        </p:spPr>
        <p:txBody>
          <a:bodyPr lIns="90000">
            <a:noAutofit/>
          </a:bodyPr>
          <a:lstStyle>
            <a:lvl1pPr>
              <a:defRPr sz="1600" b="0" i="0">
                <a:latin typeface="Source Sans Pro" charset="0"/>
                <a:ea typeface="Source Sans Pro" charset="0"/>
                <a:cs typeface="Source Sans Pro" charset="0"/>
              </a:defRPr>
            </a:lvl1pPr>
            <a:lvl2pPr>
              <a:defRPr sz="1600" b="0" i="0">
                <a:latin typeface="Source Sans Pro" charset="0"/>
                <a:ea typeface="Source Sans Pro" charset="0"/>
                <a:cs typeface="Source Sans Pro" charset="0"/>
              </a:defRPr>
            </a:lvl2pPr>
            <a:lvl3pPr>
              <a:defRPr sz="1600" b="0" i="0">
                <a:latin typeface="Source Sans Pro" charset="0"/>
                <a:ea typeface="Source Sans Pro" charset="0"/>
                <a:cs typeface="Source Sans Pro" charset="0"/>
              </a:defRPr>
            </a:lvl3pPr>
            <a:lvl4pPr>
              <a:defRPr sz="1600" b="0" i="0">
                <a:latin typeface="Source Sans Pro" charset="0"/>
                <a:ea typeface="Source Sans Pro" charset="0"/>
                <a:cs typeface="Source Sans Pro" charset="0"/>
              </a:defRPr>
            </a:lvl4pPr>
            <a:lvl5pPr>
              <a:defRPr sz="1600"/>
            </a:lvl5pPr>
            <a:lvl6pPr>
              <a:defRPr sz="1600"/>
            </a:lvl6pPr>
            <a:lvl7pPr>
              <a:defRPr sz="1600"/>
            </a:lvl7pPr>
            <a:lvl8pPr>
              <a:defRPr sz="1600"/>
            </a:lvl8pPr>
            <a:lvl9pPr>
              <a:defRPr sz="1600"/>
            </a:lvl9pPr>
          </a:lstStyle>
          <a:p>
            <a:pPr lvl="0"/>
            <a:r>
              <a:rPr lang="en-US" noProof="0" dirty="0"/>
              <a:t>Click to edit content</a:t>
            </a:r>
          </a:p>
          <a:p>
            <a:pPr lvl="1"/>
            <a:r>
              <a:rPr lang="en-US" noProof="0" dirty="0"/>
              <a:t>Second level</a:t>
            </a:r>
          </a:p>
          <a:p>
            <a:pPr lvl="2"/>
            <a:r>
              <a:rPr lang="en-US" noProof="0" dirty="0"/>
              <a:t>Third level</a:t>
            </a:r>
          </a:p>
        </p:txBody>
      </p:sp>
      <p:cxnSp>
        <p:nvCxnSpPr>
          <p:cNvPr id="14" name="Straight Connector 13"/>
          <p:cNvCxnSpPr/>
          <p:nvPr userDrawn="1"/>
        </p:nvCxnSpPr>
        <p:spPr>
          <a:xfrm>
            <a:off x="550863" y="1110312"/>
            <a:ext cx="1106487"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5" name="Title Placeholder 1"/>
          <p:cNvSpPr>
            <a:spLocks noGrp="1"/>
          </p:cNvSpPr>
          <p:nvPr>
            <p:ph type="title" hasCustomPrompt="1"/>
          </p:nvPr>
        </p:nvSpPr>
        <p:spPr>
          <a:xfrm>
            <a:off x="550863" y="644525"/>
            <a:ext cx="10129837" cy="465786"/>
          </a:xfrm>
          <a:prstGeom prst="rect">
            <a:avLst/>
          </a:prstGeom>
        </p:spPr>
        <p:txBody>
          <a:bodyPr vert="horz" wrap="square" lIns="0" tIns="0" rIns="0" bIns="0" numCol="1" rtlCol="0" anchor="b" anchorCtr="0">
            <a:noAutofit/>
          </a:bodyPr>
          <a:lstStyle>
            <a:lvl1pPr>
              <a:lnSpc>
                <a:spcPts val="3600"/>
              </a:lnSpc>
              <a:defRPr sz="4400"/>
            </a:lvl1pPr>
          </a:lstStyle>
          <a:p>
            <a:r>
              <a:rPr lang="en-US" dirty="0"/>
              <a:t>click to edit title</a:t>
            </a:r>
            <a:endParaRPr lang="en-US" noProof="0"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 Columns / Title_Content+picture">
    <p:spTree>
      <p:nvGrpSpPr>
        <p:cNvPr id="1" name=""/>
        <p:cNvGrpSpPr/>
        <p:nvPr/>
      </p:nvGrpSpPr>
      <p:grpSpPr>
        <a:xfrm>
          <a:off x="0" y="0"/>
          <a:ext cx="0" cy="0"/>
          <a:chOff x="0" y="0"/>
          <a:chExt cx="0" cy="0"/>
        </a:xfrm>
      </p:grpSpPr>
      <p:sp>
        <p:nvSpPr>
          <p:cNvPr id="6" name="Content Placeholder 3"/>
          <p:cNvSpPr>
            <a:spLocks noGrp="1"/>
          </p:cNvSpPr>
          <p:nvPr>
            <p:ph sz="half" idx="11" hasCustomPrompt="1"/>
          </p:nvPr>
        </p:nvSpPr>
        <p:spPr>
          <a:xfrm>
            <a:off x="550863" y="1293703"/>
            <a:ext cx="4999583" cy="4749910"/>
          </a:xfrm>
          <a:prstGeom prst="rect">
            <a:avLst/>
          </a:prstGeom>
        </p:spPr>
        <p:txBody>
          <a:bodyPr lIns="90000">
            <a:noAutofit/>
          </a:bodyPr>
          <a:lstStyle>
            <a:lvl1pPr>
              <a:defRPr sz="1600" b="0" i="0">
                <a:latin typeface="Source Sans Pro" charset="0"/>
                <a:ea typeface="Source Sans Pro" charset="0"/>
                <a:cs typeface="Source Sans Pro" charset="0"/>
              </a:defRPr>
            </a:lvl1pPr>
            <a:lvl2pPr>
              <a:defRPr sz="1600" b="0" i="0">
                <a:latin typeface="Source Sans Pro" charset="0"/>
                <a:ea typeface="Source Sans Pro" charset="0"/>
                <a:cs typeface="Source Sans Pro" charset="0"/>
              </a:defRPr>
            </a:lvl2pPr>
            <a:lvl3pPr>
              <a:defRPr sz="1600" b="0" i="0">
                <a:latin typeface="Source Sans Pro" charset="0"/>
                <a:ea typeface="Source Sans Pro" charset="0"/>
                <a:cs typeface="Source Sans Pro" charset="0"/>
              </a:defRPr>
            </a:lvl3pPr>
            <a:lvl4pPr>
              <a:defRPr sz="1600" b="0" i="0">
                <a:latin typeface="Source Sans Pro" charset="0"/>
                <a:ea typeface="Source Sans Pro" charset="0"/>
                <a:cs typeface="Source Sans Pro" charset="0"/>
              </a:defRPr>
            </a:lvl4pPr>
            <a:lvl5pPr>
              <a:defRPr sz="1600"/>
            </a:lvl5pPr>
            <a:lvl6pPr>
              <a:defRPr sz="1600"/>
            </a:lvl6pPr>
            <a:lvl7pPr>
              <a:defRPr sz="1600"/>
            </a:lvl7pPr>
            <a:lvl8pPr>
              <a:defRPr sz="1600"/>
            </a:lvl8pPr>
            <a:lvl9pPr>
              <a:defRPr sz="1600"/>
            </a:lvl9pPr>
          </a:lstStyle>
          <a:p>
            <a:pPr lvl="0"/>
            <a:r>
              <a:rPr lang="en-US" noProof="0" dirty="0"/>
              <a:t>Click to edit content</a:t>
            </a:r>
          </a:p>
          <a:p>
            <a:pPr lvl="1"/>
            <a:r>
              <a:rPr lang="en-US" noProof="0" dirty="0"/>
              <a:t>Second level</a:t>
            </a:r>
          </a:p>
          <a:p>
            <a:pPr lvl="2"/>
            <a:r>
              <a:rPr lang="en-US" noProof="0" dirty="0"/>
              <a:t>Third level</a:t>
            </a:r>
          </a:p>
        </p:txBody>
      </p:sp>
      <p:sp>
        <p:nvSpPr>
          <p:cNvPr id="8" name="Content Placeholder 3"/>
          <p:cNvSpPr>
            <a:spLocks noGrp="1"/>
          </p:cNvSpPr>
          <p:nvPr>
            <p:ph sz="half" idx="12" hasCustomPrompt="1"/>
          </p:nvPr>
        </p:nvSpPr>
        <p:spPr>
          <a:xfrm>
            <a:off x="5681117" y="1293703"/>
            <a:ext cx="4999583" cy="4749910"/>
          </a:xfrm>
          <a:prstGeom prst="rect">
            <a:avLst/>
          </a:prstGeom>
        </p:spPr>
        <p:txBody>
          <a:bodyPr lIns="90000">
            <a:noAutofit/>
          </a:bodyPr>
          <a:lstStyle>
            <a:lvl1pPr>
              <a:defRPr sz="1600" b="0" i="0">
                <a:latin typeface="Source Sans Pro" charset="0"/>
                <a:ea typeface="Source Sans Pro" charset="0"/>
                <a:cs typeface="Source Sans Pro" charset="0"/>
              </a:defRPr>
            </a:lvl1pPr>
            <a:lvl2pPr>
              <a:defRPr sz="1600" b="0" i="0">
                <a:latin typeface="Source Sans Pro" charset="0"/>
                <a:ea typeface="Source Sans Pro" charset="0"/>
                <a:cs typeface="Source Sans Pro" charset="0"/>
              </a:defRPr>
            </a:lvl2pPr>
            <a:lvl3pPr>
              <a:defRPr sz="1600" b="0" i="0">
                <a:latin typeface="Source Sans Pro" charset="0"/>
                <a:ea typeface="Source Sans Pro" charset="0"/>
                <a:cs typeface="Source Sans Pro" charset="0"/>
              </a:defRPr>
            </a:lvl3pPr>
            <a:lvl4pPr>
              <a:defRPr sz="1600" b="0" i="0">
                <a:latin typeface="Source Sans Pro" charset="0"/>
                <a:ea typeface="Source Sans Pro" charset="0"/>
                <a:cs typeface="Source Sans Pro" charset="0"/>
              </a:defRPr>
            </a:lvl4pPr>
            <a:lvl5pPr>
              <a:defRPr sz="1600"/>
            </a:lvl5pPr>
            <a:lvl6pPr>
              <a:defRPr sz="1600"/>
            </a:lvl6pPr>
            <a:lvl7pPr>
              <a:defRPr sz="1600"/>
            </a:lvl7pPr>
            <a:lvl8pPr>
              <a:defRPr sz="1600"/>
            </a:lvl8pPr>
            <a:lvl9pPr>
              <a:defRPr sz="1600"/>
            </a:lvl9pPr>
          </a:lstStyle>
          <a:p>
            <a:pPr lvl="0"/>
            <a:r>
              <a:rPr lang="en-US" noProof="0" dirty="0"/>
              <a:t>Click to edit content</a:t>
            </a:r>
          </a:p>
          <a:p>
            <a:pPr lvl="1"/>
            <a:r>
              <a:rPr lang="en-US" noProof="0" dirty="0"/>
              <a:t>Second level</a:t>
            </a:r>
          </a:p>
          <a:p>
            <a:pPr lvl="2"/>
            <a:r>
              <a:rPr lang="en-US" noProof="0" dirty="0"/>
              <a:t>Third level</a:t>
            </a:r>
          </a:p>
        </p:txBody>
      </p:sp>
      <p:cxnSp>
        <p:nvCxnSpPr>
          <p:cNvPr id="10" name="Straight Connector 9"/>
          <p:cNvCxnSpPr/>
          <p:nvPr userDrawn="1"/>
        </p:nvCxnSpPr>
        <p:spPr>
          <a:xfrm>
            <a:off x="550863" y="1110312"/>
            <a:ext cx="1106487"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1" name="Title Placeholder 1"/>
          <p:cNvSpPr>
            <a:spLocks noGrp="1"/>
          </p:cNvSpPr>
          <p:nvPr>
            <p:ph type="title" hasCustomPrompt="1"/>
          </p:nvPr>
        </p:nvSpPr>
        <p:spPr>
          <a:xfrm>
            <a:off x="550863" y="644525"/>
            <a:ext cx="10129837" cy="465786"/>
          </a:xfrm>
          <a:prstGeom prst="rect">
            <a:avLst/>
          </a:prstGeom>
        </p:spPr>
        <p:txBody>
          <a:bodyPr vert="horz" wrap="square" lIns="0" tIns="0" rIns="0" bIns="0" numCol="1" rtlCol="0" anchor="b" anchorCtr="0">
            <a:noAutofit/>
          </a:bodyPr>
          <a:lstStyle>
            <a:lvl1pPr>
              <a:lnSpc>
                <a:spcPts val="3600"/>
              </a:lnSpc>
              <a:defRPr sz="4400"/>
            </a:lvl1pPr>
          </a:lstStyle>
          <a:p>
            <a:r>
              <a:rPr lang="en-US" dirty="0"/>
              <a:t>click to edit title</a:t>
            </a:r>
            <a:endParaRPr lang="en-US" noProof="0" dirty="0"/>
          </a:p>
        </p:txBody>
      </p:sp>
    </p:spTree>
    <p:extLst>
      <p:ext uri="{BB962C8B-B14F-4D97-AF65-F5344CB8AC3E}">
        <p14:creationId xmlns:p14="http://schemas.microsoft.com/office/powerpoint/2010/main" val="18983943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 Columns / Title_Content">
    <p:spTree>
      <p:nvGrpSpPr>
        <p:cNvPr id="1" name=""/>
        <p:cNvGrpSpPr/>
        <p:nvPr/>
      </p:nvGrpSpPr>
      <p:grpSpPr>
        <a:xfrm>
          <a:off x="0" y="0"/>
          <a:ext cx="0" cy="0"/>
          <a:chOff x="0" y="0"/>
          <a:chExt cx="0" cy="0"/>
        </a:xfrm>
      </p:grpSpPr>
      <p:sp>
        <p:nvSpPr>
          <p:cNvPr id="7" name="Content Placeholder 3"/>
          <p:cNvSpPr>
            <a:spLocks noGrp="1"/>
          </p:cNvSpPr>
          <p:nvPr>
            <p:ph sz="half" idx="11" hasCustomPrompt="1"/>
          </p:nvPr>
        </p:nvSpPr>
        <p:spPr>
          <a:xfrm>
            <a:off x="550863" y="1293703"/>
            <a:ext cx="10129837" cy="4749910"/>
          </a:xfrm>
          <a:prstGeom prst="rect">
            <a:avLst/>
          </a:prstGeom>
        </p:spPr>
        <p:txBody>
          <a:bodyPr lIns="90000" numCol="2">
            <a:noAutofit/>
          </a:bodyPr>
          <a:lstStyle>
            <a:lvl1pPr>
              <a:defRPr sz="1600" b="0" i="0">
                <a:latin typeface="Source Sans Pro" charset="0"/>
                <a:ea typeface="Source Sans Pro" charset="0"/>
                <a:cs typeface="Source Sans Pro" charset="0"/>
              </a:defRPr>
            </a:lvl1pPr>
            <a:lvl2pPr>
              <a:defRPr sz="1600" b="0" i="0">
                <a:latin typeface="Source Sans Pro" charset="0"/>
                <a:ea typeface="Source Sans Pro" charset="0"/>
                <a:cs typeface="Source Sans Pro" charset="0"/>
              </a:defRPr>
            </a:lvl2pPr>
            <a:lvl3pPr>
              <a:defRPr sz="1600" b="0" i="0">
                <a:latin typeface="Source Sans Pro" charset="0"/>
                <a:ea typeface="Source Sans Pro" charset="0"/>
                <a:cs typeface="Source Sans Pro" charset="0"/>
              </a:defRPr>
            </a:lvl3pPr>
            <a:lvl4pPr>
              <a:defRPr sz="1600" b="0" i="0">
                <a:latin typeface="Source Sans Pro" charset="0"/>
                <a:ea typeface="Source Sans Pro" charset="0"/>
                <a:cs typeface="Source Sans Pro" charset="0"/>
              </a:defRPr>
            </a:lvl4pPr>
            <a:lvl5pPr>
              <a:defRPr sz="1600"/>
            </a:lvl5pPr>
            <a:lvl6pPr>
              <a:defRPr sz="1600"/>
            </a:lvl6pPr>
            <a:lvl7pPr>
              <a:defRPr sz="1600"/>
            </a:lvl7pPr>
            <a:lvl8pPr>
              <a:defRPr sz="1600"/>
            </a:lvl8pPr>
            <a:lvl9pPr>
              <a:defRPr sz="1600"/>
            </a:lvl9pPr>
          </a:lstStyle>
          <a:p>
            <a:pPr lvl="0"/>
            <a:r>
              <a:rPr lang="en-US" noProof="0" dirty="0"/>
              <a:t>Click to edit content</a:t>
            </a:r>
          </a:p>
          <a:p>
            <a:pPr lvl="1"/>
            <a:r>
              <a:rPr lang="en-US" noProof="0" dirty="0"/>
              <a:t>Second level</a:t>
            </a:r>
          </a:p>
          <a:p>
            <a:pPr lvl="2"/>
            <a:r>
              <a:rPr lang="en-US" noProof="0" dirty="0"/>
              <a:t>Third level</a:t>
            </a:r>
          </a:p>
        </p:txBody>
      </p:sp>
      <p:cxnSp>
        <p:nvCxnSpPr>
          <p:cNvPr id="6" name="Straight Connector 5"/>
          <p:cNvCxnSpPr/>
          <p:nvPr userDrawn="1"/>
        </p:nvCxnSpPr>
        <p:spPr>
          <a:xfrm>
            <a:off x="550863" y="1110312"/>
            <a:ext cx="1106487"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8" name="Title Placeholder 1"/>
          <p:cNvSpPr>
            <a:spLocks noGrp="1"/>
          </p:cNvSpPr>
          <p:nvPr>
            <p:ph type="title" hasCustomPrompt="1"/>
          </p:nvPr>
        </p:nvSpPr>
        <p:spPr>
          <a:xfrm>
            <a:off x="550863" y="644525"/>
            <a:ext cx="10129837" cy="465786"/>
          </a:xfrm>
          <a:prstGeom prst="rect">
            <a:avLst/>
          </a:prstGeom>
        </p:spPr>
        <p:txBody>
          <a:bodyPr vert="horz" wrap="square" lIns="0" tIns="0" rIns="0" bIns="0" numCol="1" rtlCol="0" anchor="b" anchorCtr="0">
            <a:noAutofit/>
          </a:bodyPr>
          <a:lstStyle>
            <a:lvl1pPr>
              <a:lnSpc>
                <a:spcPts val="3600"/>
              </a:lnSpc>
              <a:defRPr sz="4400"/>
            </a:lvl1pPr>
          </a:lstStyle>
          <a:p>
            <a:r>
              <a:rPr lang="en-US" dirty="0"/>
              <a:t>click to edit title</a:t>
            </a:r>
            <a:endParaRPr lang="en-US" noProof="0"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 Column / Title_Subtitle_Content">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554378" y="1293703"/>
            <a:ext cx="4996068" cy="432049"/>
          </a:xfrm>
          <a:prstGeom prst="rect">
            <a:avLst/>
          </a:prstGeom>
        </p:spPr>
        <p:txBody>
          <a:bodyPr lIns="0" tIns="0" rIns="0" bIns="0" anchor="t" anchorCtr="0">
            <a:noAutofit/>
          </a:bodyPr>
          <a:lstStyle>
            <a:lvl1pPr marL="0" indent="0">
              <a:lnSpc>
                <a:spcPts val="2000"/>
              </a:lnSpc>
              <a:buNone/>
              <a:defRPr sz="1800" b="1" i="0" cap="all" baseline="0">
                <a:solidFill>
                  <a:schemeClr val="tx1"/>
                </a:solidFill>
                <a:latin typeface="Source Sans Pro" charset="0"/>
                <a:ea typeface="Source Sans Pro" charset="0"/>
                <a:cs typeface="Source Sans Pro" charset="0"/>
              </a:defRPr>
            </a:lvl1pPr>
            <a:lvl2pPr marL="457143" indent="0">
              <a:buNone/>
              <a:defRPr sz="2000" b="1"/>
            </a:lvl2pPr>
            <a:lvl3pPr marL="914286" indent="0">
              <a:buNone/>
              <a:defRPr sz="1800" b="1"/>
            </a:lvl3pPr>
            <a:lvl4pPr marL="1371430" indent="0">
              <a:buNone/>
              <a:defRPr sz="1600" b="1"/>
            </a:lvl4pPr>
            <a:lvl5pPr marL="1828573" indent="0">
              <a:buNone/>
              <a:defRPr sz="1600" b="1"/>
            </a:lvl5pPr>
            <a:lvl6pPr marL="2285718" indent="0">
              <a:buNone/>
              <a:defRPr sz="1600" b="1"/>
            </a:lvl6pPr>
            <a:lvl7pPr marL="2742858" indent="0">
              <a:buNone/>
              <a:defRPr sz="1600" b="1"/>
            </a:lvl7pPr>
            <a:lvl8pPr marL="3200000" indent="0">
              <a:buNone/>
              <a:defRPr sz="1600" b="1"/>
            </a:lvl8pPr>
            <a:lvl9pPr marL="3657143" indent="0">
              <a:buNone/>
              <a:defRPr sz="1600" b="1"/>
            </a:lvl9pPr>
          </a:lstStyle>
          <a:p>
            <a:pPr lvl="0"/>
            <a:r>
              <a:rPr lang="en-US" noProof="0" dirty="0"/>
              <a:t>Click to edit title style</a:t>
            </a:r>
          </a:p>
        </p:txBody>
      </p:sp>
      <p:sp>
        <p:nvSpPr>
          <p:cNvPr id="9" name="Content Placeholder 3"/>
          <p:cNvSpPr>
            <a:spLocks noGrp="1"/>
          </p:cNvSpPr>
          <p:nvPr>
            <p:ph sz="half" idx="11" hasCustomPrompt="1"/>
          </p:nvPr>
        </p:nvSpPr>
        <p:spPr>
          <a:xfrm>
            <a:off x="550863" y="1869761"/>
            <a:ext cx="10129837" cy="4173852"/>
          </a:xfrm>
          <a:prstGeom prst="rect">
            <a:avLst/>
          </a:prstGeom>
        </p:spPr>
        <p:txBody>
          <a:bodyPr lIns="90000" numCol="2">
            <a:noAutofit/>
          </a:bodyPr>
          <a:lstStyle>
            <a:lvl1pPr>
              <a:defRPr sz="1600" b="0" i="0">
                <a:latin typeface="Source Sans Pro" charset="0"/>
                <a:ea typeface="Source Sans Pro" charset="0"/>
                <a:cs typeface="Source Sans Pro" charset="0"/>
              </a:defRPr>
            </a:lvl1pPr>
            <a:lvl2pPr>
              <a:defRPr sz="1600" b="0" i="0">
                <a:latin typeface="Source Sans Pro" charset="0"/>
                <a:ea typeface="Source Sans Pro" charset="0"/>
                <a:cs typeface="Source Sans Pro" charset="0"/>
              </a:defRPr>
            </a:lvl2pPr>
            <a:lvl3pPr>
              <a:defRPr sz="1600" b="0" i="0">
                <a:latin typeface="Source Sans Pro" charset="0"/>
                <a:ea typeface="Source Sans Pro" charset="0"/>
                <a:cs typeface="Source Sans Pro" charset="0"/>
              </a:defRPr>
            </a:lvl3pPr>
            <a:lvl4pPr>
              <a:defRPr sz="1400" b="0" i="0">
                <a:latin typeface="Source Sans Pro" charset="0"/>
                <a:ea typeface="Source Sans Pro" charset="0"/>
                <a:cs typeface="Source Sans Pro" charset="0"/>
              </a:defRPr>
            </a:lvl4pPr>
            <a:lvl5pPr>
              <a:defRPr sz="1600"/>
            </a:lvl5pPr>
            <a:lvl6pPr>
              <a:defRPr sz="1600"/>
            </a:lvl6pPr>
            <a:lvl7pPr>
              <a:defRPr sz="1600"/>
            </a:lvl7pPr>
            <a:lvl8pPr>
              <a:defRPr sz="1600"/>
            </a:lvl8pPr>
            <a:lvl9pPr>
              <a:defRPr sz="1600"/>
            </a:lvl9pPr>
          </a:lstStyle>
          <a:p>
            <a:pPr lvl="0"/>
            <a:r>
              <a:rPr lang="en-US" noProof="0" dirty="0"/>
              <a:t>Click to edit content</a:t>
            </a:r>
          </a:p>
          <a:p>
            <a:pPr lvl="1"/>
            <a:r>
              <a:rPr lang="en-US" noProof="0" dirty="0"/>
              <a:t>Second level</a:t>
            </a:r>
          </a:p>
          <a:p>
            <a:pPr lvl="2"/>
            <a:r>
              <a:rPr lang="en-US" noProof="0" dirty="0"/>
              <a:t>Third level</a:t>
            </a:r>
          </a:p>
        </p:txBody>
      </p:sp>
      <p:cxnSp>
        <p:nvCxnSpPr>
          <p:cNvPr id="7" name="Straight Connector 6"/>
          <p:cNvCxnSpPr/>
          <p:nvPr userDrawn="1"/>
        </p:nvCxnSpPr>
        <p:spPr>
          <a:xfrm>
            <a:off x="550863" y="1110312"/>
            <a:ext cx="1106487"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8" name="Title Placeholder 1"/>
          <p:cNvSpPr>
            <a:spLocks noGrp="1"/>
          </p:cNvSpPr>
          <p:nvPr>
            <p:ph type="title" hasCustomPrompt="1"/>
          </p:nvPr>
        </p:nvSpPr>
        <p:spPr>
          <a:xfrm>
            <a:off x="550863" y="644525"/>
            <a:ext cx="10129837" cy="465786"/>
          </a:xfrm>
          <a:prstGeom prst="rect">
            <a:avLst/>
          </a:prstGeom>
        </p:spPr>
        <p:txBody>
          <a:bodyPr vert="horz" wrap="square" lIns="0" tIns="0" rIns="0" bIns="0" numCol="1" rtlCol="0" anchor="b" anchorCtr="0">
            <a:noAutofit/>
          </a:bodyPr>
          <a:lstStyle>
            <a:lvl1pPr>
              <a:lnSpc>
                <a:spcPts val="3600"/>
              </a:lnSpc>
              <a:defRPr sz="4400"/>
            </a:lvl1pPr>
          </a:lstStyle>
          <a:p>
            <a:r>
              <a:rPr lang="en-US" dirty="0"/>
              <a:t>click to edit title</a:t>
            </a:r>
            <a:endParaRPr lang="en-US" noProof="0" dirty="0"/>
          </a:p>
        </p:txBody>
      </p:sp>
    </p:spTree>
    <p:extLst>
      <p:ext uri="{BB962C8B-B14F-4D97-AF65-F5344CB8AC3E}">
        <p14:creationId xmlns:p14="http://schemas.microsoft.com/office/powerpoint/2010/main" val="28106013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 Columns/ Comparison">
    <p:spTree>
      <p:nvGrpSpPr>
        <p:cNvPr id="1" name=""/>
        <p:cNvGrpSpPr/>
        <p:nvPr/>
      </p:nvGrpSpPr>
      <p:grpSpPr>
        <a:xfrm>
          <a:off x="0" y="0"/>
          <a:ext cx="0" cy="0"/>
          <a:chOff x="0" y="0"/>
          <a:chExt cx="0" cy="0"/>
        </a:xfrm>
      </p:grpSpPr>
      <p:sp>
        <p:nvSpPr>
          <p:cNvPr id="7" name="Text Placeholder 2"/>
          <p:cNvSpPr>
            <a:spLocks noGrp="1"/>
          </p:cNvSpPr>
          <p:nvPr>
            <p:ph type="body" idx="1" hasCustomPrompt="1"/>
          </p:nvPr>
        </p:nvSpPr>
        <p:spPr>
          <a:xfrm>
            <a:off x="554378" y="1293703"/>
            <a:ext cx="4996068" cy="432049"/>
          </a:xfrm>
          <a:prstGeom prst="rect">
            <a:avLst/>
          </a:prstGeom>
        </p:spPr>
        <p:txBody>
          <a:bodyPr lIns="0" tIns="0" rIns="0" bIns="0" anchor="t" anchorCtr="0">
            <a:noAutofit/>
          </a:bodyPr>
          <a:lstStyle>
            <a:lvl1pPr marL="0" indent="0">
              <a:lnSpc>
                <a:spcPts val="2000"/>
              </a:lnSpc>
              <a:buNone/>
              <a:defRPr sz="1800" b="1" i="0" cap="all" baseline="0">
                <a:solidFill>
                  <a:schemeClr val="tx1"/>
                </a:solidFill>
                <a:latin typeface="Source Sans Pro" charset="0"/>
                <a:ea typeface="Source Sans Pro" charset="0"/>
                <a:cs typeface="Source Sans Pro" charset="0"/>
              </a:defRPr>
            </a:lvl1pPr>
            <a:lvl2pPr marL="457143" indent="0">
              <a:buNone/>
              <a:defRPr sz="2000" b="1"/>
            </a:lvl2pPr>
            <a:lvl3pPr marL="914286" indent="0">
              <a:buNone/>
              <a:defRPr sz="1800" b="1"/>
            </a:lvl3pPr>
            <a:lvl4pPr marL="1371430" indent="0">
              <a:buNone/>
              <a:defRPr sz="1600" b="1"/>
            </a:lvl4pPr>
            <a:lvl5pPr marL="1828573" indent="0">
              <a:buNone/>
              <a:defRPr sz="1600" b="1"/>
            </a:lvl5pPr>
            <a:lvl6pPr marL="2285718" indent="0">
              <a:buNone/>
              <a:defRPr sz="1600" b="1"/>
            </a:lvl6pPr>
            <a:lvl7pPr marL="2742858" indent="0">
              <a:buNone/>
              <a:defRPr sz="1600" b="1"/>
            </a:lvl7pPr>
            <a:lvl8pPr marL="3200000" indent="0">
              <a:buNone/>
              <a:defRPr sz="1600" b="1"/>
            </a:lvl8pPr>
            <a:lvl9pPr marL="3657143" indent="0">
              <a:buNone/>
              <a:defRPr sz="1600" b="1"/>
            </a:lvl9pPr>
          </a:lstStyle>
          <a:p>
            <a:pPr lvl="0"/>
            <a:r>
              <a:rPr lang="en-US" noProof="0" dirty="0"/>
              <a:t>Click to edit title style</a:t>
            </a:r>
          </a:p>
        </p:txBody>
      </p:sp>
      <p:sp>
        <p:nvSpPr>
          <p:cNvPr id="9" name="Content Placeholder 3"/>
          <p:cNvSpPr>
            <a:spLocks noGrp="1"/>
          </p:cNvSpPr>
          <p:nvPr>
            <p:ph sz="half" idx="13" hasCustomPrompt="1"/>
          </p:nvPr>
        </p:nvSpPr>
        <p:spPr>
          <a:xfrm>
            <a:off x="550863" y="1869761"/>
            <a:ext cx="4999583" cy="4173852"/>
          </a:xfrm>
          <a:prstGeom prst="rect">
            <a:avLst/>
          </a:prstGeom>
        </p:spPr>
        <p:txBody>
          <a:bodyPr lIns="90000">
            <a:noAutofit/>
          </a:bodyPr>
          <a:lstStyle>
            <a:lvl1pPr>
              <a:defRPr sz="1600" b="0" i="0">
                <a:latin typeface="Source Sans Pro" charset="0"/>
                <a:ea typeface="Source Sans Pro" charset="0"/>
                <a:cs typeface="Source Sans Pro" charset="0"/>
              </a:defRPr>
            </a:lvl1pPr>
            <a:lvl2pPr>
              <a:defRPr sz="1600" b="0" i="0">
                <a:latin typeface="Source Sans Pro" charset="0"/>
                <a:ea typeface="Source Sans Pro" charset="0"/>
                <a:cs typeface="Source Sans Pro" charset="0"/>
              </a:defRPr>
            </a:lvl2pPr>
            <a:lvl3pPr>
              <a:defRPr sz="1600" b="0" i="0">
                <a:latin typeface="Source Sans Pro" charset="0"/>
                <a:ea typeface="Source Sans Pro" charset="0"/>
                <a:cs typeface="Source Sans Pro" charset="0"/>
              </a:defRPr>
            </a:lvl3pPr>
            <a:lvl4pPr>
              <a:defRPr sz="1600" b="0" i="0">
                <a:latin typeface="Source Sans Pro" charset="0"/>
                <a:ea typeface="Source Sans Pro" charset="0"/>
                <a:cs typeface="Source Sans Pro" charset="0"/>
              </a:defRPr>
            </a:lvl4pPr>
            <a:lvl5pPr>
              <a:defRPr sz="1600"/>
            </a:lvl5pPr>
            <a:lvl6pPr>
              <a:defRPr sz="1600"/>
            </a:lvl6pPr>
            <a:lvl7pPr>
              <a:defRPr sz="1600"/>
            </a:lvl7pPr>
            <a:lvl8pPr>
              <a:defRPr sz="1600"/>
            </a:lvl8pPr>
            <a:lvl9pPr>
              <a:defRPr sz="1600"/>
            </a:lvl9pPr>
          </a:lstStyle>
          <a:p>
            <a:pPr lvl="0"/>
            <a:r>
              <a:rPr lang="en-US" noProof="0" dirty="0"/>
              <a:t>Click to edit content</a:t>
            </a:r>
          </a:p>
          <a:p>
            <a:pPr lvl="1"/>
            <a:r>
              <a:rPr lang="en-US" noProof="0" dirty="0"/>
              <a:t>Second level</a:t>
            </a:r>
          </a:p>
          <a:p>
            <a:pPr lvl="2"/>
            <a:r>
              <a:rPr lang="en-US" noProof="0" dirty="0"/>
              <a:t>Third level</a:t>
            </a:r>
          </a:p>
        </p:txBody>
      </p:sp>
      <p:sp>
        <p:nvSpPr>
          <p:cNvPr id="11" name="Text Placeholder 2"/>
          <p:cNvSpPr>
            <a:spLocks noGrp="1"/>
          </p:cNvSpPr>
          <p:nvPr>
            <p:ph type="body" idx="14" hasCustomPrompt="1"/>
          </p:nvPr>
        </p:nvSpPr>
        <p:spPr>
          <a:xfrm>
            <a:off x="5684632" y="1293703"/>
            <a:ext cx="4996068" cy="432049"/>
          </a:xfrm>
          <a:prstGeom prst="rect">
            <a:avLst/>
          </a:prstGeom>
        </p:spPr>
        <p:txBody>
          <a:bodyPr lIns="0" tIns="0" rIns="0" bIns="0" anchor="t" anchorCtr="0">
            <a:noAutofit/>
          </a:bodyPr>
          <a:lstStyle>
            <a:lvl1pPr marL="0" indent="0">
              <a:lnSpc>
                <a:spcPts val="2000"/>
              </a:lnSpc>
              <a:buNone/>
              <a:defRPr sz="1800" b="1" i="0" cap="all" baseline="0">
                <a:solidFill>
                  <a:schemeClr val="tx1"/>
                </a:solidFill>
                <a:latin typeface="Source Sans Pro" charset="0"/>
                <a:ea typeface="Source Sans Pro" charset="0"/>
                <a:cs typeface="Source Sans Pro" charset="0"/>
              </a:defRPr>
            </a:lvl1pPr>
            <a:lvl2pPr marL="457143" indent="0">
              <a:buNone/>
              <a:defRPr sz="2000" b="1"/>
            </a:lvl2pPr>
            <a:lvl3pPr marL="914286" indent="0">
              <a:buNone/>
              <a:defRPr sz="1800" b="1"/>
            </a:lvl3pPr>
            <a:lvl4pPr marL="1371430" indent="0">
              <a:buNone/>
              <a:defRPr sz="1600" b="1"/>
            </a:lvl4pPr>
            <a:lvl5pPr marL="1828573" indent="0">
              <a:buNone/>
              <a:defRPr sz="1600" b="1"/>
            </a:lvl5pPr>
            <a:lvl6pPr marL="2285718" indent="0">
              <a:buNone/>
              <a:defRPr sz="1600" b="1"/>
            </a:lvl6pPr>
            <a:lvl7pPr marL="2742858" indent="0">
              <a:buNone/>
              <a:defRPr sz="1600" b="1"/>
            </a:lvl7pPr>
            <a:lvl8pPr marL="3200000" indent="0">
              <a:buNone/>
              <a:defRPr sz="1600" b="1"/>
            </a:lvl8pPr>
            <a:lvl9pPr marL="3657143" indent="0">
              <a:buNone/>
              <a:defRPr sz="1600" b="1"/>
            </a:lvl9pPr>
          </a:lstStyle>
          <a:p>
            <a:pPr lvl="0"/>
            <a:r>
              <a:rPr lang="en-US" noProof="0" dirty="0"/>
              <a:t>Click to edit title style</a:t>
            </a:r>
          </a:p>
        </p:txBody>
      </p:sp>
      <p:sp>
        <p:nvSpPr>
          <p:cNvPr id="13" name="Content Placeholder 3"/>
          <p:cNvSpPr>
            <a:spLocks noGrp="1"/>
          </p:cNvSpPr>
          <p:nvPr>
            <p:ph sz="half" idx="15" hasCustomPrompt="1"/>
          </p:nvPr>
        </p:nvSpPr>
        <p:spPr>
          <a:xfrm>
            <a:off x="5681117" y="1869761"/>
            <a:ext cx="4999583" cy="4173852"/>
          </a:xfrm>
          <a:prstGeom prst="rect">
            <a:avLst/>
          </a:prstGeom>
        </p:spPr>
        <p:txBody>
          <a:bodyPr lIns="90000">
            <a:noAutofit/>
          </a:bodyPr>
          <a:lstStyle>
            <a:lvl1pPr>
              <a:defRPr sz="1600" b="0" i="0">
                <a:latin typeface="Source Sans Pro" charset="0"/>
                <a:ea typeface="Source Sans Pro" charset="0"/>
                <a:cs typeface="Source Sans Pro" charset="0"/>
              </a:defRPr>
            </a:lvl1pPr>
            <a:lvl2pPr>
              <a:defRPr sz="1600" b="0" i="0">
                <a:latin typeface="Source Sans Pro" charset="0"/>
                <a:ea typeface="Source Sans Pro" charset="0"/>
                <a:cs typeface="Source Sans Pro" charset="0"/>
              </a:defRPr>
            </a:lvl2pPr>
            <a:lvl3pPr>
              <a:defRPr sz="1600" b="0" i="0">
                <a:latin typeface="Source Sans Pro" charset="0"/>
                <a:ea typeface="Source Sans Pro" charset="0"/>
                <a:cs typeface="Source Sans Pro" charset="0"/>
              </a:defRPr>
            </a:lvl3pPr>
            <a:lvl4pPr>
              <a:defRPr sz="1600" b="0" i="0">
                <a:latin typeface="Source Sans Pro" charset="0"/>
                <a:ea typeface="Source Sans Pro" charset="0"/>
                <a:cs typeface="Source Sans Pro" charset="0"/>
              </a:defRPr>
            </a:lvl4pPr>
            <a:lvl5pPr>
              <a:defRPr sz="1600"/>
            </a:lvl5pPr>
            <a:lvl6pPr>
              <a:defRPr sz="1600"/>
            </a:lvl6pPr>
            <a:lvl7pPr>
              <a:defRPr sz="1600"/>
            </a:lvl7pPr>
            <a:lvl8pPr>
              <a:defRPr sz="1600"/>
            </a:lvl8pPr>
            <a:lvl9pPr>
              <a:defRPr sz="1600"/>
            </a:lvl9pPr>
          </a:lstStyle>
          <a:p>
            <a:pPr lvl="0"/>
            <a:r>
              <a:rPr lang="en-US" noProof="0" dirty="0"/>
              <a:t>Click to edit content</a:t>
            </a:r>
          </a:p>
          <a:p>
            <a:pPr lvl="1"/>
            <a:r>
              <a:rPr lang="en-US" noProof="0" dirty="0"/>
              <a:t>Second level</a:t>
            </a:r>
          </a:p>
          <a:p>
            <a:pPr lvl="2"/>
            <a:r>
              <a:rPr lang="en-US" noProof="0" dirty="0"/>
              <a:t>Third level</a:t>
            </a:r>
          </a:p>
        </p:txBody>
      </p:sp>
      <p:cxnSp>
        <p:nvCxnSpPr>
          <p:cNvPr id="10" name="Straight Connector 9"/>
          <p:cNvCxnSpPr/>
          <p:nvPr userDrawn="1"/>
        </p:nvCxnSpPr>
        <p:spPr>
          <a:xfrm>
            <a:off x="550863" y="1110312"/>
            <a:ext cx="1106487"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2" name="Title Placeholder 1"/>
          <p:cNvSpPr>
            <a:spLocks noGrp="1"/>
          </p:cNvSpPr>
          <p:nvPr>
            <p:ph type="title" hasCustomPrompt="1"/>
          </p:nvPr>
        </p:nvSpPr>
        <p:spPr>
          <a:xfrm>
            <a:off x="550863" y="644525"/>
            <a:ext cx="10129837" cy="465786"/>
          </a:xfrm>
          <a:prstGeom prst="rect">
            <a:avLst/>
          </a:prstGeom>
        </p:spPr>
        <p:txBody>
          <a:bodyPr vert="horz" wrap="square" lIns="0" tIns="0" rIns="0" bIns="0" numCol="1" rtlCol="0" anchor="b" anchorCtr="0">
            <a:noAutofit/>
          </a:bodyPr>
          <a:lstStyle>
            <a:lvl1pPr>
              <a:lnSpc>
                <a:spcPts val="3600"/>
              </a:lnSpc>
              <a:defRPr sz="4400"/>
            </a:lvl1pPr>
          </a:lstStyle>
          <a:p>
            <a:r>
              <a:rPr lang="en-US" dirty="0"/>
              <a:t>click to edit title</a:t>
            </a:r>
            <a:endParaRPr lang="en-US" noProof="0"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 Column / Title_Content">
    <p:spTree>
      <p:nvGrpSpPr>
        <p:cNvPr id="1" name=""/>
        <p:cNvGrpSpPr/>
        <p:nvPr/>
      </p:nvGrpSpPr>
      <p:grpSpPr>
        <a:xfrm>
          <a:off x="0" y="0"/>
          <a:ext cx="0" cy="0"/>
          <a:chOff x="0" y="0"/>
          <a:chExt cx="0" cy="0"/>
        </a:xfrm>
      </p:grpSpPr>
      <p:sp>
        <p:nvSpPr>
          <p:cNvPr id="11" name="Content Placeholder 3"/>
          <p:cNvSpPr>
            <a:spLocks noGrp="1"/>
          </p:cNvSpPr>
          <p:nvPr>
            <p:ph sz="half" idx="2" hasCustomPrompt="1"/>
          </p:nvPr>
        </p:nvSpPr>
        <p:spPr>
          <a:xfrm>
            <a:off x="550862" y="1293703"/>
            <a:ext cx="10129837" cy="4749910"/>
          </a:xfrm>
          <a:prstGeom prst="rect">
            <a:avLst/>
          </a:prstGeom>
        </p:spPr>
        <p:txBody>
          <a:bodyPr lIns="90000" numCol="3">
            <a:noAutofit/>
          </a:bodyPr>
          <a:lstStyle>
            <a:lvl1pPr>
              <a:defRPr sz="1600" b="0" i="0">
                <a:latin typeface="Source Sans Pro" charset="0"/>
                <a:ea typeface="Source Sans Pro" charset="0"/>
                <a:cs typeface="Source Sans Pro" charset="0"/>
              </a:defRPr>
            </a:lvl1pPr>
            <a:lvl2pPr>
              <a:defRPr sz="1600" b="0" i="0">
                <a:latin typeface="Source Sans Pro" charset="0"/>
                <a:ea typeface="Source Sans Pro" charset="0"/>
                <a:cs typeface="Source Sans Pro" charset="0"/>
              </a:defRPr>
            </a:lvl2pPr>
            <a:lvl3pPr>
              <a:defRPr sz="1600" b="0" i="0">
                <a:latin typeface="Source Sans Pro" charset="0"/>
                <a:ea typeface="Source Sans Pro" charset="0"/>
                <a:cs typeface="Source Sans Pro" charset="0"/>
              </a:defRPr>
            </a:lvl3pPr>
            <a:lvl4pPr>
              <a:defRPr sz="1600" b="0" i="0">
                <a:latin typeface="Source Sans Pro" charset="0"/>
                <a:ea typeface="Source Sans Pro" charset="0"/>
                <a:cs typeface="Source Sans Pro" charset="0"/>
              </a:defRPr>
            </a:lvl4pPr>
            <a:lvl5pPr>
              <a:defRPr sz="1600"/>
            </a:lvl5pPr>
            <a:lvl6pPr>
              <a:defRPr sz="1600"/>
            </a:lvl6pPr>
            <a:lvl7pPr>
              <a:defRPr sz="1600"/>
            </a:lvl7pPr>
            <a:lvl8pPr>
              <a:defRPr sz="1600"/>
            </a:lvl8pPr>
            <a:lvl9pPr>
              <a:defRPr sz="1600"/>
            </a:lvl9pPr>
          </a:lstStyle>
          <a:p>
            <a:pPr lvl="0"/>
            <a:r>
              <a:rPr lang="en-US" noProof="0" dirty="0"/>
              <a:t>Click to edit content</a:t>
            </a:r>
          </a:p>
          <a:p>
            <a:pPr lvl="1"/>
            <a:r>
              <a:rPr lang="en-US" noProof="0" dirty="0"/>
              <a:t>Second level</a:t>
            </a:r>
          </a:p>
          <a:p>
            <a:pPr lvl="2"/>
            <a:r>
              <a:rPr lang="en-US" noProof="0" dirty="0"/>
              <a:t>Third level</a:t>
            </a:r>
          </a:p>
        </p:txBody>
      </p:sp>
      <p:sp>
        <p:nvSpPr>
          <p:cNvPr id="2" name="TextBox 1"/>
          <p:cNvSpPr txBox="1"/>
          <p:nvPr userDrawn="1"/>
        </p:nvSpPr>
        <p:spPr>
          <a:xfrm>
            <a:off x="-3481064" y="-2043608"/>
            <a:ext cx="2376264" cy="215444"/>
          </a:xfrm>
          <a:prstGeom prst="rect">
            <a:avLst/>
          </a:prstGeom>
          <a:noFill/>
        </p:spPr>
        <p:txBody>
          <a:bodyPr wrap="square" lIns="0" tIns="0" rIns="0" bIns="0" numCol="1" spcCol="288000" rtlCol="0">
            <a:spAutoFit/>
          </a:bodyPr>
          <a:lstStyle/>
          <a:p>
            <a:pPr indent="-180000" fontAlgn="auto" latinLnBrk="0">
              <a:spcBef>
                <a:spcPts val="600"/>
              </a:spcBef>
              <a:spcAft>
                <a:spcPts val="0"/>
              </a:spcAft>
            </a:pPr>
            <a:r>
              <a:rPr lang="en-US" sz="1400" b="0" i="0" dirty="0" err="1">
                <a:latin typeface="Source Sans Pro" charset="0"/>
                <a:ea typeface="Source Sans Pro" charset="0"/>
                <a:cs typeface="Source Sans Pro" charset="0"/>
              </a:rPr>
              <a:t>zfegrhtjyufgrtntcvb</a:t>
            </a:r>
            <a:endParaRPr lang="en-US" sz="1400" b="0" i="0" dirty="0">
              <a:latin typeface="Source Sans Pro" charset="0"/>
              <a:ea typeface="Source Sans Pro" charset="0"/>
              <a:cs typeface="Source Sans Pro" charset="0"/>
            </a:endParaRPr>
          </a:p>
        </p:txBody>
      </p:sp>
      <p:cxnSp>
        <p:nvCxnSpPr>
          <p:cNvPr id="9" name="Straight Connector 8"/>
          <p:cNvCxnSpPr/>
          <p:nvPr userDrawn="1"/>
        </p:nvCxnSpPr>
        <p:spPr>
          <a:xfrm>
            <a:off x="550863" y="1110312"/>
            <a:ext cx="1106487"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0" name="Title Placeholder 1"/>
          <p:cNvSpPr>
            <a:spLocks noGrp="1"/>
          </p:cNvSpPr>
          <p:nvPr>
            <p:ph type="title" hasCustomPrompt="1"/>
          </p:nvPr>
        </p:nvSpPr>
        <p:spPr>
          <a:xfrm>
            <a:off x="550863" y="644525"/>
            <a:ext cx="10129837" cy="465786"/>
          </a:xfrm>
          <a:prstGeom prst="rect">
            <a:avLst/>
          </a:prstGeom>
        </p:spPr>
        <p:txBody>
          <a:bodyPr vert="horz" wrap="square" lIns="0" tIns="0" rIns="0" bIns="0" numCol="1" rtlCol="0" anchor="b" anchorCtr="0">
            <a:noAutofit/>
          </a:bodyPr>
          <a:lstStyle>
            <a:lvl1pPr>
              <a:lnSpc>
                <a:spcPts val="3600"/>
              </a:lnSpc>
              <a:defRPr sz="4400"/>
            </a:lvl1pPr>
          </a:lstStyle>
          <a:p>
            <a:r>
              <a:rPr lang="en-US" dirty="0"/>
              <a:t>click to edit title</a:t>
            </a:r>
            <a:endParaRPr lang="en-US" noProof="0"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 Column / Title_Subtitle_Content">
    <p:spTree>
      <p:nvGrpSpPr>
        <p:cNvPr id="1" name=""/>
        <p:cNvGrpSpPr/>
        <p:nvPr/>
      </p:nvGrpSpPr>
      <p:grpSpPr>
        <a:xfrm>
          <a:off x="0" y="0"/>
          <a:ext cx="0" cy="0"/>
          <a:chOff x="0" y="0"/>
          <a:chExt cx="0" cy="0"/>
        </a:xfrm>
      </p:grpSpPr>
      <p:sp>
        <p:nvSpPr>
          <p:cNvPr id="4" name="Text Placeholder 2"/>
          <p:cNvSpPr>
            <a:spLocks noGrp="1"/>
          </p:cNvSpPr>
          <p:nvPr>
            <p:ph type="body" idx="1" hasCustomPrompt="1"/>
          </p:nvPr>
        </p:nvSpPr>
        <p:spPr>
          <a:xfrm>
            <a:off x="550861" y="1293703"/>
            <a:ext cx="10129838" cy="432049"/>
          </a:xfrm>
          <a:prstGeom prst="rect">
            <a:avLst/>
          </a:prstGeom>
        </p:spPr>
        <p:txBody>
          <a:bodyPr lIns="0" tIns="0" rIns="0" bIns="0" anchor="t" anchorCtr="0">
            <a:noAutofit/>
          </a:bodyPr>
          <a:lstStyle>
            <a:lvl1pPr marL="0" indent="0">
              <a:lnSpc>
                <a:spcPts val="2000"/>
              </a:lnSpc>
              <a:buNone/>
              <a:defRPr sz="1400" b="1" i="0" cap="all" baseline="0">
                <a:solidFill>
                  <a:schemeClr val="tx1"/>
                </a:solidFill>
                <a:latin typeface="Source Sans Pro" charset="0"/>
                <a:ea typeface="Source Sans Pro" charset="0"/>
                <a:cs typeface="Source Sans Pro" charset="0"/>
              </a:defRPr>
            </a:lvl1pPr>
            <a:lvl2pPr marL="457143" indent="0">
              <a:buNone/>
              <a:defRPr sz="2000" b="1"/>
            </a:lvl2pPr>
            <a:lvl3pPr marL="914286" indent="0">
              <a:buNone/>
              <a:defRPr sz="1800" b="1"/>
            </a:lvl3pPr>
            <a:lvl4pPr marL="1371430" indent="0">
              <a:buNone/>
              <a:defRPr sz="1600" b="1"/>
            </a:lvl4pPr>
            <a:lvl5pPr marL="1828573" indent="0">
              <a:buNone/>
              <a:defRPr sz="1600" b="1"/>
            </a:lvl5pPr>
            <a:lvl6pPr marL="2285718" indent="0">
              <a:buNone/>
              <a:defRPr sz="1600" b="1"/>
            </a:lvl6pPr>
            <a:lvl7pPr marL="2742858" indent="0">
              <a:buNone/>
              <a:defRPr sz="1600" b="1"/>
            </a:lvl7pPr>
            <a:lvl8pPr marL="3200000" indent="0">
              <a:buNone/>
              <a:defRPr sz="1600" b="1"/>
            </a:lvl8pPr>
            <a:lvl9pPr marL="3657143" indent="0">
              <a:buNone/>
              <a:defRPr sz="1600" b="1"/>
            </a:lvl9pPr>
          </a:lstStyle>
          <a:p>
            <a:pPr lvl="0"/>
            <a:r>
              <a:rPr lang="en-US" noProof="0" dirty="0"/>
              <a:t>Click to edit title style</a:t>
            </a:r>
          </a:p>
        </p:txBody>
      </p:sp>
      <p:sp>
        <p:nvSpPr>
          <p:cNvPr id="5" name="Content Placeholder 3"/>
          <p:cNvSpPr>
            <a:spLocks noGrp="1"/>
          </p:cNvSpPr>
          <p:nvPr>
            <p:ph sz="half" idx="11" hasCustomPrompt="1"/>
          </p:nvPr>
        </p:nvSpPr>
        <p:spPr>
          <a:xfrm>
            <a:off x="550863" y="1869760"/>
            <a:ext cx="10129836" cy="4173853"/>
          </a:xfrm>
          <a:prstGeom prst="rect">
            <a:avLst/>
          </a:prstGeom>
        </p:spPr>
        <p:txBody>
          <a:bodyPr lIns="90000" numCol="3">
            <a:noAutofit/>
          </a:bodyPr>
          <a:lstStyle>
            <a:lvl1pPr>
              <a:defRPr sz="1600" b="0" i="0">
                <a:latin typeface="Source Sans Pro" charset="0"/>
                <a:ea typeface="Source Sans Pro" charset="0"/>
                <a:cs typeface="Source Sans Pro" charset="0"/>
              </a:defRPr>
            </a:lvl1pPr>
            <a:lvl2pPr>
              <a:defRPr sz="1600" b="0" i="0">
                <a:latin typeface="Source Sans Pro" charset="0"/>
                <a:ea typeface="Source Sans Pro" charset="0"/>
                <a:cs typeface="Source Sans Pro" charset="0"/>
              </a:defRPr>
            </a:lvl2pPr>
            <a:lvl3pPr>
              <a:defRPr sz="1600" b="0" i="0">
                <a:latin typeface="Source Sans Pro" charset="0"/>
                <a:ea typeface="Source Sans Pro" charset="0"/>
                <a:cs typeface="Source Sans Pro" charset="0"/>
              </a:defRPr>
            </a:lvl3pPr>
            <a:lvl4pPr>
              <a:defRPr sz="1600" b="0" i="0">
                <a:latin typeface="Source Sans Pro" charset="0"/>
                <a:ea typeface="Source Sans Pro" charset="0"/>
                <a:cs typeface="Source Sans Pro" charset="0"/>
              </a:defRPr>
            </a:lvl4pPr>
            <a:lvl5pPr>
              <a:defRPr sz="1600"/>
            </a:lvl5pPr>
            <a:lvl6pPr>
              <a:defRPr sz="1600"/>
            </a:lvl6pPr>
            <a:lvl7pPr>
              <a:defRPr sz="1600"/>
            </a:lvl7pPr>
            <a:lvl8pPr>
              <a:defRPr sz="1600"/>
            </a:lvl8pPr>
            <a:lvl9pPr>
              <a:defRPr sz="1600"/>
            </a:lvl9pPr>
          </a:lstStyle>
          <a:p>
            <a:pPr lvl="0"/>
            <a:r>
              <a:rPr lang="en-US" noProof="0" dirty="0"/>
              <a:t>Click to edit content</a:t>
            </a:r>
          </a:p>
          <a:p>
            <a:pPr lvl="1"/>
            <a:r>
              <a:rPr lang="en-US" noProof="0" dirty="0"/>
              <a:t>Second level</a:t>
            </a:r>
          </a:p>
          <a:p>
            <a:pPr lvl="2"/>
            <a:r>
              <a:rPr lang="en-US" noProof="0" dirty="0"/>
              <a:t>Third level</a:t>
            </a:r>
          </a:p>
        </p:txBody>
      </p:sp>
      <p:cxnSp>
        <p:nvCxnSpPr>
          <p:cNvPr id="7" name="Straight Connector 6"/>
          <p:cNvCxnSpPr/>
          <p:nvPr userDrawn="1"/>
        </p:nvCxnSpPr>
        <p:spPr>
          <a:xfrm>
            <a:off x="550863" y="1110312"/>
            <a:ext cx="1106487"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0" name="Title Placeholder 1"/>
          <p:cNvSpPr>
            <a:spLocks noGrp="1"/>
          </p:cNvSpPr>
          <p:nvPr>
            <p:ph type="title" hasCustomPrompt="1"/>
          </p:nvPr>
        </p:nvSpPr>
        <p:spPr>
          <a:xfrm>
            <a:off x="550863" y="644525"/>
            <a:ext cx="10129837" cy="465786"/>
          </a:xfrm>
          <a:prstGeom prst="rect">
            <a:avLst/>
          </a:prstGeom>
        </p:spPr>
        <p:txBody>
          <a:bodyPr vert="horz" wrap="square" lIns="0" tIns="0" rIns="0" bIns="0" numCol="1" rtlCol="0" anchor="b" anchorCtr="0">
            <a:noAutofit/>
          </a:bodyPr>
          <a:lstStyle>
            <a:lvl1pPr>
              <a:lnSpc>
                <a:spcPts val="3600"/>
              </a:lnSpc>
              <a:defRPr sz="4400"/>
            </a:lvl1pPr>
          </a:lstStyle>
          <a:p>
            <a:r>
              <a:rPr lang="en-US" dirty="0"/>
              <a:t>click to edit title</a:t>
            </a:r>
            <a:endParaRPr lang="en-US" noProof="0"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3 Columns / Comparison">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551386" y="1293703"/>
            <a:ext cx="3007790" cy="432049"/>
          </a:xfrm>
          <a:prstGeom prst="rect">
            <a:avLst/>
          </a:prstGeom>
        </p:spPr>
        <p:txBody>
          <a:bodyPr lIns="0" tIns="0" rIns="0" bIns="0" anchor="t" anchorCtr="0">
            <a:noAutofit/>
          </a:bodyPr>
          <a:lstStyle>
            <a:lvl1pPr marL="0" indent="0">
              <a:lnSpc>
                <a:spcPts val="2000"/>
              </a:lnSpc>
              <a:buNone/>
              <a:defRPr sz="1800" b="1" i="0" cap="all" baseline="0">
                <a:solidFill>
                  <a:schemeClr val="tx1"/>
                </a:solidFill>
                <a:latin typeface="Source Sans Pro" charset="0"/>
                <a:ea typeface="Source Sans Pro" charset="0"/>
                <a:cs typeface="Source Sans Pro" charset="0"/>
              </a:defRPr>
            </a:lvl1pPr>
            <a:lvl2pPr marL="457143" indent="0">
              <a:buNone/>
              <a:defRPr sz="2000" b="1"/>
            </a:lvl2pPr>
            <a:lvl3pPr marL="914286" indent="0">
              <a:buNone/>
              <a:defRPr sz="1800" b="1"/>
            </a:lvl3pPr>
            <a:lvl4pPr marL="1371430" indent="0">
              <a:buNone/>
              <a:defRPr sz="1600" b="1"/>
            </a:lvl4pPr>
            <a:lvl5pPr marL="1828573" indent="0">
              <a:buNone/>
              <a:defRPr sz="1600" b="1"/>
            </a:lvl5pPr>
            <a:lvl6pPr marL="2285718" indent="0">
              <a:buNone/>
              <a:defRPr sz="1600" b="1"/>
            </a:lvl6pPr>
            <a:lvl7pPr marL="2742858" indent="0">
              <a:buNone/>
              <a:defRPr sz="1600" b="1"/>
            </a:lvl7pPr>
            <a:lvl8pPr marL="3200000" indent="0">
              <a:buNone/>
              <a:defRPr sz="1600" b="1"/>
            </a:lvl8pPr>
            <a:lvl9pPr marL="3657143" indent="0">
              <a:buNone/>
              <a:defRPr sz="1600" b="1"/>
            </a:lvl9pPr>
          </a:lstStyle>
          <a:p>
            <a:pPr lvl="0"/>
            <a:r>
              <a:rPr lang="en-US" noProof="0" dirty="0"/>
              <a:t>Click to edit title style</a:t>
            </a:r>
          </a:p>
        </p:txBody>
      </p:sp>
      <p:sp>
        <p:nvSpPr>
          <p:cNvPr id="14" name="Content Placeholder 3"/>
          <p:cNvSpPr>
            <a:spLocks noGrp="1"/>
          </p:cNvSpPr>
          <p:nvPr>
            <p:ph sz="half" idx="11" hasCustomPrompt="1"/>
          </p:nvPr>
        </p:nvSpPr>
        <p:spPr>
          <a:xfrm>
            <a:off x="551385" y="1869760"/>
            <a:ext cx="3007792" cy="4173853"/>
          </a:xfrm>
          <a:prstGeom prst="rect">
            <a:avLst/>
          </a:prstGeom>
        </p:spPr>
        <p:txBody>
          <a:bodyPr lIns="90000">
            <a:noAutofit/>
          </a:bodyPr>
          <a:lstStyle>
            <a:lvl1pPr>
              <a:defRPr sz="1600" b="0" i="0">
                <a:latin typeface="Source Sans Pro" charset="0"/>
                <a:ea typeface="Source Sans Pro" charset="0"/>
                <a:cs typeface="Source Sans Pro" charset="0"/>
              </a:defRPr>
            </a:lvl1pPr>
            <a:lvl2pPr>
              <a:defRPr sz="1600" b="0" i="0">
                <a:latin typeface="Source Sans Pro" charset="0"/>
                <a:ea typeface="Source Sans Pro" charset="0"/>
                <a:cs typeface="Source Sans Pro" charset="0"/>
              </a:defRPr>
            </a:lvl2pPr>
            <a:lvl3pPr>
              <a:defRPr sz="1600" b="0" i="0">
                <a:latin typeface="Source Sans Pro" charset="0"/>
                <a:ea typeface="Source Sans Pro" charset="0"/>
                <a:cs typeface="Source Sans Pro" charset="0"/>
              </a:defRPr>
            </a:lvl3pPr>
            <a:lvl4pPr>
              <a:defRPr sz="1600" b="0" i="0">
                <a:latin typeface="Source Sans Pro" charset="0"/>
                <a:ea typeface="Source Sans Pro" charset="0"/>
                <a:cs typeface="Source Sans Pro" charset="0"/>
              </a:defRPr>
            </a:lvl4pPr>
            <a:lvl5pPr>
              <a:defRPr sz="1600"/>
            </a:lvl5pPr>
            <a:lvl6pPr>
              <a:defRPr sz="1600"/>
            </a:lvl6pPr>
            <a:lvl7pPr>
              <a:defRPr sz="1600"/>
            </a:lvl7pPr>
            <a:lvl8pPr>
              <a:defRPr sz="1600"/>
            </a:lvl8pPr>
            <a:lvl9pPr>
              <a:defRPr sz="1600"/>
            </a:lvl9pPr>
          </a:lstStyle>
          <a:p>
            <a:pPr lvl="0"/>
            <a:r>
              <a:rPr lang="en-US" noProof="0" dirty="0"/>
              <a:t>Click to edit content</a:t>
            </a:r>
          </a:p>
          <a:p>
            <a:pPr lvl="1"/>
            <a:r>
              <a:rPr lang="en-US" noProof="0" dirty="0"/>
              <a:t>Second level</a:t>
            </a:r>
          </a:p>
          <a:p>
            <a:pPr lvl="2"/>
            <a:r>
              <a:rPr lang="en-US" noProof="0" dirty="0"/>
              <a:t>Third level</a:t>
            </a:r>
          </a:p>
          <a:p>
            <a:pPr lvl="3"/>
            <a:r>
              <a:rPr lang="en-US" noProof="0" dirty="0"/>
              <a:t>Fourth level</a:t>
            </a:r>
          </a:p>
          <a:p>
            <a:pPr lvl="3"/>
            <a:r>
              <a:rPr lang="en-US" noProof="0" dirty="0"/>
              <a:t>	Fifth level</a:t>
            </a:r>
          </a:p>
        </p:txBody>
      </p:sp>
      <p:cxnSp>
        <p:nvCxnSpPr>
          <p:cNvPr id="11" name="Straight Connector 10"/>
          <p:cNvCxnSpPr/>
          <p:nvPr userDrawn="1"/>
        </p:nvCxnSpPr>
        <p:spPr>
          <a:xfrm>
            <a:off x="550863" y="1110312"/>
            <a:ext cx="1106487"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9" name="Text Placeholder 2"/>
          <p:cNvSpPr>
            <a:spLocks noGrp="1"/>
          </p:cNvSpPr>
          <p:nvPr>
            <p:ph type="body" idx="16" hasCustomPrompt="1"/>
          </p:nvPr>
        </p:nvSpPr>
        <p:spPr>
          <a:xfrm>
            <a:off x="4149839" y="1293703"/>
            <a:ext cx="3007790" cy="432049"/>
          </a:xfrm>
          <a:prstGeom prst="rect">
            <a:avLst/>
          </a:prstGeom>
        </p:spPr>
        <p:txBody>
          <a:bodyPr lIns="0" tIns="0" rIns="0" bIns="0" anchor="t" anchorCtr="0">
            <a:noAutofit/>
          </a:bodyPr>
          <a:lstStyle>
            <a:lvl1pPr marL="0" indent="0">
              <a:lnSpc>
                <a:spcPts val="2000"/>
              </a:lnSpc>
              <a:buNone/>
              <a:defRPr sz="1800" b="1" i="0" cap="all" baseline="0">
                <a:solidFill>
                  <a:schemeClr val="tx1"/>
                </a:solidFill>
                <a:latin typeface="Source Sans Pro" charset="0"/>
                <a:ea typeface="Source Sans Pro" charset="0"/>
                <a:cs typeface="Source Sans Pro" charset="0"/>
              </a:defRPr>
            </a:lvl1pPr>
            <a:lvl2pPr marL="457143" indent="0">
              <a:buNone/>
              <a:defRPr sz="2000" b="1"/>
            </a:lvl2pPr>
            <a:lvl3pPr marL="914286" indent="0">
              <a:buNone/>
              <a:defRPr sz="1800" b="1"/>
            </a:lvl3pPr>
            <a:lvl4pPr marL="1371430" indent="0">
              <a:buNone/>
              <a:defRPr sz="1600" b="1"/>
            </a:lvl4pPr>
            <a:lvl5pPr marL="1828573" indent="0">
              <a:buNone/>
              <a:defRPr sz="1600" b="1"/>
            </a:lvl5pPr>
            <a:lvl6pPr marL="2285718" indent="0">
              <a:buNone/>
              <a:defRPr sz="1600" b="1"/>
            </a:lvl6pPr>
            <a:lvl7pPr marL="2742858" indent="0">
              <a:buNone/>
              <a:defRPr sz="1600" b="1"/>
            </a:lvl7pPr>
            <a:lvl8pPr marL="3200000" indent="0">
              <a:buNone/>
              <a:defRPr sz="1600" b="1"/>
            </a:lvl8pPr>
            <a:lvl9pPr marL="3657143" indent="0">
              <a:buNone/>
              <a:defRPr sz="1600" b="1"/>
            </a:lvl9pPr>
          </a:lstStyle>
          <a:p>
            <a:pPr lvl="0"/>
            <a:r>
              <a:rPr lang="en-US" noProof="0" dirty="0"/>
              <a:t>Click to edit title style</a:t>
            </a:r>
          </a:p>
        </p:txBody>
      </p:sp>
      <p:sp>
        <p:nvSpPr>
          <p:cNvPr id="20" name="Content Placeholder 3"/>
          <p:cNvSpPr>
            <a:spLocks noGrp="1"/>
          </p:cNvSpPr>
          <p:nvPr>
            <p:ph sz="half" idx="17" hasCustomPrompt="1"/>
          </p:nvPr>
        </p:nvSpPr>
        <p:spPr>
          <a:xfrm>
            <a:off x="4149838" y="1869760"/>
            <a:ext cx="3007792" cy="4173853"/>
          </a:xfrm>
          <a:prstGeom prst="rect">
            <a:avLst/>
          </a:prstGeom>
        </p:spPr>
        <p:txBody>
          <a:bodyPr lIns="90000">
            <a:noAutofit/>
          </a:bodyPr>
          <a:lstStyle>
            <a:lvl1pPr>
              <a:defRPr sz="1600" b="0" i="0">
                <a:latin typeface="Source Sans Pro" charset="0"/>
                <a:ea typeface="Source Sans Pro" charset="0"/>
                <a:cs typeface="Source Sans Pro" charset="0"/>
              </a:defRPr>
            </a:lvl1pPr>
            <a:lvl2pPr>
              <a:defRPr sz="1600" b="0" i="0">
                <a:latin typeface="Source Sans Pro" charset="0"/>
                <a:ea typeface="Source Sans Pro" charset="0"/>
                <a:cs typeface="Source Sans Pro" charset="0"/>
              </a:defRPr>
            </a:lvl2pPr>
            <a:lvl3pPr>
              <a:defRPr sz="1600" b="0" i="0">
                <a:latin typeface="Source Sans Pro" charset="0"/>
                <a:ea typeface="Source Sans Pro" charset="0"/>
                <a:cs typeface="Source Sans Pro" charset="0"/>
              </a:defRPr>
            </a:lvl3pPr>
            <a:lvl4pPr>
              <a:defRPr sz="1600" b="0" i="0">
                <a:latin typeface="Source Sans Pro" charset="0"/>
                <a:ea typeface="Source Sans Pro" charset="0"/>
                <a:cs typeface="Source Sans Pro" charset="0"/>
              </a:defRPr>
            </a:lvl4pPr>
            <a:lvl5pPr>
              <a:defRPr sz="1600"/>
            </a:lvl5pPr>
            <a:lvl6pPr>
              <a:defRPr sz="1600"/>
            </a:lvl6pPr>
            <a:lvl7pPr>
              <a:defRPr sz="1600"/>
            </a:lvl7pPr>
            <a:lvl8pPr>
              <a:defRPr sz="1600"/>
            </a:lvl8pPr>
            <a:lvl9pPr>
              <a:defRPr sz="1600"/>
            </a:lvl9pPr>
          </a:lstStyle>
          <a:p>
            <a:pPr lvl="0"/>
            <a:r>
              <a:rPr lang="en-US" noProof="0" dirty="0"/>
              <a:t>Click to edit content</a:t>
            </a:r>
          </a:p>
          <a:p>
            <a:pPr lvl="1"/>
            <a:r>
              <a:rPr lang="en-US" noProof="0" dirty="0"/>
              <a:t>Second level</a:t>
            </a:r>
          </a:p>
          <a:p>
            <a:pPr lvl="2"/>
            <a:r>
              <a:rPr lang="en-US" noProof="0" dirty="0"/>
              <a:t>Third level</a:t>
            </a:r>
          </a:p>
          <a:p>
            <a:pPr lvl="3"/>
            <a:r>
              <a:rPr lang="en-US" noProof="0" dirty="0"/>
              <a:t>Fourth level</a:t>
            </a:r>
          </a:p>
          <a:p>
            <a:pPr lvl="3"/>
            <a:r>
              <a:rPr lang="en-US" noProof="0" dirty="0"/>
              <a:t>	Fifth level</a:t>
            </a:r>
          </a:p>
        </p:txBody>
      </p:sp>
      <p:sp>
        <p:nvSpPr>
          <p:cNvPr id="23" name="Text Placeholder 2"/>
          <p:cNvSpPr>
            <a:spLocks noGrp="1"/>
          </p:cNvSpPr>
          <p:nvPr>
            <p:ph type="body" idx="18" hasCustomPrompt="1"/>
          </p:nvPr>
        </p:nvSpPr>
        <p:spPr>
          <a:xfrm>
            <a:off x="7680325" y="1293703"/>
            <a:ext cx="3007790" cy="432049"/>
          </a:xfrm>
          <a:prstGeom prst="rect">
            <a:avLst/>
          </a:prstGeom>
        </p:spPr>
        <p:txBody>
          <a:bodyPr lIns="0" tIns="0" rIns="0" bIns="0" anchor="t" anchorCtr="0">
            <a:noAutofit/>
          </a:bodyPr>
          <a:lstStyle>
            <a:lvl1pPr marL="0" indent="0">
              <a:lnSpc>
                <a:spcPts val="2000"/>
              </a:lnSpc>
              <a:buNone/>
              <a:defRPr sz="1800" b="1" i="0" cap="all" baseline="0">
                <a:solidFill>
                  <a:schemeClr val="tx1"/>
                </a:solidFill>
                <a:latin typeface="Source Sans Pro" charset="0"/>
                <a:ea typeface="Source Sans Pro" charset="0"/>
                <a:cs typeface="Source Sans Pro" charset="0"/>
              </a:defRPr>
            </a:lvl1pPr>
            <a:lvl2pPr marL="457143" indent="0">
              <a:buNone/>
              <a:defRPr sz="2000" b="1"/>
            </a:lvl2pPr>
            <a:lvl3pPr marL="914286" indent="0">
              <a:buNone/>
              <a:defRPr sz="1800" b="1"/>
            </a:lvl3pPr>
            <a:lvl4pPr marL="1371430" indent="0">
              <a:buNone/>
              <a:defRPr sz="1600" b="1"/>
            </a:lvl4pPr>
            <a:lvl5pPr marL="1828573" indent="0">
              <a:buNone/>
              <a:defRPr sz="1600" b="1"/>
            </a:lvl5pPr>
            <a:lvl6pPr marL="2285718" indent="0">
              <a:buNone/>
              <a:defRPr sz="1600" b="1"/>
            </a:lvl6pPr>
            <a:lvl7pPr marL="2742858" indent="0">
              <a:buNone/>
              <a:defRPr sz="1600" b="1"/>
            </a:lvl7pPr>
            <a:lvl8pPr marL="3200000" indent="0">
              <a:buNone/>
              <a:defRPr sz="1600" b="1"/>
            </a:lvl8pPr>
            <a:lvl9pPr marL="3657143" indent="0">
              <a:buNone/>
              <a:defRPr sz="1600" b="1"/>
            </a:lvl9pPr>
          </a:lstStyle>
          <a:p>
            <a:pPr lvl="0"/>
            <a:r>
              <a:rPr lang="en-US" noProof="0" dirty="0"/>
              <a:t>Click to edit title style</a:t>
            </a:r>
          </a:p>
        </p:txBody>
      </p:sp>
      <p:sp>
        <p:nvSpPr>
          <p:cNvPr id="24" name="Content Placeholder 3"/>
          <p:cNvSpPr>
            <a:spLocks noGrp="1"/>
          </p:cNvSpPr>
          <p:nvPr>
            <p:ph sz="half" idx="19" hasCustomPrompt="1"/>
          </p:nvPr>
        </p:nvSpPr>
        <p:spPr>
          <a:xfrm>
            <a:off x="7680324" y="1869760"/>
            <a:ext cx="3007792" cy="4173853"/>
          </a:xfrm>
          <a:prstGeom prst="rect">
            <a:avLst/>
          </a:prstGeom>
        </p:spPr>
        <p:txBody>
          <a:bodyPr lIns="90000">
            <a:noAutofit/>
          </a:bodyPr>
          <a:lstStyle>
            <a:lvl1pPr>
              <a:defRPr sz="1600" b="0" i="0">
                <a:latin typeface="Source Sans Pro" charset="0"/>
                <a:ea typeface="Source Sans Pro" charset="0"/>
                <a:cs typeface="Source Sans Pro" charset="0"/>
              </a:defRPr>
            </a:lvl1pPr>
            <a:lvl2pPr>
              <a:defRPr sz="1600" b="0" i="0">
                <a:latin typeface="Source Sans Pro" charset="0"/>
                <a:ea typeface="Source Sans Pro" charset="0"/>
                <a:cs typeface="Source Sans Pro" charset="0"/>
              </a:defRPr>
            </a:lvl2pPr>
            <a:lvl3pPr>
              <a:defRPr sz="1600" b="0" i="0">
                <a:latin typeface="Source Sans Pro" charset="0"/>
                <a:ea typeface="Source Sans Pro" charset="0"/>
                <a:cs typeface="Source Sans Pro" charset="0"/>
              </a:defRPr>
            </a:lvl3pPr>
            <a:lvl4pPr>
              <a:defRPr sz="1600" b="0" i="0">
                <a:latin typeface="Source Sans Pro" charset="0"/>
                <a:ea typeface="Source Sans Pro" charset="0"/>
                <a:cs typeface="Source Sans Pro" charset="0"/>
              </a:defRPr>
            </a:lvl4pPr>
            <a:lvl5pPr>
              <a:defRPr sz="1600"/>
            </a:lvl5pPr>
            <a:lvl6pPr>
              <a:defRPr sz="1600"/>
            </a:lvl6pPr>
            <a:lvl7pPr>
              <a:defRPr sz="1600"/>
            </a:lvl7pPr>
            <a:lvl8pPr>
              <a:defRPr sz="1600"/>
            </a:lvl8pPr>
            <a:lvl9pPr>
              <a:defRPr sz="1600"/>
            </a:lvl9pPr>
          </a:lstStyle>
          <a:p>
            <a:pPr lvl="0"/>
            <a:r>
              <a:rPr lang="en-US" noProof="0" dirty="0"/>
              <a:t>Click to edit content</a:t>
            </a:r>
          </a:p>
          <a:p>
            <a:pPr lvl="1"/>
            <a:r>
              <a:rPr lang="en-US" noProof="0" dirty="0"/>
              <a:t>Second level</a:t>
            </a:r>
          </a:p>
          <a:p>
            <a:pPr lvl="2"/>
            <a:r>
              <a:rPr lang="en-US" noProof="0" dirty="0"/>
              <a:t>Third level</a:t>
            </a:r>
          </a:p>
          <a:p>
            <a:pPr lvl="3"/>
            <a:r>
              <a:rPr lang="en-US" noProof="0" dirty="0"/>
              <a:t>Fourth level</a:t>
            </a:r>
          </a:p>
          <a:p>
            <a:pPr lvl="3"/>
            <a:r>
              <a:rPr lang="en-US" noProof="0" dirty="0"/>
              <a:t>	Fifth level</a:t>
            </a:r>
          </a:p>
        </p:txBody>
      </p:sp>
      <p:sp>
        <p:nvSpPr>
          <p:cNvPr id="25" name="Title Placeholder 1"/>
          <p:cNvSpPr>
            <a:spLocks noGrp="1"/>
          </p:cNvSpPr>
          <p:nvPr>
            <p:ph type="title" hasCustomPrompt="1"/>
          </p:nvPr>
        </p:nvSpPr>
        <p:spPr>
          <a:xfrm>
            <a:off x="550863" y="644525"/>
            <a:ext cx="10129837" cy="465786"/>
          </a:xfrm>
          <a:prstGeom prst="rect">
            <a:avLst/>
          </a:prstGeom>
        </p:spPr>
        <p:txBody>
          <a:bodyPr vert="horz" wrap="square" lIns="0" tIns="0" rIns="0" bIns="0" numCol="1" rtlCol="0" anchor="b" anchorCtr="0">
            <a:noAutofit/>
          </a:bodyPr>
          <a:lstStyle>
            <a:lvl1pPr>
              <a:lnSpc>
                <a:spcPts val="3600"/>
              </a:lnSpc>
              <a:defRPr sz="4400"/>
            </a:lvl1pPr>
          </a:lstStyle>
          <a:p>
            <a:r>
              <a:rPr lang="en-US" dirty="0"/>
              <a:t>click to edit title</a:t>
            </a:r>
            <a:endParaRPr lang="en-US" noProof="0"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ntroduce Page">
    <p:spTree>
      <p:nvGrpSpPr>
        <p:cNvPr id="1" name=""/>
        <p:cNvGrpSpPr/>
        <p:nvPr/>
      </p:nvGrpSpPr>
      <p:grpSpPr>
        <a:xfrm>
          <a:off x="0" y="0"/>
          <a:ext cx="0" cy="0"/>
          <a:chOff x="0" y="0"/>
          <a:chExt cx="0" cy="0"/>
        </a:xfrm>
      </p:grpSpPr>
      <p:cxnSp>
        <p:nvCxnSpPr>
          <p:cNvPr id="5" name="Straight Connector 4"/>
          <p:cNvCxnSpPr/>
          <p:nvPr userDrawn="1"/>
        </p:nvCxnSpPr>
        <p:spPr>
          <a:xfrm>
            <a:off x="5663952" y="2132856"/>
            <a:ext cx="864096" cy="0"/>
          </a:xfrm>
          <a:prstGeom prst="line">
            <a:avLst/>
          </a:prstGeom>
        </p:spPr>
        <p:style>
          <a:lnRef idx="1">
            <a:schemeClr val="accent1"/>
          </a:lnRef>
          <a:fillRef idx="0">
            <a:schemeClr val="accent1"/>
          </a:fillRef>
          <a:effectRef idx="0">
            <a:schemeClr val="accent1"/>
          </a:effectRef>
          <a:fontRef idx="minor">
            <a:schemeClr val="tx1"/>
          </a:fontRef>
        </p:style>
      </p:cxnSp>
      <p:sp>
        <p:nvSpPr>
          <p:cNvPr id="6" name="Title Placeholder 1"/>
          <p:cNvSpPr txBox="1">
            <a:spLocks/>
          </p:cNvSpPr>
          <p:nvPr userDrawn="1"/>
        </p:nvSpPr>
        <p:spPr>
          <a:xfrm>
            <a:off x="4145146" y="1455167"/>
            <a:ext cx="3901709" cy="461665"/>
          </a:xfrm>
          <a:prstGeom prst="rect">
            <a:avLst/>
          </a:prstGeom>
        </p:spPr>
        <p:txBody>
          <a:bodyPr vert="horz" wrap="none" lIns="0" tIns="0" rIns="0" bIns="0" numCol="1" rtlCol="0" anchor="b" anchorCtr="1">
            <a:spAutoFit/>
          </a:bodyPr>
          <a:lstStyle>
            <a:lvl1pPr algn="l" defTabSz="914286" rtl="0" eaLnBrk="1" latinLnBrk="0" hangingPunct="1">
              <a:lnSpc>
                <a:spcPts val="3600"/>
              </a:lnSpc>
              <a:spcBef>
                <a:spcPct val="0"/>
              </a:spcBef>
              <a:buNone/>
              <a:defRPr sz="4400" b="0" i="0" kern="1200" cap="small" baseline="0">
                <a:solidFill>
                  <a:schemeClr val="tx1"/>
                </a:solidFill>
                <a:latin typeface="Source Sans Pro" charset="0"/>
                <a:ea typeface="Source Sans Pro" charset="0"/>
                <a:cs typeface="Source Sans Pro" charset="0"/>
              </a:defRPr>
            </a:lvl1pPr>
          </a:lstStyle>
          <a:p>
            <a:pPr algn="ctr"/>
            <a:r>
              <a:rPr lang="en-US" dirty="0"/>
              <a:t>click to edit title</a:t>
            </a:r>
          </a:p>
        </p:txBody>
      </p:sp>
      <p:sp>
        <p:nvSpPr>
          <p:cNvPr id="8" name="Content Placeholder 3"/>
          <p:cNvSpPr>
            <a:spLocks noGrp="1"/>
          </p:cNvSpPr>
          <p:nvPr>
            <p:ph sz="half" idx="11" hasCustomPrompt="1"/>
          </p:nvPr>
        </p:nvSpPr>
        <p:spPr>
          <a:xfrm>
            <a:off x="1031082" y="2479536"/>
            <a:ext cx="10129837" cy="3564077"/>
          </a:xfrm>
          <a:prstGeom prst="rect">
            <a:avLst/>
          </a:prstGeom>
        </p:spPr>
        <p:txBody>
          <a:bodyPr lIns="90000" anchor="t" anchorCtr="1">
            <a:noAutofit/>
          </a:bodyPr>
          <a:lstStyle>
            <a:lvl1pPr>
              <a:defRPr sz="1600" b="0" i="0">
                <a:latin typeface="Source Sans Pro" charset="0"/>
                <a:ea typeface="Source Sans Pro" charset="0"/>
                <a:cs typeface="Source Sans Pro" charset="0"/>
              </a:defRPr>
            </a:lvl1pPr>
            <a:lvl2pPr>
              <a:defRPr sz="1600" b="0" i="0">
                <a:latin typeface="Source Sans Pro" charset="0"/>
                <a:ea typeface="Source Sans Pro" charset="0"/>
                <a:cs typeface="Source Sans Pro" charset="0"/>
              </a:defRPr>
            </a:lvl2pPr>
            <a:lvl3pPr>
              <a:defRPr sz="1600" b="0" i="0">
                <a:latin typeface="Source Sans Pro" charset="0"/>
                <a:ea typeface="Source Sans Pro" charset="0"/>
                <a:cs typeface="Source Sans Pro" charset="0"/>
              </a:defRPr>
            </a:lvl3pPr>
            <a:lvl4pPr>
              <a:defRPr sz="1600" b="0" i="0">
                <a:latin typeface="Source Sans Pro" charset="0"/>
                <a:ea typeface="Source Sans Pro" charset="0"/>
                <a:cs typeface="Source Sans Pro" charset="0"/>
              </a:defRPr>
            </a:lvl4pPr>
            <a:lvl5pPr>
              <a:defRPr sz="1600"/>
            </a:lvl5pPr>
            <a:lvl6pPr>
              <a:defRPr sz="1600"/>
            </a:lvl6pPr>
            <a:lvl7pPr>
              <a:defRPr sz="1600"/>
            </a:lvl7pPr>
            <a:lvl8pPr>
              <a:defRPr sz="1600"/>
            </a:lvl8pPr>
            <a:lvl9pPr>
              <a:defRPr sz="1600"/>
            </a:lvl9pPr>
          </a:lstStyle>
          <a:p>
            <a:pPr lvl="0"/>
            <a:r>
              <a:rPr lang="en-US" noProof="0" dirty="0"/>
              <a:t>Click to edit content</a:t>
            </a:r>
          </a:p>
          <a:p>
            <a:pPr lvl="1"/>
            <a:r>
              <a:rPr lang="en-US" noProof="0" dirty="0"/>
              <a:t>Second level</a:t>
            </a:r>
          </a:p>
          <a:p>
            <a:pPr lvl="2"/>
            <a:r>
              <a:rPr lang="en-US" noProof="0" dirty="0"/>
              <a:t>Third level</a:t>
            </a:r>
          </a:p>
        </p:txBody>
      </p:sp>
    </p:spTree>
    <p:extLst>
      <p:ext uri="{BB962C8B-B14F-4D97-AF65-F5344CB8AC3E}">
        <p14:creationId xmlns:p14="http://schemas.microsoft.com/office/powerpoint/2010/main" val="38199563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Legal - Disclaimer">
    <p:spTree>
      <p:nvGrpSpPr>
        <p:cNvPr id="1" name=""/>
        <p:cNvGrpSpPr/>
        <p:nvPr/>
      </p:nvGrpSpPr>
      <p:grpSpPr>
        <a:xfrm>
          <a:off x="0" y="0"/>
          <a:ext cx="0" cy="0"/>
          <a:chOff x="0" y="0"/>
          <a:chExt cx="0" cy="0"/>
        </a:xfrm>
      </p:grpSpPr>
      <p:sp>
        <p:nvSpPr>
          <p:cNvPr id="6" name="Rectangle 5"/>
          <p:cNvSpPr/>
          <p:nvPr userDrawn="1"/>
        </p:nvSpPr>
        <p:spPr>
          <a:xfrm>
            <a:off x="1031082" y="1556791"/>
            <a:ext cx="10129837" cy="461665"/>
          </a:xfrm>
          <a:prstGeom prst="rect">
            <a:avLst/>
          </a:prstGeom>
        </p:spPr>
        <p:txBody>
          <a:bodyPr wrap="square">
            <a:spAutoFit/>
          </a:bodyPr>
          <a:lstStyle/>
          <a:p>
            <a:pPr algn="ctr"/>
            <a:r>
              <a:rPr lang="en-US" sz="2400" b="0" i="0" dirty="0">
                <a:latin typeface="Source Sans Pro" charset="0"/>
                <a:ea typeface="Source Sans Pro" charset="0"/>
                <a:cs typeface="Source Sans Pro" charset="0"/>
              </a:rPr>
              <a:t>DISCLAIMER</a:t>
            </a:r>
          </a:p>
        </p:txBody>
      </p:sp>
      <p:sp>
        <p:nvSpPr>
          <p:cNvPr id="10" name="TextBox 9"/>
          <p:cNvSpPr txBox="1"/>
          <p:nvPr userDrawn="1"/>
        </p:nvSpPr>
        <p:spPr>
          <a:xfrm>
            <a:off x="1031082" y="2479536"/>
            <a:ext cx="10129837" cy="2970044"/>
          </a:xfrm>
          <a:prstGeom prst="rect">
            <a:avLst/>
          </a:prstGeom>
          <a:noFill/>
        </p:spPr>
        <p:txBody>
          <a:bodyPr vert="horz" wrap="square" lIns="0" tIns="0" rIns="0" bIns="0" numCol="1" spcCol="288000" rtlCol="0" anchor="t" anchorCtr="0">
            <a:spAutoFit/>
          </a:bodyPr>
          <a:lstStyle/>
          <a:p>
            <a:pPr marL="0" algn="ctr" defTabSz="914377" rtl="0" eaLnBrk="1" latinLnBrk="0" hangingPunct="1">
              <a:spcBef>
                <a:spcPts val="0"/>
              </a:spcBef>
              <a:spcAft>
                <a:spcPts val="600"/>
              </a:spcAft>
            </a:pPr>
            <a:r>
              <a:rPr lang="en-US" sz="1400" b="0" i="0" kern="1200" spc="0" dirty="0">
                <a:ln>
                  <a:noFill/>
                </a:ln>
                <a:solidFill>
                  <a:schemeClr val="tx2"/>
                </a:solidFill>
                <a:latin typeface="Source Sans Pro Light" charset="0"/>
                <a:ea typeface="Source Sans Pro Light" charset="0"/>
                <a:cs typeface="Source Sans Pro Light" charset="0"/>
              </a:rPr>
              <a:t>All rights reserved. Information, technical data and tutorials contained in this document are proprietary under copyright Law of Industrial Smart Software Technology (</a:t>
            </a:r>
            <a:r>
              <a:rPr lang="en-US" sz="1400" b="0" i="0" kern="1200" spc="0" dirty="0" err="1">
                <a:ln>
                  <a:noFill/>
                </a:ln>
                <a:solidFill>
                  <a:schemeClr val="tx2"/>
                </a:solidFill>
                <a:latin typeface="Source Sans Pro Light" charset="0"/>
                <a:ea typeface="Source Sans Pro Light" charset="0"/>
                <a:cs typeface="Source Sans Pro Light" charset="0"/>
              </a:rPr>
              <a:t>MicroEJ</a:t>
            </a:r>
            <a:r>
              <a:rPr lang="en-US" sz="1400" b="0" i="0" kern="1200" spc="0" dirty="0">
                <a:ln>
                  <a:noFill/>
                </a:ln>
                <a:solidFill>
                  <a:schemeClr val="tx2"/>
                </a:solidFill>
                <a:latin typeface="Source Sans Pro Light" charset="0"/>
                <a:ea typeface="Source Sans Pro Light" charset="0"/>
                <a:cs typeface="Source Sans Pro Light" charset="0"/>
              </a:rPr>
              <a:t> S.A.) operating under the brand name </a:t>
            </a:r>
            <a:r>
              <a:rPr lang="en-US" sz="1400" b="0" i="0" kern="1200" spc="0" dirty="0" err="1">
                <a:ln>
                  <a:noFill/>
                </a:ln>
                <a:solidFill>
                  <a:schemeClr val="tx2"/>
                </a:solidFill>
                <a:latin typeface="Source Sans Pro Light" charset="0"/>
                <a:ea typeface="Source Sans Pro Light" charset="0"/>
                <a:cs typeface="Source Sans Pro Light" charset="0"/>
              </a:rPr>
              <a:t>MicroEJ</a:t>
            </a:r>
            <a:r>
              <a:rPr lang="en-US" sz="1400" b="0" i="0" kern="1200" spc="0" dirty="0">
                <a:ln>
                  <a:noFill/>
                </a:ln>
                <a:solidFill>
                  <a:schemeClr val="tx2"/>
                </a:solidFill>
                <a:latin typeface="Source Sans Pro Light" charset="0"/>
                <a:ea typeface="Source Sans Pro Light" charset="0"/>
                <a:cs typeface="Source Sans Pro Light" charset="0"/>
              </a:rPr>
              <a:t>®. Without written permission from </a:t>
            </a:r>
            <a:r>
              <a:rPr lang="en-US" sz="1400" b="0" i="0" kern="1200" spc="0" dirty="0" err="1">
                <a:ln>
                  <a:noFill/>
                </a:ln>
                <a:solidFill>
                  <a:schemeClr val="tx2"/>
                </a:solidFill>
                <a:latin typeface="Source Sans Pro Light" charset="0"/>
                <a:ea typeface="Source Sans Pro Light" charset="0"/>
                <a:cs typeface="Source Sans Pro Light" charset="0"/>
              </a:rPr>
              <a:t>MicroEJ</a:t>
            </a:r>
            <a:r>
              <a:rPr lang="en-US" sz="1400" b="0" i="0" kern="1200" spc="0" dirty="0">
                <a:ln>
                  <a:noFill/>
                </a:ln>
                <a:solidFill>
                  <a:schemeClr val="tx2"/>
                </a:solidFill>
                <a:latin typeface="Source Sans Pro Light" charset="0"/>
                <a:ea typeface="Source Sans Pro Light" charset="0"/>
                <a:cs typeface="Source Sans Pro Light" charset="0"/>
              </a:rPr>
              <a:t> S.A., copying or sending parts of the document or the entire document by any means to third parties is not permitted. Granted authorizations for using parts of the document or the entire document do not mean </a:t>
            </a:r>
            <a:r>
              <a:rPr lang="en-US" sz="1400" b="0" i="0" kern="1200" spc="0" dirty="0" err="1">
                <a:ln>
                  <a:noFill/>
                </a:ln>
                <a:solidFill>
                  <a:schemeClr val="tx2"/>
                </a:solidFill>
                <a:latin typeface="Source Sans Pro Light" charset="0"/>
                <a:ea typeface="Source Sans Pro Light" charset="0"/>
                <a:cs typeface="Source Sans Pro Light" charset="0"/>
              </a:rPr>
              <a:t>MicroEJ</a:t>
            </a:r>
            <a:r>
              <a:rPr lang="en-US" sz="1400" b="0" i="0" kern="1200" spc="0" dirty="0">
                <a:ln>
                  <a:noFill/>
                </a:ln>
                <a:solidFill>
                  <a:schemeClr val="tx2"/>
                </a:solidFill>
                <a:latin typeface="Source Sans Pro Light" charset="0"/>
                <a:ea typeface="Source Sans Pro Light" charset="0"/>
                <a:cs typeface="Source Sans Pro Light" charset="0"/>
              </a:rPr>
              <a:t> S.A. gives public full access rights.</a:t>
            </a:r>
          </a:p>
          <a:p>
            <a:pPr marL="0" algn="ctr" defTabSz="914377" rtl="0" eaLnBrk="1" latinLnBrk="0" hangingPunct="1">
              <a:spcBef>
                <a:spcPts val="0"/>
              </a:spcBef>
              <a:spcAft>
                <a:spcPts val="600"/>
              </a:spcAft>
            </a:pPr>
            <a:r>
              <a:rPr lang="en-US" sz="1400" b="0" i="0" kern="1200" spc="0" dirty="0">
                <a:ln>
                  <a:noFill/>
                </a:ln>
                <a:solidFill>
                  <a:schemeClr val="tx2"/>
                </a:solidFill>
                <a:latin typeface="Source Sans Pro Light" charset="0"/>
                <a:ea typeface="Source Sans Pro Light" charset="0"/>
                <a:cs typeface="Source Sans Pro Light" charset="0"/>
              </a:rPr>
              <a:t>The information contained herein is not warranted to be error-free.</a:t>
            </a:r>
          </a:p>
          <a:p>
            <a:pPr marL="0" algn="ctr" defTabSz="914377" rtl="0" eaLnBrk="1" latinLnBrk="0" hangingPunct="1">
              <a:spcBef>
                <a:spcPts val="0"/>
              </a:spcBef>
              <a:spcAft>
                <a:spcPts val="600"/>
              </a:spcAft>
            </a:pPr>
            <a:r>
              <a:rPr lang="en-US" sz="1400" b="0" i="0" kern="1200" spc="0" dirty="0" err="1">
                <a:ln>
                  <a:noFill/>
                </a:ln>
                <a:solidFill>
                  <a:schemeClr val="tx2"/>
                </a:solidFill>
                <a:latin typeface="Source Sans Pro Light" charset="0"/>
                <a:ea typeface="Source Sans Pro Light" charset="0"/>
                <a:cs typeface="Source Sans Pro Light" charset="0"/>
              </a:rPr>
              <a:t>MicroEJ</a:t>
            </a:r>
            <a:r>
              <a:rPr lang="en-US" sz="1400" b="0" i="0" kern="1200" spc="0" dirty="0">
                <a:ln>
                  <a:noFill/>
                </a:ln>
                <a:solidFill>
                  <a:schemeClr val="tx2"/>
                </a:solidFill>
                <a:latin typeface="Source Sans Pro Light" charset="0"/>
                <a:ea typeface="Source Sans Pro Light" charset="0"/>
                <a:cs typeface="Source Sans Pro Light" charset="0"/>
              </a:rPr>
              <a:t>® and all relative logos are trademarks or registered trademarks of </a:t>
            </a:r>
            <a:r>
              <a:rPr lang="en-US" sz="1400" b="0" i="0" kern="1200" spc="0" dirty="0" err="1">
                <a:ln>
                  <a:noFill/>
                </a:ln>
                <a:solidFill>
                  <a:schemeClr val="tx2"/>
                </a:solidFill>
                <a:latin typeface="Source Sans Pro Light" charset="0"/>
                <a:ea typeface="Source Sans Pro Light" charset="0"/>
                <a:cs typeface="Source Sans Pro Light" charset="0"/>
              </a:rPr>
              <a:t>MicroEJ</a:t>
            </a:r>
            <a:r>
              <a:rPr lang="en-US" sz="1400" b="0" i="0" kern="1200" spc="0" dirty="0">
                <a:ln>
                  <a:noFill/>
                </a:ln>
                <a:solidFill>
                  <a:schemeClr val="tx2"/>
                </a:solidFill>
                <a:latin typeface="Source Sans Pro Light" charset="0"/>
                <a:ea typeface="Source Sans Pro Light" charset="0"/>
                <a:cs typeface="Source Sans Pro Light" charset="0"/>
              </a:rPr>
              <a:t> S.A. in France and other Countries.</a:t>
            </a:r>
          </a:p>
          <a:p>
            <a:pPr marL="0" algn="ctr" defTabSz="914377" rtl="0" eaLnBrk="1" latinLnBrk="0" hangingPunct="1">
              <a:spcBef>
                <a:spcPts val="0"/>
              </a:spcBef>
              <a:spcAft>
                <a:spcPts val="600"/>
              </a:spcAft>
            </a:pPr>
            <a:r>
              <a:rPr lang="en-US" sz="1400" b="0" i="0" kern="1200" spc="0" dirty="0">
                <a:ln>
                  <a:noFill/>
                </a:ln>
                <a:solidFill>
                  <a:schemeClr val="tx2"/>
                </a:solidFill>
                <a:latin typeface="Source Sans Pro Light" charset="0"/>
                <a:ea typeface="Source Sans Pro Light" charset="0"/>
                <a:cs typeface="Source Sans Pro Light" charset="0"/>
              </a:rPr>
              <a:t>Java™ is Sun Microsystems’ trademark for a technology for developing application software and deploying it in cross-platform, networked environments. When it is used in this site without adding the “™” symbol, it includes implementations of the technology by companies other than Sun. Java™, all Java-based marks and all related logos are trademarks or registered trademarks of Sun Microsystems </a:t>
            </a:r>
            <a:r>
              <a:rPr lang="en-US" sz="1400" b="0" i="0" kern="1200" spc="0" dirty="0" err="1">
                <a:ln>
                  <a:noFill/>
                </a:ln>
                <a:solidFill>
                  <a:schemeClr val="tx2"/>
                </a:solidFill>
                <a:latin typeface="Source Sans Pro Light" charset="0"/>
                <a:ea typeface="Source Sans Pro Light" charset="0"/>
                <a:cs typeface="Source Sans Pro Light" charset="0"/>
              </a:rPr>
              <a:t>Inc</a:t>
            </a:r>
            <a:r>
              <a:rPr lang="en-US" sz="1400" b="0" i="0" kern="1200" spc="0" dirty="0">
                <a:ln>
                  <a:noFill/>
                </a:ln>
                <a:solidFill>
                  <a:schemeClr val="tx2"/>
                </a:solidFill>
                <a:latin typeface="Source Sans Pro Light" charset="0"/>
                <a:ea typeface="Source Sans Pro Light" charset="0"/>
                <a:cs typeface="Source Sans Pro Light" charset="0"/>
              </a:rPr>
              <a:t>, in the United States and other Countries.</a:t>
            </a:r>
          </a:p>
          <a:p>
            <a:pPr marL="0" algn="ctr" defTabSz="914377" rtl="0" eaLnBrk="1" latinLnBrk="0" hangingPunct="1">
              <a:spcBef>
                <a:spcPts val="0"/>
              </a:spcBef>
              <a:spcAft>
                <a:spcPts val="600"/>
              </a:spcAft>
            </a:pPr>
            <a:r>
              <a:rPr lang="en-US" sz="1400" b="0" i="0" kern="1200" spc="0" dirty="0">
                <a:ln>
                  <a:noFill/>
                </a:ln>
                <a:solidFill>
                  <a:schemeClr val="tx2"/>
                </a:solidFill>
                <a:latin typeface="Source Sans Pro Light" charset="0"/>
                <a:ea typeface="Source Sans Pro Light" charset="0"/>
                <a:cs typeface="Source Sans Pro Light" charset="0"/>
              </a:rPr>
              <a:t>Other trademarks are proprietary of their respective owners.</a:t>
            </a:r>
          </a:p>
          <a:p>
            <a:pPr marL="0" algn="ctr" defTabSz="914377" rtl="0" eaLnBrk="1" latinLnBrk="0" hangingPunct="1">
              <a:spcBef>
                <a:spcPts val="0"/>
              </a:spcBef>
              <a:spcAft>
                <a:spcPts val="600"/>
              </a:spcAft>
            </a:pPr>
            <a:endParaRPr lang="fr-FR" sz="1400" b="0" i="0" kern="1200" spc="0" dirty="0">
              <a:ln>
                <a:noFill/>
              </a:ln>
              <a:solidFill>
                <a:schemeClr val="tx2"/>
              </a:solidFill>
              <a:latin typeface="Source Sans Pro Light" charset="0"/>
              <a:ea typeface="Source Sans Pro Light" charset="0"/>
              <a:cs typeface="Source Sans Pro Light" charset="0"/>
            </a:endParaRPr>
          </a:p>
        </p:txBody>
      </p:sp>
      <p:cxnSp>
        <p:nvCxnSpPr>
          <p:cNvPr id="11" name="Straight Connector 10"/>
          <p:cNvCxnSpPr/>
          <p:nvPr userDrawn="1"/>
        </p:nvCxnSpPr>
        <p:spPr>
          <a:xfrm>
            <a:off x="5663952" y="2132856"/>
            <a:ext cx="864096"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2144365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itle and Content">
    <p:bg>
      <p:bgPr>
        <a:solidFill>
          <a:schemeClr val="bg1"/>
        </a:solidFill>
        <a:effectLst/>
      </p:bgPr>
    </p:bg>
    <p:spTree>
      <p:nvGrpSpPr>
        <p:cNvPr id="1" name=""/>
        <p:cNvGrpSpPr/>
        <p:nvPr/>
      </p:nvGrpSpPr>
      <p:grpSpPr>
        <a:xfrm>
          <a:off x="0" y="0"/>
          <a:ext cx="0" cy="0"/>
          <a:chOff x="0" y="0"/>
          <a:chExt cx="0" cy="0"/>
        </a:xfrm>
      </p:grpSpPr>
      <p:sp>
        <p:nvSpPr>
          <p:cNvPr id="8" name="Content Placeholder 2"/>
          <p:cNvSpPr>
            <a:spLocks noGrp="1"/>
          </p:cNvSpPr>
          <p:nvPr>
            <p:ph idx="1" hasCustomPrompt="1"/>
          </p:nvPr>
        </p:nvSpPr>
        <p:spPr>
          <a:xfrm>
            <a:off x="609600" y="1340768"/>
            <a:ext cx="10972800" cy="4785395"/>
          </a:xfrm>
          <a:prstGeom prst="rect">
            <a:avLst/>
          </a:prstGeom>
        </p:spPr>
        <p:txBody>
          <a:bodyPr/>
          <a:lstStyle>
            <a:lvl1pPr marL="0" indent="0">
              <a:buNone/>
              <a:defRPr>
                <a:solidFill>
                  <a:schemeClr val="tx2"/>
                </a:solidFill>
              </a:defRPr>
            </a:lvl1pPr>
            <a:lvl3pPr>
              <a:defRPr sz="1600"/>
            </a:lvl3pPr>
          </a:lstStyle>
          <a:p>
            <a:pPr lvl="0"/>
            <a:r>
              <a:rPr lang="en-US" noProof="0" dirty="0"/>
              <a:t>Click to edit content</a:t>
            </a:r>
          </a:p>
          <a:p>
            <a:pPr lvl="1"/>
            <a:r>
              <a:rPr lang="en-US" noProof="0" dirty="0"/>
              <a:t>Second level</a:t>
            </a:r>
          </a:p>
          <a:p>
            <a:pPr lvl="2"/>
            <a:r>
              <a:rPr lang="en-US" noProof="0" dirty="0"/>
              <a:t>Third level</a:t>
            </a:r>
          </a:p>
          <a:p>
            <a:pPr lvl="3"/>
            <a:r>
              <a:rPr lang="en-US" noProof="0" dirty="0"/>
              <a:t>Fourth level</a:t>
            </a:r>
          </a:p>
          <a:p>
            <a:pPr lvl="3"/>
            <a:r>
              <a:rPr lang="en-US" noProof="0" dirty="0"/>
              <a:t>	Fifth level</a:t>
            </a:r>
          </a:p>
        </p:txBody>
      </p:sp>
      <p:sp>
        <p:nvSpPr>
          <p:cNvPr id="5" name="Titre 4"/>
          <p:cNvSpPr>
            <a:spLocks noGrp="1"/>
          </p:cNvSpPr>
          <p:nvPr>
            <p:ph type="title"/>
          </p:nvPr>
        </p:nvSpPr>
        <p:spPr>
          <a:xfrm>
            <a:off x="609600" y="274649"/>
            <a:ext cx="10972800" cy="922115"/>
          </a:xfrm>
          <a:prstGeom prst="rect">
            <a:avLst/>
          </a:prstGeom>
        </p:spPr>
        <p:txBody>
          <a:bodyPr/>
          <a:lstStyle/>
          <a:p>
            <a:r>
              <a:rPr lang="en-US"/>
              <a:t>Click to edit Master title style</a:t>
            </a:r>
            <a:endParaRPr lang="fr-FR" dirty="0"/>
          </a:p>
        </p:txBody>
      </p:sp>
      <p:sp>
        <p:nvSpPr>
          <p:cNvPr id="22" name="Date Placeholder 21"/>
          <p:cNvSpPr>
            <a:spLocks noGrp="1"/>
          </p:cNvSpPr>
          <p:nvPr>
            <p:ph type="dt" sz="half" idx="10"/>
          </p:nvPr>
        </p:nvSpPr>
        <p:spPr>
          <a:xfrm>
            <a:off x="609600" y="6344628"/>
            <a:ext cx="2592288" cy="268139"/>
          </a:xfrm>
          <a:prstGeom prst="rect">
            <a:avLst/>
          </a:prstGeom>
        </p:spPr>
        <p:txBody>
          <a:bodyPr/>
          <a:lstStyle/>
          <a:p>
            <a:fld id="{198ED07F-DFCB-4ABE-A311-845A3D30E5DB}" type="datetime7">
              <a:rPr lang="en-US" smtClean="0"/>
              <a:t>Jan-26</a:t>
            </a:fld>
            <a:endParaRPr lang="en-US" dirty="0"/>
          </a:p>
        </p:txBody>
      </p:sp>
      <p:sp>
        <p:nvSpPr>
          <p:cNvPr id="24" name="Slide Number Placeholder 23"/>
          <p:cNvSpPr>
            <a:spLocks noGrp="1"/>
          </p:cNvSpPr>
          <p:nvPr>
            <p:ph type="sldNum" sz="quarter" idx="12"/>
          </p:nvPr>
        </p:nvSpPr>
        <p:spPr>
          <a:xfrm>
            <a:off x="10922000" y="6344627"/>
            <a:ext cx="660400" cy="268139"/>
          </a:xfrm>
          <a:prstGeom prst="rect">
            <a:avLst/>
          </a:prstGeom>
        </p:spPr>
        <p:txBody>
          <a:bodyPr/>
          <a:lstStyle/>
          <a:p>
            <a:fld id="{23812E9D-E9B0-4B65-9D5D-15A6863C0BC0}" type="slidenum">
              <a:rPr lang="en-US" smtClean="0"/>
              <a:pPr/>
              <a:t>‹#›</a:t>
            </a:fld>
            <a:endParaRPr lang="en-US" dirty="0"/>
          </a:p>
        </p:txBody>
      </p:sp>
      <p:pic>
        <p:nvPicPr>
          <p:cNvPr id="25" name="Picture 2" descr="C:\Users\cmorineau\Marketing-Private\Marcom\Graphics\Artwork_Corp\Logos\Logo-microej-grey-h50.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5327916" y="6398415"/>
            <a:ext cx="1536169" cy="214349"/>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11"/>
          <p:cNvSpPr>
            <a:spLocks noGrp="1"/>
          </p:cNvSpPr>
          <p:nvPr>
            <p:ph type="ftr" sz="quarter" idx="3"/>
          </p:nvPr>
        </p:nvSpPr>
        <p:spPr>
          <a:xfrm>
            <a:off x="7677151" y="6343650"/>
            <a:ext cx="3187700" cy="271463"/>
          </a:xfrm>
          <a:prstGeom prst="rect">
            <a:avLst/>
          </a:prstGeom>
        </p:spPr>
        <p:txBody>
          <a:bodyPr vert="horz" lIns="91440" tIns="45720" rIns="91440" bIns="45720" rtlCol="0" anchor="b" anchorCtr="0"/>
          <a:lstStyle>
            <a:lvl1pPr algn="ctr">
              <a:defRPr lang="en-US" sz="1000" b="0" i="0" cap="none" spc="38" smtClean="0">
                <a:ln w="13500">
                  <a:noFill/>
                  <a:prstDash val="solid"/>
                </a:ln>
                <a:solidFill>
                  <a:schemeClr val="tx2">
                    <a:alpha val="95000"/>
                  </a:schemeClr>
                </a:solidFill>
                <a:effectLst/>
                <a:ea typeface="Calibri Regular" charset="0"/>
                <a:cs typeface="Calibri Regular" charset="0"/>
              </a:defRPr>
            </a:lvl1pPr>
          </a:lstStyle>
          <a:p>
            <a:r>
              <a:rPr lang="en-US"/>
              <a:t>© IS2T S.A. 2016. All rights reserved.</a:t>
            </a:r>
            <a:endParaRPr lang="en-US" dirty="0"/>
          </a:p>
        </p:txBody>
      </p:sp>
    </p:spTree>
    <p:extLst>
      <p:ext uri="{BB962C8B-B14F-4D97-AF65-F5344CB8AC3E}">
        <p14:creationId xmlns:p14="http://schemas.microsoft.com/office/powerpoint/2010/main" val="76443774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1_CoverPage">
    <p:spTree>
      <p:nvGrpSpPr>
        <p:cNvPr id="1" name=""/>
        <p:cNvGrpSpPr/>
        <p:nvPr/>
      </p:nvGrpSpPr>
      <p:grpSpPr>
        <a:xfrm>
          <a:off x="0" y="0"/>
          <a:ext cx="0" cy="0"/>
          <a:chOff x="0" y="0"/>
          <a:chExt cx="0" cy="0"/>
        </a:xfrm>
      </p:grpSpPr>
      <p:sp>
        <p:nvSpPr>
          <p:cNvPr id="18" name="Picture Placeholder 13"/>
          <p:cNvSpPr>
            <a:spLocks noGrp="1"/>
          </p:cNvSpPr>
          <p:nvPr>
            <p:ph type="pic" sz="quarter" idx="11"/>
          </p:nvPr>
        </p:nvSpPr>
        <p:spPr>
          <a:xfrm>
            <a:off x="0" y="1"/>
            <a:ext cx="8588779" cy="6881149"/>
          </a:xfrm>
          <a:custGeom>
            <a:avLst/>
            <a:gdLst>
              <a:gd name="connsiteX0" fmla="*/ 0 w 4057359"/>
              <a:gd name="connsiteY0" fmla="*/ 0 h 6858000"/>
              <a:gd name="connsiteX1" fmla="*/ 4057359 w 4057359"/>
              <a:gd name="connsiteY1" fmla="*/ 0 h 6858000"/>
              <a:gd name="connsiteX2" fmla="*/ 4057359 w 4057359"/>
              <a:gd name="connsiteY2" fmla="*/ 6858000 h 6858000"/>
              <a:gd name="connsiteX3" fmla="*/ 0 w 4057359"/>
              <a:gd name="connsiteY3" fmla="*/ 6858000 h 6858000"/>
              <a:gd name="connsiteX4" fmla="*/ 0 w 4057359"/>
              <a:gd name="connsiteY4" fmla="*/ 0 h 6858000"/>
              <a:gd name="connsiteX0" fmla="*/ 29731 w 4087090"/>
              <a:gd name="connsiteY0" fmla="*/ 0 h 6871855"/>
              <a:gd name="connsiteX1" fmla="*/ 4087090 w 4087090"/>
              <a:gd name="connsiteY1" fmla="*/ 0 h 6871855"/>
              <a:gd name="connsiteX2" fmla="*/ 0 w 4087090"/>
              <a:gd name="connsiteY2" fmla="*/ 6871855 h 6871855"/>
              <a:gd name="connsiteX3" fmla="*/ 29731 w 4087090"/>
              <a:gd name="connsiteY3" fmla="*/ 6858000 h 6871855"/>
              <a:gd name="connsiteX4" fmla="*/ 29731 w 4087090"/>
              <a:gd name="connsiteY4" fmla="*/ 0 h 6871855"/>
              <a:gd name="connsiteX0" fmla="*/ 0 w 4057359"/>
              <a:gd name="connsiteY0" fmla="*/ 0 h 6941252"/>
              <a:gd name="connsiteX1" fmla="*/ 4057359 w 4057359"/>
              <a:gd name="connsiteY1" fmla="*/ 0 h 6941252"/>
              <a:gd name="connsiteX2" fmla="*/ 27419 w 4057359"/>
              <a:gd name="connsiteY2" fmla="*/ 6941252 h 6941252"/>
              <a:gd name="connsiteX3" fmla="*/ 0 w 4057359"/>
              <a:gd name="connsiteY3" fmla="*/ 6858000 h 6941252"/>
              <a:gd name="connsiteX4" fmla="*/ 0 w 4057359"/>
              <a:gd name="connsiteY4" fmla="*/ 0 h 6941252"/>
              <a:gd name="connsiteX0" fmla="*/ 0 w 4057359"/>
              <a:gd name="connsiteY0" fmla="*/ 0 h 6863691"/>
              <a:gd name="connsiteX1" fmla="*/ 4057359 w 4057359"/>
              <a:gd name="connsiteY1" fmla="*/ 0 h 6863691"/>
              <a:gd name="connsiteX2" fmla="*/ 2926 w 4057359"/>
              <a:gd name="connsiteY2" fmla="*/ 6863691 h 6863691"/>
              <a:gd name="connsiteX3" fmla="*/ 0 w 4057359"/>
              <a:gd name="connsiteY3" fmla="*/ 6858000 h 6863691"/>
              <a:gd name="connsiteX4" fmla="*/ 0 w 4057359"/>
              <a:gd name="connsiteY4" fmla="*/ 0 h 6863691"/>
              <a:gd name="connsiteX0" fmla="*/ 0 w 3971634"/>
              <a:gd name="connsiteY0" fmla="*/ 8164 h 6871855"/>
              <a:gd name="connsiteX1" fmla="*/ 3971634 w 3971634"/>
              <a:gd name="connsiteY1" fmla="*/ 0 h 6871855"/>
              <a:gd name="connsiteX2" fmla="*/ 2926 w 3971634"/>
              <a:gd name="connsiteY2" fmla="*/ 6871855 h 6871855"/>
              <a:gd name="connsiteX3" fmla="*/ 0 w 3971634"/>
              <a:gd name="connsiteY3" fmla="*/ 6866164 h 6871855"/>
              <a:gd name="connsiteX4" fmla="*/ 0 w 3971634"/>
              <a:gd name="connsiteY4" fmla="*/ 8164 h 6871855"/>
              <a:gd name="connsiteX0" fmla="*/ 0 w 3971634"/>
              <a:gd name="connsiteY0" fmla="*/ 8164 h 6871855"/>
              <a:gd name="connsiteX1" fmla="*/ 3971634 w 3971634"/>
              <a:gd name="connsiteY1" fmla="*/ 0 h 6871855"/>
              <a:gd name="connsiteX2" fmla="*/ 2926 w 3971634"/>
              <a:gd name="connsiteY2" fmla="*/ 6871855 h 6871855"/>
              <a:gd name="connsiteX3" fmla="*/ 0 w 3971634"/>
              <a:gd name="connsiteY3" fmla="*/ 6866164 h 6871855"/>
              <a:gd name="connsiteX4" fmla="*/ 0 w 3971634"/>
              <a:gd name="connsiteY4" fmla="*/ 8164 h 6871855"/>
              <a:gd name="connsiteX0" fmla="*/ 0 w 3971634"/>
              <a:gd name="connsiteY0" fmla="*/ 8164 h 6871855"/>
              <a:gd name="connsiteX1" fmla="*/ 3971634 w 3971634"/>
              <a:gd name="connsiteY1" fmla="*/ 0 h 6871855"/>
              <a:gd name="connsiteX2" fmla="*/ 2926 w 3971634"/>
              <a:gd name="connsiteY2" fmla="*/ 6871855 h 6871855"/>
              <a:gd name="connsiteX3" fmla="*/ 717631 w 3971634"/>
              <a:gd name="connsiteY3" fmla="*/ 6866164 h 6871855"/>
              <a:gd name="connsiteX4" fmla="*/ 0 w 3971634"/>
              <a:gd name="connsiteY4" fmla="*/ 8164 h 6871855"/>
              <a:gd name="connsiteX0" fmla="*/ 0 w 4621225"/>
              <a:gd name="connsiteY0" fmla="*/ 8164 h 6883429"/>
              <a:gd name="connsiteX1" fmla="*/ 3971634 w 4621225"/>
              <a:gd name="connsiteY1" fmla="*/ 0 h 6883429"/>
              <a:gd name="connsiteX2" fmla="*/ 4621225 w 4621225"/>
              <a:gd name="connsiteY2" fmla="*/ 6883429 h 6883429"/>
              <a:gd name="connsiteX3" fmla="*/ 717631 w 4621225"/>
              <a:gd name="connsiteY3" fmla="*/ 6866164 h 6883429"/>
              <a:gd name="connsiteX4" fmla="*/ 0 w 4621225"/>
              <a:gd name="connsiteY4" fmla="*/ 8164 h 6883429"/>
              <a:gd name="connsiteX0" fmla="*/ 0 w 9133943"/>
              <a:gd name="connsiteY0" fmla="*/ 8164 h 6883429"/>
              <a:gd name="connsiteX1" fmla="*/ 9133943 w 9133943"/>
              <a:gd name="connsiteY1" fmla="*/ 0 h 6883429"/>
              <a:gd name="connsiteX2" fmla="*/ 4621225 w 9133943"/>
              <a:gd name="connsiteY2" fmla="*/ 6883429 h 6883429"/>
              <a:gd name="connsiteX3" fmla="*/ 717631 w 9133943"/>
              <a:gd name="connsiteY3" fmla="*/ 6866164 h 6883429"/>
              <a:gd name="connsiteX4" fmla="*/ 0 w 9133943"/>
              <a:gd name="connsiteY4" fmla="*/ 8164 h 6883429"/>
              <a:gd name="connsiteX0" fmla="*/ 0 w 9133943"/>
              <a:gd name="connsiteY0" fmla="*/ 8164 h 6889313"/>
              <a:gd name="connsiteX1" fmla="*/ 9133943 w 9133943"/>
              <a:gd name="connsiteY1" fmla="*/ 0 h 6889313"/>
              <a:gd name="connsiteX2" fmla="*/ 4621225 w 9133943"/>
              <a:gd name="connsiteY2" fmla="*/ 6883429 h 6889313"/>
              <a:gd name="connsiteX3" fmla="*/ 1 w 9133943"/>
              <a:gd name="connsiteY3" fmla="*/ 6889313 h 6889313"/>
              <a:gd name="connsiteX4" fmla="*/ 0 w 9133943"/>
              <a:gd name="connsiteY4" fmla="*/ 8164 h 6889313"/>
              <a:gd name="connsiteX0" fmla="*/ 0 w 9133943"/>
              <a:gd name="connsiteY0" fmla="*/ 8164 h 6889313"/>
              <a:gd name="connsiteX1" fmla="*/ 9133943 w 9133943"/>
              <a:gd name="connsiteY1" fmla="*/ 0 h 6889313"/>
              <a:gd name="connsiteX2" fmla="*/ 4621225 w 9133943"/>
              <a:gd name="connsiteY2" fmla="*/ 6673455 h 6889313"/>
              <a:gd name="connsiteX3" fmla="*/ 1 w 9133943"/>
              <a:gd name="connsiteY3" fmla="*/ 6889313 h 6889313"/>
              <a:gd name="connsiteX4" fmla="*/ 0 w 9133943"/>
              <a:gd name="connsiteY4" fmla="*/ 8164 h 6889313"/>
              <a:gd name="connsiteX0" fmla="*/ 0 w 9133943"/>
              <a:gd name="connsiteY0" fmla="*/ 8164 h 6889313"/>
              <a:gd name="connsiteX1" fmla="*/ 9133943 w 9133943"/>
              <a:gd name="connsiteY1" fmla="*/ 0 h 6889313"/>
              <a:gd name="connsiteX2" fmla="*/ 4627999 w 9133943"/>
              <a:gd name="connsiteY2" fmla="*/ 6873269 h 6889313"/>
              <a:gd name="connsiteX3" fmla="*/ 1 w 9133943"/>
              <a:gd name="connsiteY3" fmla="*/ 6889313 h 6889313"/>
              <a:gd name="connsiteX4" fmla="*/ 0 w 9133943"/>
              <a:gd name="connsiteY4" fmla="*/ 8164 h 6889313"/>
              <a:gd name="connsiteX0" fmla="*/ 0 w 9154263"/>
              <a:gd name="connsiteY0" fmla="*/ 1391 h 6882540"/>
              <a:gd name="connsiteX1" fmla="*/ 9154263 w 9154263"/>
              <a:gd name="connsiteY1" fmla="*/ 0 h 6882540"/>
              <a:gd name="connsiteX2" fmla="*/ 4627999 w 9154263"/>
              <a:gd name="connsiteY2" fmla="*/ 6866496 h 6882540"/>
              <a:gd name="connsiteX3" fmla="*/ 1 w 9154263"/>
              <a:gd name="connsiteY3" fmla="*/ 6882540 h 6882540"/>
              <a:gd name="connsiteX4" fmla="*/ 0 w 9154263"/>
              <a:gd name="connsiteY4" fmla="*/ 1391 h 6882540"/>
              <a:gd name="connsiteX0" fmla="*/ 0 w 9157650"/>
              <a:gd name="connsiteY0" fmla="*/ 0 h 6881149"/>
              <a:gd name="connsiteX1" fmla="*/ 9157650 w 9157650"/>
              <a:gd name="connsiteY1" fmla="*/ 32476 h 6881149"/>
              <a:gd name="connsiteX2" fmla="*/ 4627999 w 9157650"/>
              <a:gd name="connsiteY2" fmla="*/ 6865105 h 6881149"/>
              <a:gd name="connsiteX3" fmla="*/ 1 w 9157650"/>
              <a:gd name="connsiteY3" fmla="*/ 6881149 h 6881149"/>
              <a:gd name="connsiteX4" fmla="*/ 0 w 9157650"/>
              <a:gd name="connsiteY4" fmla="*/ 0 h 6881149"/>
              <a:gd name="connsiteX0" fmla="*/ 0 w 9154263"/>
              <a:gd name="connsiteY0" fmla="*/ 0 h 6881149"/>
              <a:gd name="connsiteX1" fmla="*/ 9154263 w 9154263"/>
              <a:gd name="connsiteY1" fmla="*/ 1996 h 6881149"/>
              <a:gd name="connsiteX2" fmla="*/ 4627999 w 9154263"/>
              <a:gd name="connsiteY2" fmla="*/ 6865105 h 6881149"/>
              <a:gd name="connsiteX3" fmla="*/ 1 w 9154263"/>
              <a:gd name="connsiteY3" fmla="*/ 6881149 h 6881149"/>
              <a:gd name="connsiteX4" fmla="*/ 0 w 9154263"/>
              <a:gd name="connsiteY4" fmla="*/ 0 h 6881149"/>
              <a:gd name="connsiteX0" fmla="*/ 0 w 8588779"/>
              <a:gd name="connsiteY0" fmla="*/ 0 h 6881149"/>
              <a:gd name="connsiteX1" fmla="*/ 8588779 w 8588779"/>
              <a:gd name="connsiteY1" fmla="*/ 1996 h 6881149"/>
              <a:gd name="connsiteX2" fmla="*/ 4627999 w 8588779"/>
              <a:gd name="connsiteY2" fmla="*/ 6865105 h 6881149"/>
              <a:gd name="connsiteX3" fmla="*/ 1 w 8588779"/>
              <a:gd name="connsiteY3" fmla="*/ 6881149 h 6881149"/>
              <a:gd name="connsiteX4" fmla="*/ 0 w 8588779"/>
              <a:gd name="connsiteY4" fmla="*/ 0 h 6881149"/>
              <a:gd name="connsiteX0" fmla="*/ 0 w 8588779"/>
              <a:gd name="connsiteY0" fmla="*/ 0 h 6881149"/>
              <a:gd name="connsiteX1" fmla="*/ 8588779 w 8588779"/>
              <a:gd name="connsiteY1" fmla="*/ 1996 h 6881149"/>
              <a:gd name="connsiteX2" fmla="*/ 4627999 w 8588779"/>
              <a:gd name="connsiteY2" fmla="*/ 6865105 h 6881149"/>
              <a:gd name="connsiteX3" fmla="*/ 1 w 8588779"/>
              <a:gd name="connsiteY3" fmla="*/ 6881149 h 6881149"/>
              <a:gd name="connsiteX4" fmla="*/ 0 w 8588779"/>
              <a:gd name="connsiteY4" fmla="*/ 0 h 6881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88779" h="6881149">
                <a:moveTo>
                  <a:pt x="0" y="0"/>
                </a:moveTo>
                <a:lnTo>
                  <a:pt x="8588779" y="1996"/>
                </a:lnTo>
                <a:cubicBezTo>
                  <a:pt x="8363393" y="388709"/>
                  <a:pt x="5948259" y="4577402"/>
                  <a:pt x="4627999" y="6865105"/>
                </a:cubicBezTo>
                <a:lnTo>
                  <a:pt x="1" y="6881149"/>
                </a:lnTo>
                <a:cubicBezTo>
                  <a:pt x="1" y="4587433"/>
                  <a:pt x="0" y="2293716"/>
                  <a:pt x="0" y="0"/>
                </a:cubicBezTo>
                <a:close/>
              </a:path>
            </a:pathLst>
          </a:custGeom>
          <a:solidFill>
            <a:schemeClr val="bg1">
              <a:lumMod val="95000"/>
            </a:schemeClr>
          </a:solidFill>
        </p:spPr>
        <p:txBody>
          <a:bodyPr/>
          <a:lstStyle/>
          <a:p>
            <a:r>
              <a:rPr lang="en-US"/>
              <a:t>Drag picture to placeholder or click icon to add</a:t>
            </a:r>
          </a:p>
        </p:txBody>
      </p:sp>
      <p:sp>
        <p:nvSpPr>
          <p:cNvPr id="2" name="Rectangle 1"/>
          <p:cNvSpPr/>
          <p:nvPr/>
        </p:nvSpPr>
        <p:spPr>
          <a:xfrm>
            <a:off x="10632504" y="6165304"/>
            <a:ext cx="1080120" cy="2880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803676" y="5661566"/>
            <a:ext cx="2961767" cy="744145"/>
          </a:xfrm>
          <a:prstGeom prst="rect">
            <a:avLst/>
          </a:prstGeom>
        </p:spPr>
      </p:pic>
      <p:sp>
        <p:nvSpPr>
          <p:cNvPr id="6" name="Rectangle 5"/>
          <p:cNvSpPr/>
          <p:nvPr/>
        </p:nvSpPr>
        <p:spPr>
          <a:xfrm>
            <a:off x="10669578" y="404664"/>
            <a:ext cx="1149988" cy="2880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762926" y="1975081"/>
            <a:ext cx="868787" cy="768875"/>
          </a:xfrm>
          <a:prstGeom prst="rect">
            <a:avLst/>
          </a:prstGeom>
        </p:spPr>
      </p:pic>
      <p:pic>
        <p:nvPicPr>
          <p:cNvPr id="8" name="Picture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506073" y="1611066"/>
            <a:ext cx="313478" cy="277426"/>
          </a:xfrm>
          <a:prstGeom prst="rect">
            <a:avLst/>
          </a:prstGeom>
        </p:spPr>
      </p:pic>
      <p:sp>
        <p:nvSpPr>
          <p:cNvPr id="9" name="Rectangle 8"/>
          <p:cNvSpPr/>
          <p:nvPr userDrawn="1"/>
        </p:nvSpPr>
        <p:spPr>
          <a:xfrm>
            <a:off x="10776520" y="6165304"/>
            <a:ext cx="936104" cy="2880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803676" y="5661566"/>
            <a:ext cx="2961767" cy="744145"/>
          </a:xfrm>
          <a:prstGeom prst="rect">
            <a:avLst/>
          </a:prstGeom>
        </p:spPr>
      </p:pic>
      <p:sp>
        <p:nvSpPr>
          <p:cNvPr id="11" name="Rectangle 10"/>
          <p:cNvSpPr/>
          <p:nvPr userDrawn="1"/>
        </p:nvSpPr>
        <p:spPr>
          <a:xfrm>
            <a:off x="10669578" y="404664"/>
            <a:ext cx="1149988" cy="2880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8762926" y="1975081"/>
            <a:ext cx="868787" cy="768875"/>
          </a:xfrm>
          <a:prstGeom prst="rect">
            <a:avLst/>
          </a:prstGeom>
        </p:spPr>
      </p:pic>
      <p:pic>
        <p:nvPicPr>
          <p:cNvPr id="13" name="Picture 12"/>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8506073" y="1611066"/>
            <a:ext cx="313478" cy="277426"/>
          </a:xfrm>
          <a:prstGeom prst="rect">
            <a:avLst/>
          </a:prstGeom>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Red Chapter / Title_subtitle - Conf">
    <p:spTree>
      <p:nvGrpSpPr>
        <p:cNvPr id="1" name=""/>
        <p:cNvGrpSpPr/>
        <p:nvPr/>
      </p:nvGrpSpPr>
      <p:grpSpPr>
        <a:xfrm>
          <a:off x="0" y="0"/>
          <a:ext cx="0" cy="0"/>
          <a:chOff x="0" y="0"/>
          <a:chExt cx="0" cy="0"/>
        </a:xfrm>
      </p:grpSpPr>
      <p:sp>
        <p:nvSpPr>
          <p:cNvPr id="2" name="Rectangle 1"/>
          <p:cNvSpPr/>
          <p:nvPr/>
        </p:nvSpPr>
        <p:spPr>
          <a:xfrm>
            <a:off x="0" y="0"/>
            <a:ext cx="9192067" cy="6884633"/>
          </a:xfrm>
          <a:custGeom>
            <a:avLst/>
            <a:gdLst>
              <a:gd name="connsiteX0" fmla="*/ 0 w 8832304"/>
              <a:gd name="connsiteY0" fmla="*/ 0 h 6858000"/>
              <a:gd name="connsiteX1" fmla="*/ 8832304 w 8832304"/>
              <a:gd name="connsiteY1" fmla="*/ 0 h 6858000"/>
              <a:gd name="connsiteX2" fmla="*/ 8832304 w 8832304"/>
              <a:gd name="connsiteY2" fmla="*/ 6858000 h 6858000"/>
              <a:gd name="connsiteX3" fmla="*/ 0 w 8832304"/>
              <a:gd name="connsiteY3" fmla="*/ 6858000 h 6858000"/>
              <a:gd name="connsiteX4" fmla="*/ 0 w 8832304"/>
              <a:gd name="connsiteY4" fmla="*/ 0 h 6858000"/>
              <a:gd name="connsiteX0" fmla="*/ 0 w 8832304"/>
              <a:gd name="connsiteY0" fmla="*/ 0 h 6872990"/>
              <a:gd name="connsiteX1" fmla="*/ 8832304 w 8832304"/>
              <a:gd name="connsiteY1" fmla="*/ 0 h 6872990"/>
              <a:gd name="connsiteX2" fmla="*/ 4650048 w 8832304"/>
              <a:gd name="connsiteY2" fmla="*/ 6872990 h 6872990"/>
              <a:gd name="connsiteX3" fmla="*/ 0 w 8832304"/>
              <a:gd name="connsiteY3" fmla="*/ 6858000 h 6872990"/>
              <a:gd name="connsiteX4" fmla="*/ 0 w 8832304"/>
              <a:gd name="connsiteY4" fmla="*/ 0 h 6872990"/>
              <a:gd name="connsiteX0" fmla="*/ 0 w 9147097"/>
              <a:gd name="connsiteY0" fmla="*/ 0 h 6872990"/>
              <a:gd name="connsiteX1" fmla="*/ 9147097 w 9147097"/>
              <a:gd name="connsiteY1" fmla="*/ 0 h 6872990"/>
              <a:gd name="connsiteX2" fmla="*/ 4650048 w 9147097"/>
              <a:gd name="connsiteY2" fmla="*/ 6872990 h 6872990"/>
              <a:gd name="connsiteX3" fmla="*/ 0 w 9147097"/>
              <a:gd name="connsiteY3" fmla="*/ 6858000 h 6872990"/>
              <a:gd name="connsiteX4" fmla="*/ 0 w 9147097"/>
              <a:gd name="connsiteY4" fmla="*/ 0 h 6872990"/>
              <a:gd name="connsiteX0" fmla="*/ 0 w 9192067"/>
              <a:gd name="connsiteY0" fmla="*/ 0 h 6872990"/>
              <a:gd name="connsiteX1" fmla="*/ 9192067 w 9192067"/>
              <a:gd name="connsiteY1" fmla="*/ 0 h 6872990"/>
              <a:gd name="connsiteX2" fmla="*/ 4650048 w 9192067"/>
              <a:gd name="connsiteY2" fmla="*/ 6872990 h 6872990"/>
              <a:gd name="connsiteX3" fmla="*/ 0 w 9192067"/>
              <a:gd name="connsiteY3" fmla="*/ 6858000 h 6872990"/>
              <a:gd name="connsiteX4" fmla="*/ 0 w 9192067"/>
              <a:gd name="connsiteY4" fmla="*/ 0 h 6872990"/>
              <a:gd name="connsiteX0" fmla="*/ 0 w 9192067"/>
              <a:gd name="connsiteY0" fmla="*/ 0 h 6858000"/>
              <a:gd name="connsiteX1" fmla="*/ 9192067 w 9192067"/>
              <a:gd name="connsiteY1" fmla="*/ 0 h 6858000"/>
              <a:gd name="connsiteX2" fmla="*/ 5039792 w 9192067"/>
              <a:gd name="connsiteY2" fmla="*/ 6858000 h 6858000"/>
              <a:gd name="connsiteX3" fmla="*/ 0 w 9192067"/>
              <a:gd name="connsiteY3" fmla="*/ 6858000 h 6858000"/>
              <a:gd name="connsiteX4" fmla="*/ 0 w 9192067"/>
              <a:gd name="connsiteY4" fmla="*/ 0 h 6858000"/>
              <a:gd name="connsiteX0" fmla="*/ 0 w 9192067"/>
              <a:gd name="connsiteY0" fmla="*/ 0 h 6884633"/>
              <a:gd name="connsiteX1" fmla="*/ 9192067 w 9192067"/>
              <a:gd name="connsiteY1" fmla="*/ 0 h 6884633"/>
              <a:gd name="connsiteX2" fmla="*/ 5030914 w 9192067"/>
              <a:gd name="connsiteY2" fmla="*/ 6884633 h 6884633"/>
              <a:gd name="connsiteX3" fmla="*/ 0 w 9192067"/>
              <a:gd name="connsiteY3" fmla="*/ 6858000 h 6884633"/>
              <a:gd name="connsiteX4" fmla="*/ 0 w 9192067"/>
              <a:gd name="connsiteY4" fmla="*/ 0 h 68846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92067" h="6884633">
                <a:moveTo>
                  <a:pt x="0" y="0"/>
                </a:moveTo>
                <a:lnTo>
                  <a:pt x="9192067" y="0"/>
                </a:lnTo>
                <a:lnTo>
                  <a:pt x="5030914" y="6884633"/>
                </a:lnTo>
                <a:lnTo>
                  <a:pt x="0" y="6858000"/>
                </a:lnTo>
                <a:lnTo>
                  <a:pt x="0" y="0"/>
                </a:lnTo>
                <a:close/>
              </a:path>
            </a:pathLst>
          </a:custGeom>
          <a:solidFill>
            <a:srgbClr val="E642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1"/>
          <p:cNvSpPr>
            <a:spLocks noGrp="1"/>
          </p:cNvSpPr>
          <p:nvPr>
            <p:ph type="ctrTitle" hasCustomPrompt="1"/>
          </p:nvPr>
        </p:nvSpPr>
        <p:spPr>
          <a:xfrm>
            <a:off x="1657349" y="644525"/>
            <a:ext cx="4500331" cy="2726185"/>
          </a:xfrm>
          <a:prstGeom prst="rect">
            <a:avLst/>
          </a:prstGeom>
        </p:spPr>
        <p:txBody>
          <a:bodyPr lIns="0" tIns="0" rIns="0" bIns="0" anchor="b" anchorCtr="0">
            <a:noAutofit/>
          </a:bodyPr>
          <a:lstStyle>
            <a:lvl1pPr algn="r">
              <a:defRPr sz="4000" b="1" i="0" cap="none" baseline="0">
                <a:solidFill>
                  <a:schemeClr val="bg1"/>
                </a:solidFill>
                <a:latin typeface="Source Sans Pro Black" charset="0"/>
                <a:ea typeface="Source Sans Pro Black" charset="0"/>
                <a:cs typeface="Source Sans Pro Black" charset="0"/>
              </a:defRPr>
            </a:lvl1pPr>
          </a:lstStyle>
          <a:p>
            <a:r>
              <a:rPr lang="en-US" dirty="0"/>
              <a:t>Click to edit master title style</a:t>
            </a:r>
          </a:p>
        </p:txBody>
      </p:sp>
      <p:cxnSp>
        <p:nvCxnSpPr>
          <p:cNvPr id="9" name="Straight Connector 8"/>
          <p:cNvCxnSpPr/>
          <p:nvPr/>
        </p:nvCxnSpPr>
        <p:spPr>
          <a:xfrm flipH="1">
            <a:off x="5776094" y="3569020"/>
            <a:ext cx="381586"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1" name="Text Placeholder 6"/>
          <p:cNvSpPr>
            <a:spLocks noGrp="1"/>
          </p:cNvSpPr>
          <p:nvPr>
            <p:ph type="body" sz="quarter" idx="10" hasCustomPrompt="1"/>
          </p:nvPr>
        </p:nvSpPr>
        <p:spPr>
          <a:xfrm>
            <a:off x="7680324" y="3645024"/>
            <a:ext cx="3960814" cy="2398589"/>
          </a:xfrm>
          <a:prstGeom prst="rect">
            <a:avLst/>
          </a:prstGeom>
        </p:spPr>
        <p:txBody>
          <a:bodyPr lIns="0" tIns="0" rIns="0" bIns="0"/>
          <a:lstStyle>
            <a:lvl1pPr>
              <a:defRPr sz="2600"/>
            </a:lvl1pPr>
          </a:lstStyle>
          <a:p>
            <a:pPr lvl="0"/>
            <a:r>
              <a:rPr lang="en-US" dirty="0"/>
              <a:t>Click to edit Intro text styles</a:t>
            </a:r>
          </a:p>
        </p:txBody>
      </p:sp>
      <p:cxnSp>
        <p:nvCxnSpPr>
          <p:cNvPr id="13" name="Straight Connector 12"/>
          <p:cNvCxnSpPr/>
          <p:nvPr/>
        </p:nvCxnSpPr>
        <p:spPr>
          <a:xfrm flipH="1">
            <a:off x="7680326" y="3552512"/>
            <a:ext cx="390524"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7" name="Rectangle 1"/>
          <p:cNvSpPr/>
          <p:nvPr userDrawn="1"/>
        </p:nvSpPr>
        <p:spPr>
          <a:xfrm>
            <a:off x="0" y="0"/>
            <a:ext cx="9192067" cy="6884633"/>
          </a:xfrm>
          <a:custGeom>
            <a:avLst/>
            <a:gdLst>
              <a:gd name="connsiteX0" fmla="*/ 0 w 8832304"/>
              <a:gd name="connsiteY0" fmla="*/ 0 h 6858000"/>
              <a:gd name="connsiteX1" fmla="*/ 8832304 w 8832304"/>
              <a:gd name="connsiteY1" fmla="*/ 0 h 6858000"/>
              <a:gd name="connsiteX2" fmla="*/ 8832304 w 8832304"/>
              <a:gd name="connsiteY2" fmla="*/ 6858000 h 6858000"/>
              <a:gd name="connsiteX3" fmla="*/ 0 w 8832304"/>
              <a:gd name="connsiteY3" fmla="*/ 6858000 h 6858000"/>
              <a:gd name="connsiteX4" fmla="*/ 0 w 8832304"/>
              <a:gd name="connsiteY4" fmla="*/ 0 h 6858000"/>
              <a:gd name="connsiteX0" fmla="*/ 0 w 8832304"/>
              <a:gd name="connsiteY0" fmla="*/ 0 h 6872990"/>
              <a:gd name="connsiteX1" fmla="*/ 8832304 w 8832304"/>
              <a:gd name="connsiteY1" fmla="*/ 0 h 6872990"/>
              <a:gd name="connsiteX2" fmla="*/ 4650048 w 8832304"/>
              <a:gd name="connsiteY2" fmla="*/ 6872990 h 6872990"/>
              <a:gd name="connsiteX3" fmla="*/ 0 w 8832304"/>
              <a:gd name="connsiteY3" fmla="*/ 6858000 h 6872990"/>
              <a:gd name="connsiteX4" fmla="*/ 0 w 8832304"/>
              <a:gd name="connsiteY4" fmla="*/ 0 h 6872990"/>
              <a:gd name="connsiteX0" fmla="*/ 0 w 9147097"/>
              <a:gd name="connsiteY0" fmla="*/ 0 h 6872990"/>
              <a:gd name="connsiteX1" fmla="*/ 9147097 w 9147097"/>
              <a:gd name="connsiteY1" fmla="*/ 0 h 6872990"/>
              <a:gd name="connsiteX2" fmla="*/ 4650048 w 9147097"/>
              <a:gd name="connsiteY2" fmla="*/ 6872990 h 6872990"/>
              <a:gd name="connsiteX3" fmla="*/ 0 w 9147097"/>
              <a:gd name="connsiteY3" fmla="*/ 6858000 h 6872990"/>
              <a:gd name="connsiteX4" fmla="*/ 0 w 9147097"/>
              <a:gd name="connsiteY4" fmla="*/ 0 h 6872990"/>
              <a:gd name="connsiteX0" fmla="*/ 0 w 9192067"/>
              <a:gd name="connsiteY0" fmla="*/ 0 h 6872990"/>
              <a:gd name="connsiteX1" fmla="*/ 9192067 w 9192067"/>
              <a:gd name="connsiteY1" fmla="*/ 0 h 6872990"/>
              <a:gd name="connsiteX2" fmla="*/ 4650048 w 9192067"/>
              <a:gd name="connsiteY2" fmla="*/ 6872990 h 6872990"/>
              <a:gd name="connsiteX3" fmla="*/ 0 w 9192067"/>
              <a:gd name="connsiteY3" fmla="*/ 6858000 h 6872990"/>
              <a:gd name="connsiteX4" fmla="*/ 0 w 9192067"/>
              <a:gd name="connsiteY4" fmla="*/ 0 h 6872990"/>
              <a:gd name="connsiteX0" fmla="*/ 0 w 9192067"/>
              <a:gd name="connsiteY0" fmla="*/ 0 h 6858000"/>
              <a:gd name="connsiteX1" fmla="*/ 9192067 w 9192067"/>
              <a:gd name="connsiteY1" fmla="*/ 0 h 6858000"/>
              <a:gd name="connsiteX2" fmla="*/ 5039792 w 9192067"/>
              <a:gd name="connsiteY2" fmla="*/ 6858000 h 6858000"/>
              <a:gd name="connsiteX3" fmla="*/ 0 w 9192067"/>
              <a:gd name="connsiteY3" fmla="*/ 6858000 h 6858000"/>
              <a:gd name="connsiteX4" fmla="*/ 0 w 9192067"/>
              <a:gd name="connsiteY4" fmla="*/ 0 h 6858000"/>
              <a:gd name="connsiteX0" fmla="*/ 0 w 9192067"/>
              <a:gd name="connsiteY0" fmla="*/ 0 h 6884633"/>
              <a:gd name="connsiteX1" fmla="*/ 9192067 w 9192067"/>
              <a:gd name="connsiteY1" fmla="*/ 0 h 6884633"/>
              <a:gd name="connsiteX2" fmla="*/ 5030914 w 9192067"/>
              <a:gd name="connsiteY2" fmla="*/ 6884633 h 6884633"/>
              <a:gd name="connsiteX3" fmla="*/ 0 w 9192067"/>
              <a:gd name="connsiteY3" fmla="*/ 6858000 h 6884633"/>
              <a:gd name="connsiteX4" fmla="*/ 0 w 9192067"/>
              <a:gd name="connsiteY4" fmla="*/ 0 h 68846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92067" h="6884633">
                <a:moveTo>
                  <a:pt x="0" y="0"/>
                </a:moveTo>
                <a:lnTo>
                  <a:pt x="9192067" y="0"/>
                </a:lnTo>
                <a:lnTo>
                  <a:pt x="5030914" y="6884633"/>
                </a:lnTo>
                <a:lnTo>
                  <a:pt x="0" y="6858000"/>
                </a:lnTo>
                <a:lnTo>
                  <a:pt x="0" y="0"/>
                </a:lnTo>
                <a:close/>
              </a:path>
            </a:pathLst>
          </a:custGeom>
          <a:solidFill>
            <a:srgbClr val="E642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0" name="Straight Connector 9"/>
          <p:cNvCxnSpPr/>
          <p:nvPr userDrawn="1"/>
        </p:nvCxnSpPr>
        <p:spPr>
          <a:xfrm flipH="1">
            <a:off x="5776094" y="3569020"/>
            <a:ext cx="381586"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userDrawn="1"/>
        </p:nvCxnSpPr>
        <p:spPr>
          <a:xfrm flipH="1">
            <a:off x="7680326" y="3552512"/>
            <a:ext cx="390524"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14" name="Footer Placeholder 11"/>
          <p:cNvSpPr txBox="1">
            <a:spLocks/>
          </p:cNvSpPr>
          <p:nvPr userDrawn="1"/>
        </p:nvSpPr>
        <p:spPr>
          <a:xfrm>
            <a:off x="550863" y="6315916"/>
            <a:ext cx="2390627" cy="137420"/>
          </a:xfrm>
          <a:prstGeom prst="rect">
            <a:avLst/>
          </a:prstGeom>
        </p:spPr>
        <p:txBody>
          <a:bodyPr vert="horz" lIns="0" tIns="0" rIns="0" bIns="0" numCol="1" rtlCol="0" anchor="t" anchorCtr="0"/>
          <a:lstStyle>
            <a:defPPr>
              <a:defRPr lang="en-US"/>
            </a:defPPr>
            <a:lvl1pPr marL="0" algn="l" defTabSz="914377" rtl="0" eaLnBrk="1" latinLnBrk="0" hangingPunct="1">
              <a:lnSpc>
                <a:spcPct val="100000"/>
              </a:lnSpc>
              <a:defRPr lang="en-US" sz="800" b="1" i="0" kern="1200" cap="none" spc="38" smtClean="0">
                <a:ln w="13500">
                  <a:noFill/>
                  <a:prstDash val="solid"/>
                </a:ln>
                <a:solidFill>
                  <a:schemeClr val="tx2">
                    <a:alpha val="95000"/>
                  </a:schemeClr>
                </a:solidFill>
                <a:effectLst/>
                <a:latin typeface="Source Sans Pro Black" charset="0"/>
                <a:ea typeface="Source Sans Pro Black" charset="0"/>
                <a:cs typeface="Source Sans Pro Black" charset="0"/>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r>
              <a:rPr lang="en-US" dirty="0">
                <a:solidFill>
                  <a:schemeClr val="bg1">
                    <a:alpha val="95000"/>
                  </a:schemeClr>
                </a:solidFill>
              </a:rPr>
              <a:t>© </a:t>
            </a:r>
            <a:r>
              <a:rPr lang="en-US" dirty="0">
                <a:solidFill>
                  <a:schemeClr val="bg1">
                    <a:alpha val="95000"/>
                  </a:schemeClr>
                </a:solidFill>
                <a:latin typeface="Brandon Grotesque Black" charset="0"/>
                <a:ea typeface="Brandon Grotesque Black" charset="0"/>
                <a:cs typeface="Brandon Grotesque Black" charset="0"/>
              </a:rPr>
              <a:t>MICROEJ</a:t>
            </a:r>
            <a:r>
              <a:rPr lang="en-US" dirty="0">
                <a:solidFill>
                  <a:schemeClr val="bg1">
                    <a:alpha val="95000"/>
                  </a:schemeClr>
                </a:solidFill>
              </a:rPr>
              <a:t> 2019 - C O N F I D E N T I A L</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Graphic Chapter / Title_subtitle - Conf">
    <p:spTree>
      <p:nvGrpSpPr>
        <p:cNvPr id="1" name=""/>
        <p:cNvGrpSpPr/>
        <p:nvPr/>
      </p:nvGrpSpPr>
      <p:grpSpPr>
        <a:xfrm>
          <a:off x="0" y="0"/>
          <a:ext cx="0" cy="0"/>
          <a:chOff x="0" y="0"/>
          <a:chExt cx="0" cy="0"/>
        </a:xfrm>
      </p:grpSpPr>
      <p:cxnSp>
        <p:nvCxnSpPr>
          <p:cNvPr id="20" name="Straight Connector 19"/>
          <p:cNvCxnSpPr/>
          <p:nvPr/>
        </p:nvCxnSpPr>
        <p:spPr>
          <a:xfrm flipH="1">
            <a:off x="5663952" y="3552512"/>
            <a:ext cx="453594"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1" name="Title 1"/>
          <p:cNvSpPr>
            <a:spLocks noGrp="1"/>
          </p:cNvSpPr>
          <p:nvPr>
            <p:ph type="ctrTitle" hasCustomPrompt="1"/>
          </p:nvPr>
        </p:nvSpPr>
        <p:spPr>
          <a:xfrm>
            <a:off x="3560644" y="644525"/>
            <a:ext cx="7120056" cy="2726186"/>
          </a:xfrm>
          <a:prstGeom prst="rect">
            <a:avLst/>
          </a:prstGeom>
        </p:spPr>
        <p:txBody>
          <a:bodyPr lIns="0" tIns="0" rIns="0" bIns="0" anchor="b" anchorCtr="0">
            <a:noAutofit/>
          </a:bodyPr>
          <a:lstStyle>
            <a:lvl1pPr algn="l">
              <a:defRPr sz="4000" b="1" i="0" cap="none" baseline="0">
                <a:solidFill>
                  <a:schemeClr val="accent1"/>
                </a:solidFill>
                <a:latin typeface="Source Sans Pro Black" charset="0"/>
                <a:ea typeface="Source Sans Pro Black" charset="0"/>
                <a:cs typeface="Source Sans Pro Black" charset="0"/>
              </a:defRPr>
            </a:lvl1pPr>
          </a:lstStyle>
          <a:p>
            <a:r>
              <a:rPr lang="en-US" dirty="0"/>
              <a:t>Click to edit master title style</a:t>
            </a:r>
          </a:p>
        </p:txBody>
      </p:sp>
      <p:sp>
        <p:nvSpPr>
          <p:cNvPr id="27" name="Text Placeholder 6"/>
          <p:cNvSpPr>
            <a:spLocks noGrp="1"/>
          </p:cNvSpPr>
          <p:nvPr>
            <p:ph type="body" sz="quarter" idx="10" hasCustomPrompt="1"/>
          </p:nvPr>
        </p:nvSpPr>
        <p:spPr>
          <a:xfrm>
            <a:off x="3560643" y="3645024"/>
            <a:ext cx="4119681" cy="2398589"/>
          </a:xfrm>
          <a:prstGeom prst="rect">
            <a:avLst/>
          </a:prstGeom>
        </p:spPr>
        <p:txBody>
          <a:bodyPr lIns="0" tIns="0" rIns="0" bIns="0"/>
          <a:lstStyle>
            <a:lvl1pPr>
              <a:defRPr sz="2600"/>
            </a:lvl1pPr>
          </a:lstStyle>
          <a:p>
            <a:pPr lvl="0"/>
            <a:r>
              <a:rPr lang="en-US" dirty="0"/>
              <a:t>Click to edit Intro text styles</a:t>
            </a:r>
          </a:p>
        </p:txBody>
      </p:sp>
      <p:cxnSp>
        <p:nvCxnSpPr>
          <p:cNvPr id="28" name="Straight Connector 27"/>
          <p:cNvCxnSpPr/>
          <p:nvPr/>
        </p:nvCxnSpPr>
        <p:spPr>
          <a:xfrm flipH="1">
            <a:off x="3555867" y="3552512"/>
            <a:ext cx="379893"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8" name="Picture Placeholder 13"/>
          <p:cNvSpPr>
            <a:spLocks noGrp="1"/>
          </p:cNvSpPr>
          <p:nvPr>
            <p:ph type="pic" sz="quarter" idx="11"/>
          </p:nvPr>
        </p:nvSpPr>
        <p:spPr>
          <a:xfrm>
            <a:off x="37827" y="-8164"/>
            <a:ext cx="3971634" cy="6871855"/>
          </a:xfrm>
          <a:custGeom>
            <a:avLst/>
            <a:gdLst>
              <a:gd name="connsiteX0" fmla="*/ 0 w 4057359"/>
              <a:gd name="connsiteY0" fmla="*/ 0 h 6858000"/>
              <a:gd name="connsiteX1" fmla="*/ 4057359 w 4057359"/>
              <a:gd name="connsiteY1" fmla="*/ 0 h 6858000"/>
              <a:gd name="connsiteX2" fmla="*/ 4057359 w 4057359"/>
              <a:gd name="connsiteY2" fmla="*/ 6858000 h 6858000"/>
              <a:gd name="connsiteX3" fmla="*/ 0 w 4057359"/>
              <a:gd name="connsiteY3" fmla="*/ 6858000 h 6858000"/>
              <a:gd name="connsiteX4" fmla="*/ 0 w 4057359"/>
              <a:gd name="connsiteY4" fmla="*/ 0 h 6858000"/>
              <a:gd name="connsiteX0" fmla="*/ 29731 w 4087090"/>
              <a:gd name="connsiteY0" fmla="*/ 0 h 6871855"/>
              <a:gd name="connsiteX1" fmla="*/ 4087090 w 4087090"/>
              <a:gd name="connsiteY1" fmla="*/ 0 h 6871855"/>
              <a:gd name="connsiteX2" fmla="*/ 0 w 4087090"/>
              <a:gd name="connsiteY2" fmla="*/ 6871855 h 6871855"/>
              <a:gd name="connsiteX3" fmla="*/ 29731 w 4087090"/>
              <a:gd name="connsiteY3" fmla="*/ 6858000 h 6871855"/>
              <a:gd name="connsiteX4" fmla="*/ 29731 w 4087090"/>
              <a:gd name="connsiteY4" fmla="*/ 0 h 6871855"/>
              <a:gd name="connsiteX0" fmla="*/ 0 w 4057359"/>
              <a:gd name="connsiteY0" fmla="*/ 0 h 6941252"/>
              <a:gd name="connsiteX1" fmla="*/ 4057359 w 4057359"/>
              <a:gd name="connsiteY1" fmla="*/ 0 h 6941252"/>
              <a:gd name="connsiteX2" fmla="*/ 27419 w 4057359"/>
              <a:gd name="connsiteY2" fmla="*/ 6941252 h 6941252"/>
              <a:gd name="connsiteX3" fmla="*/ 0 w 4057359"/>
              <a:gd name="connsiteY3" fmla="*/ 6858000 h 6941252"/>
              <a:gd name="connsiteX4" fmla="*/ 0 w 4057359"/>
              <a:gd name="connsiteY4" fmla="*/ 0 h 6941252"/>
              <a:gd name="connsiteX0" fmla="*/ 0 w 4057359"/>
              <a:gd name="connsiteY0" fmla="*/ 0 h 6863691"/>
              <a:gd name="connsiteX1" fmla="*/ 4057359 w 4057359"/>
              <a:gd name="connsiteY1" fmla="*/ 0 h 6863691"/>
              <a:gd name="connsiteX2" fmla="*/ 2926 w 4057359"/>
              <a:gd name="connsiteY2" fmla="*/ 6863691 h 6863691"/>
              <a:gd name="connsiteX3" fmla="*/ 0 w 4057359"/>
              <a:gd name="connsiteY3" fmla="*/ 6858000 h 6863691"/>
              <a:gd name="connsiteX4" fmla="*/ 0 w 4057359"/>
              <a:gd name="connsiteY4" fmla="*/ 0 h 6863691"/>
              <a:gd name="connsiteX0" fmla="*/ 0 w 3971634"/>
              <a:gd name="connsiteY0" fmla="*/ 8164 h 6871855"/>
              <a:gd name="connsiteX1" fmla="*/ 3971634 w 3971634"/>
              <a:gd name="connsiteY1" fmla="*/ 0 h 6871855"/>
              <a:gd name="connsiteX2" fmla="*/ 2926 w 3971634"/>
              <a:gd name="connsiteY2" fmla="*/ 6871855 h 6871855"/>
              <a:gd name="connsiteX3" fmla="*/ 0 w 3971634"/>
              <a:gd name="connsiteY3" fmla="*/ 6866164 h 6871855"/>
              <a:gd name="connsiteX4" fmla="*/ 0 w 3971634"/>
              <a:gd name="connsiteY4" fmla="*/ 8164 h 68718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71634" h="6871855">
                <a:moveTo>
                  <a:pt x="0" y="8164"/>
                </a:moveTo>
                <a:lnTo>
                  <a:pt x="3971634" y="0"/>
                </a:lnTo>
                <a:lnTo>
                  <a:pt x="2926" y="6871855"/>
                </a:lnTo>
                <a:lnTo>
                  <a:pt x="0" y="6866164"/>
                </a:lnTo>
                <a:lnTo>
                  <a:pt x="0" y="8164"/>
                </a:lnTo>
                <a:close/>
              </a:path>
            </a:pathLst>
          </a:custGeom>
          <a:solidFill>
            <a:schemeClr val="accent1"/>
          </a:solidFill>
        </p:spPr>
        <p:txBody>
          <a:bodyPr/>
          <a:lstStyle/>
          <a:p>
            <a:r>
              <a:rPr lang="en-US"/>
              <a:t>Drag picture to placeholder or click icon to add</a:t>
            </a:r>
          </a:p>
        </p:txBody>
      </p:sp>
      <p:cxnSp>
        <p:nvCxnSpPr>
          <p:cNvPr id="7" name="Straight Connector 6"/>
          <p:cNvCxnSpPr/>
          <p:nvPr userDrawn="1"/>
        </p:nvCxnSpPr>
        <p:spPr>
          <a:xfrm flipH="1">
            <a:off x="5663952" y="3552512"/>
            <a:ext cx="453594"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flipH="1">
            <a:off x="3555867" y="3552512"/>
            <a:ext cx="379893"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Red Chapter / Title_Subtitle_Number -  Conf">
    <p:spTree>
      <p:nvGrpSpPr>
        <p:cNvPr id="1" name=""/>
        <p:cNvGrpSpPr/>
        <p:nvPr/>
      </p:nvGrpSpPr>
      <p:grpSpPr>
        <a:xfrm>
          <a:off x="0" y="0"/>
          <a:ext cx="0" cy="0"/>
          <a:chOff x="0" y="0"/>
          <a:chExt cx="0" cy="0"/>
        </a:xfrm>
      </p:grpSpPr>
      <p:sp>
        <p:nvSpPr>
          <p:cNvPr id="14" name="Picture Placeholder 13"/>
          <p:cNvSpPr>
            <a:spLocks noGrp="1"/>
          </p:cNvSpPr>
          <p:nvPr>
            <p:ph type="pic" sz="quarter" idx="11"/>
          </p:nvPr>
        </p:nvSpPr>
        <p:spPr>
          <a:xfrm>
            <a:off x="37827" y="-8164"/>
            <a:ext cx="3971634" cy="6871855"/>
          </a:xfrm>
          <a:custGeom>
            <a:avLst/>
            <a:gdLst>
              <a:gd name="connsiteX0" fmla="*/ 0 w 4057359"/>
              <a:gd name="connsiteY0" fmla="*/ 0 h 6858000"/>
              <a:gd name="connsiteX1" fmla="*/ 4057359 w 4057359"/>
              <a:gd name="connsiteY1" fmla="*/ 0 h 6858000"/>
              <a:gd name="connsiteX2" fmla="*/ 4057359 w 4057359"/>
              <a:gd name="connsiteY2" fmla="*/ 6858000 h 6858000"/>
              <a:gd name="connsiteX3" fmla="*/ 0 w 4057359"/>
              <a:gd name="connsiteY3" fmla="*/ 6858000 h 6858000"/>
              <a:gd name="connsiteX4" fmla="*/ 0 w 4057359"/>
              <a:gd name="connsiteY4" fmla="*/ 0 h 6858000"/>
              <a:gd name="connsiteX0" fmla="*/ 29731 w 4087090"/>
              <a:gd name="connsiteY0" fmla="*/ 0 h 6871855"/>
              <a:gd name="connsiteX1" fmla="*/ 4087090 w 4087090"/>
              <a:gd name="connsiteY1" fmla="*/ 0 h 6871855"/>
              <a:gd name="connsiteX2" fmla="*/ 0 w 4087090"/>
              <a:gd name="connsiteY2" fmla="*/ 6871855 h 6871855"/>
              <a:gd name="connsiteX3" fmla="*/ 29731 w 4087090"/>
              <a:gd name="connsiteY3" fmla="*/ 6858000 h 6871855"/>
              <a:gd name="connsiteX4" fmla="*/ 29731 w 4087090"/>
              <a:gd name="connsiteY4" fmla="*/ 0 h 6871855"/>
              <a:gd name="connsiteX0" fmla="*/ 0 w 4057359"/>
              <a:gd name="connsiteY0" fmla="*/ 0 h 6941252"/>
              <a:gd name="connsiteX1" fmla="*/ 4057359 w 4057359"/>
              <a:gd name="connsiteY1" fmla="*/ 0 h 6941252"/>
              <a:gd name="connsiteX2" fmla="*/ 27419 w 4057359"/>
              <a:gd name="connsiteY2" fmla="*/ 6941252 h 6941252"/>
              <a:gd name="connsiteX3" fmla="*/ 0 w 4057359"/>
              <a:gd name="connsiteY3" fmla="*/ 6858000 h 6941252"/>
              <a:gd name="connsiteX4" fmla="*/ 0 w 4057359"/>
              <a:gd name="connsiteY4" fmla="*/ 0 h 6941252"/>
              <a:gd name="connsiteX0" fmla="*/ 0 w 4057359"/>
              <a:gd name="connsiteY0" fmla="*/ 0 h 6863691"/>
              <a:gd name="connsiteX1" fmla="*/ 4057359 w 4057359"/>
              <a:gd name="connsiteY1" fmla="*/ 0 h 6863691"/>
              <a:gd name="connsiteX2" fmla="*/ 2926 w 4057359"/>
              <a:gd name="connsiteY2" fmla="*/ 6863691 h 6863691"/>
              <a:gd name="connsiteX3" fmla="*/ 0 w 4057359"/>
              <a:gd name="connsiteY3" fmla="*/ 6858000 h 6863691"/>
              <a:gd name="connsiteX4" fmla="*/ 0 w 4057359"/>
              <a:gd name="connsiteY4" fmla="*/ 0 h 6863691"/>
              <a:gd name="connsiteX0" fmla="*/ 0 w 3971634"/>
              <a:gd name="connsiteY0" fmla="*/ 8164 h 6871855"/>
              <a:gd name="connsiteX1" fmla="*/ 3971634 w 3971634"/>
              <a:gd name="connsiteY1" fmla="*/ 0 h 6871855"/>
              <a:gd name="connsiteX2" fmla="*/ 2926 w 3971634"/>
              <a:gd name="connsiteY2" fmla="*/ 6871855 h 6871855"/>
              <a:gd name="connsiteX3" fmla="*/ 0 w 3971634"/>
              <a:gd name="connsiteY3" fmla="*/ 6866164 h 6871855"/>
              <a:gd name="connsiteX4" fmla="*/ 0 w 3971634"/>
              <a:gd name="connsiteY4" fmla="*/ 8164 h 68718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71634" h="6871855">
                <a:moveTo>
                  <a:pt x="0" y="8164"/>
                </a:moveTo>
                <a:lnTo>
                  <a:pt x="3971634" y="0"/>
                </a:lnTo>
                <a:lnTo>
                  <a:pt x="2926" y="6871855"/>
                </a:lnTo>
                <a:lnTo>
                  <a:pt x="0" y="6866164"/>
                </a:lnTo>
                <a:lnTo>
                  <a:pt x="0" y="8164"/>
                </a:lnTo>
                <a:close/>
              </a:path>
            </a:pathLst>
          </a:custGeom>
          <a:solidFill>
            <a:schemeClr val="accent1"/>
          </a:solidFill>
        </p:spPr>
        <p:txBody>
          <a:bodyPr/>
          <a:lstStyle/>
          <a:p>
            <a:r>
              <a:rPr lang="en-US"/>
              <a:t>Drag picture to placeholder or click icon to add</a:t>
            </a:r>
          </a:p>
        </p:txBody>
      </p:sp>
      <p:cxnSp>
        <p:nvCxnSpPr>
          <p:cNvPr id="20" name="Straight Connector 19"/>
          <p:cNvCxnSpPr/>
          <p:nvPr/>
        </p:nvCxnSpPr>
        <p:spPr>
          <a:xfrm flipH="1">
            <a:off x="5663952" y="3552512"/>
            <a:ext cx="453594"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5" name="Text Placeholder 4"/>
          <p:cNvSpPr>
            <a:spLocks noGrp="1"/>
          </p:cNvSpPr>
          <p:nvPr>
            <p:ph type="body" sz="quarter" idx="12" hasCustomPrompt="1"/>
          </p:nvPr>
        </p:nvSpPr>
        <p:spPr>
          <a:xfrm>
            <a:off x="9182100" y="3645024"/>
            <a:ext cx="2602532" cy="2029941"/>
          </a:xfrm>
          <a:prstGeom prst="rect">
            <a:avLst/>
          </a:prstGeom>
        </p:spPr>
        <p:txBody>
          <a:bodyPr vert="horz" anchor="b" anchorCtr="0"/>
          <a:lstStyle>
            <a:lvl1pPr algn="r">
              <a:spcBef>
                <a:spcPts val="0"/>
              </a:spcBef>
              <a:spcAft>
                <a:spcPts val="0"/>
              </a:spcAft>
              <a:defRPr sz="17000"/>
            </a:lvl1pPr>
            <a:lvl2pPr algn="just">
              <a:defRPr sz="17000"/>
            </a:lvl2pPr>
            <a:lvl3pPr algn="just">
              <a:defRPr sz="17000"/>
            </a:lvl3pPr>
            <a:lvl4pPr algn="just">
              <a:defRPr sz="17000"/>
            </a:lvl4pPr>
            <a:lvl5pPr algn="just">
              <a:defRPr sz="17000"/>
            </a:lvl5pPr>
          </a:lstStyle>
          <a:p>
            <a:pPr lvl="0"/>
            <a:r>
              <a:rPr lang="en-US" dirty="0"/>
              <a:t>N°</a:t>
            </a:r>
          </a:p>
        </p:txBody>
      </p:sp>
      <p:sp>
        <p:nvSpPr>
          <p:cNvPr id="8" name="Title 1"/>
          <p:cNvSpPr>
            <a:spLocks noGrp="1"/>
          </p:cNvSpPr>
          <p:nvPr>
            <p:ph type="ctrTitle" hasCustomPrompt="1"/>
          </p:nvPr>
        </p:nvSpPr>
        <p:spPr>
          <a:xfrm>
            <a:off x="3560644" y="644525"/>
            <a:ext cx="7120056" cy="2726186"/>
          </a:xfrm>
          <a:prstGeom prst="rect">
            <a:avLst/>
          </a:prstGeom>
        </p:spPr>
        <p:txBody>
          <a:bodyPr lIns="0" tIns="0" rIns="0" bIns="0" anchor="b" anchorCtr="0">
            <a:noAutofit/>
          </a:bodyPr>
          <a:lstStyle>
            <a:lvl1pPr algn="l">
              <a:defRPr sz="4000" b="1" i="0" cap="none" baseline="0">
                <a:solidFill>
                  <a:schemeClr val="accent1"/>
                </a:solidFill>
                <a:latin typeface="Source Sans Pro Black" charset="0"/>
                <a:ea typeface="Source Sans Pro Black" charset="0"/>
                <a:cs typeface="Source Sans Pro Black" charset="0"/>
              </a:defRPr>
            </a:lvl1pPr>
          </a:lstStyle>
          <a:p>
            <a:r>
              <a:rPr lang="en-US" dirty="0"/>
              <a:t>Click to edit master title style</a:t>
            </a:r>
          </a:p>
        </p:txBody>
      </p:sp>
      <p:sp>
        <p:nvSpPr>
          <p:cNvPr id="9" name="Text Placeholder 6"/>
          <p:cNvSpPr>
            <a:spLocks noGrp="1"/>
          </p:cNvSpPr>
          <p:nvPr>
            <p:ph type="body" sz="quarter" idx="10" hasCustomPrompt="1"/>
          </p:nvPr>
        </p:nvSpPr>
        <p:spPr>
          <a:xfrm>
            <a:off x="3560643" y="3645024"/>
            <a:ext cx="4119681" cy="2398589"/>
          </a:xfrm>
          <a:prstGeom prst="rect">
            <a:avLst/>
          </a:prstGeom>
        </p:spPr>
        <p:txBody>
          <a:bodyPr lIns="0" tIns="0" rIns="0" bIns="0"/>
          <a:lstStyle>
            <a:lvl1pPr>
              <a:defRPr sz="2600"/>
            </a:lvl1pPr>
          </a:lstStyle>
          <a:p>
            <a:pPr lvl="0"/>
            <a:r>
              <a:rPr lang="en-US" dirty="0"/>
              <a:t>Click to edit Intro text styles</a:t>
            </a:r>
          </a:p>
        </p:txBody>
      </p:sp>
      <p:cxnSp>
        <p:nvCxnSpPr>
          <p:cNvPr id="10" name="Straight Connector 9"/>
          <p:cNvCxnSpPr/>
          <p:nvPr/>
        </p:nvCxnSpPr>
        <p:spPr>
          <a:xfrm flipH="1">
            <a:off x="3555867" y="3552512"/>
            <a:ext cx="379893"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userDrawn="1"/>
        </p:nvCxnSpPr>
        <p:spPr>
          <a:xfrm flipH="1">
            <a:off x="5663952" y="3552512"/>
            <a:ext cx="453594"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userDrawn="1"/>
        </p:nvCxnSpPr>
        <p:spPr>
          <a:xfrm flipH="1">
            <a:off x="3555867" y="3552512"/>
            <a:ext cx="379893"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Red SubChapter / Title - Conf">
    <p:spTree>
      <p:nvGrpSpPr>
        <p:cNvPr id="1" name=""/>
        <p:cNvGrpSpPr/>
        <p:nvPr/>
      </p:nvGrpSpPr>
      <p:grpSpPr>
        <a:xfrm>
          <a:off x="0" y="0"/>
          <a:ext cx="0" cy="0"/>
          <a:chOff x="0" y="0"/>
          <a:chExt cx="0" cy="0"/>
        </a:xfrm>
      </p:grpSpPr>
      <p:sp>
        <p:nvSpPr>
          <p:cNvPr id="15" name="Rectangle 14"/>
          <p:cNvSpPr/>
          <p:nvPr/>
        </p:nvSpPr>
        <p:spPr>
          <a:xfrm>
            <a:off x="0" y="0"/>
            <a:ext cx="12192000" cy="6858000"/>
          </a:xfrm>
          <a:prstGeom prst="rect">
            <a:avLst/>
          </a:prstGeom>
          <a:solidFill>
            <a:srgbClr val="E642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4" name="Picture 2" descr="C:\Users\cmorineau\Marketing-Private\Marcom\Graphics\Artwork_Corp\Logos\Logo-microej-grey-h50.png"/>
          <p:cNvPicPr>
            <a:picLocks noChangeAspect="1" noChangeArrowheads="1"/>
          </p:cNvPicPr>
          <p:nvPr/>
        </p:nvPicPr>
        <p:blipFill>
          <a:blip r:embed="rId2" cstate="print">
            <a:biLevel thresh="25000"/>
            <a:extLst>
              <a:ext uri="{28A0092B-C50C-407E-A947-70E740481C1C}">
                <a14:useLocalDpi xmlns:a14="http://schemas.microsoft.com/office/drawing/2010/main" val="0"/>
              </a:ext>
            </a:extLst>
          </a:blip>
          <a:srcRect/>
          <a:stretch>
            <a:fillRect/>
          </a:stretch>
        </p:blipFill>
        <p:spPr bwMode="auto">
          <a:xfrm>
            <a:off x="11056039" y="454456"/>
            <a:ext cx="576064" cy="107175"/>
          </a:xfrm>
          <a:prstGeom prst="rect">
            <a:avLst/>
          </a:prstGeom>
          <a:noFill/>
          <a:extLst>
            <a:ext uri="{909E8E84-426E-40DD-AFC4-6F175D3DCCD1}">
              <a14:hiddenFill xmlns:a14="http://schemas.microsoft.com/office/drawing/2010/main">
                <a:solidFill>
                  <a:srgbClr val="FFFFFF"/>
                </a:solidFill>
              </a14:hiddenFill>
            </a:ext>
          </a:extLst>
        </p:spPr>
      </p:pic>
      <p:cxnSp>
        <p:nvCxnSpPr>
          <p:cNvPr id="19" name="Straight Connector 18"/>
          <p:cNvCxnSpPr/>
          <p:nvPr/>
        </p:nvCxnSpPr>
        <p:spPr>
          <a:xfrm>
            <a:off x="1657350" y="3429000"/>
            <a:ext cx="9023349"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20" name="Title 1"/>
          <p:cNvSpPr>
            <a:spLocks noGrp="1"/>
          </p:cNvSpPr>
          <p:nvPr>
            <p:ph type="ctrTitle" hasCustomPrompt="1"/>
          </p:nvPr>
        </p:nvSpPr>
        <p:spPr>
          <a:xfrm>
            <a:off x="1657350" y="1772816"/>
            <a:ext cx="9023349" cy="1512168"/>
          </a:xfrm>
          <a:prstGeom prst="rect">
            <a:avLst/>
          </a:prstGeom>
        </p:spPr>
        <p:txBody>
          <a:bodyPr lIns="0" tIns="0" rIns="0" bIns="0" anchor="b" anchorCtr="1">
            <a:noAutofit/>
          </a:bodyPr>
          <a:lstStyle>
            <a:lvl1pPr algn="ctr">
              <a:defRPr sz="3000" b="1" i="0" cap="all" baseline="0">
                <a:solidFill>
                  <a:schemeClr val="bg1"/>
                </a:solidFill>
                <a:latin typeface="Source Sans Pro Black" charset="0"/>
                <a:ea typeface="Source Sans Pro Black" charset="0"/>
                <a:cs typeface="Source Sans Pro Black" charset="0"/>
              </a:defRPr>
            </a:lvl1pPr>
          </a:lstStyle>
          <a:p>
            <a:r>
              <a:rPr lang="en-US" dirty="0"/>
              <a:t>Click to edit master title style</a:t>
            </a:r>
          </a:p>
        </p:txBody>
      </p:sp>
      <p:sp>
        <p:nvSpPr>
          <p:cNvPr id="6" name="Rectangle 5"/>
          <p:cNvSpPr/>
          <p:nvPr userDrawn="1"/>
        </p:nvSpPr>
        <p:spPr>
          <a:xfrm>
            <a:off x="0" y="0"/>
            <a:ext cx="12192000" cy="6858000"/>
          </a:xfrm>
          <a:prstGeom prst="rect">
            <a:avLst/>
          </a:prstGeom>
          <a:solidFill>
            <a:srgbClr val="E642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Picture 2" descr="C:\Users\cmorineau\Marketing-Private\Marcom\Graphics\Artwork_Corp\Logos\Logo-microej-grey-h50.png"/>
          <p:cNvPicPr>
            <a:picLocks noChangeAspect="1" noChangeArrowheads="1"/>
          </p:cNvPicPr>
          <p:nvPr userDrawn="1"/>
        </p:nvPicPr>
        <p:blipFill>
          <a:blip r:embed="rId2" cstate="print">
            <a:biLevel thresh="25000"/>
            <a:extLst>
              <a:ext uri="{28A0092B-C50C-407E-A947-70E740481C1C}">
                <a14:useLocalDpi xmlns:a14="http://schemas.microsoft.com/office/drawing/2010/main" val="0"/>
              </a:ext>
            </a:extLst>
          </a:blip>
          <a:srcRect/>
          <a:stretch>
            <a:fillRect/>
          </a:stretch>
        </p:blipFill>
        <p:spPr bwMode="auto">
          <a:xfrm>
            <a:off x="11056039" y="454456"/>
            <a:ext cx="576064" cy="107175"/>
          </a:xfrm>
          <a:prstGeom prst="rect">
            <a:avLst/>
          </a:prstGeom>
          <a:noFill/>
          <a:extLst>
            <a:ext uri="{909E8E84-426E-40DD-AFC4-6F175D3DCCD1}">
              <a14:hiddenFill xmlns:a14="http://schemas.microsoft.com/office/drawing/2010/main">
                <a:solidFill>
                  <a:srgbClr val="FFFFFF"/>
                </a:solidFill>
              </a14:hiddenFill>
            </a:ext>
          </a:extLst>
        </p:spPr>
      </p:pic>
      <p:cxnSp>
        <p:nvCxnSpPr>
          <p:cNvPr id="8" name="Straight Connector 7"/>
          <p:cNvCxnSpPr/>
          <p:nvPr userDrawn="1"/>
        </p:nvCxnSpPr>
        <p:spPr>
          <a:xfrm>
            <a:off x="1657350" y="3429000"/>
            <a:ext cx="9023349"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9" name="Footer Placeholder 11"/>
          <p:cNvSpPr txBox="1">
            <a:spLocks/>
          </p:cNvSpPr>
          <p:nvPr userDrawn="1"/>
        </p:nvSpPr>
        <p:spPr>
          <a:xfrm>
            <a:off x="550863" y="6315916"/>
            <a:ext cx="2390627" cy="137420"/>
          </a:xfrm>
          <a:prstGeom prst="rect">
            <a:avLst/>
          </a:prstGeom>
        </p:spPr>
        <p:txBody>
          <a:bodyPr vert="horz" lIns="0" tIns="0" rIns="0" bIns="0" numCol="1" rtlCol="0" anchor="t" anchorCtr="0"/>
          <a:lstStyle>
            <a:defPPr>
              <a:defRPr lang="en-US"/>
            </a:defPPr>
            <a:lvl1pPr marL="0" algn="l" defTabSz="914377" rtl="0" eaLnBrk="1" latinLnBrk="0" hangingPunct="1">
              <a:lnSpc>
                <a:spcPct val="100000"/>
              </a:lnSpc>
              <a:defRPr lang="en-US" sz="800" b="1" i="0" kern="1200" cap="none" spc="38" smtClean="0">
                <a:ln w="13500">
                  <a:noFill/>
                  <a:prstDash val="solid"/>
                </a:ln>
                <a:solidFill>
                  <a:schemeClr val="tx2">
                    <a:alpha val="95000"/>
                  </a:schemeClr>
                </a:solidFill>
                <a:effectLst/>
                <a:latin typeface="Source Sans Pro Black" charset="0"/>
                <a:ea typeface="Source Sans Pro Black" charset="0"/>
                <a:cs typeface="Source Sans Pro Black" charset="0"/>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r>
              <a:rPr lang="en-US" dirty="0">
                <a:solidFill>
                  <a:schemeClr val="bg1">
                    <a:alpha val="95000"/>
                  </a:schemeClr>
                </a:solidFill>
              </a:rPr>
              <a:t>© </a:t>
            </a:r>
            <a:r>
              <a:rPr lang="en-US" dirty="0">
                <a:solidFill>
                  <a:schemeClr val="bg1">
                    <a:alpha val="95000"/>
                  </a:schemeClr>
                </a:solidFill>
                <a:latin typeface="Brandon Grotesque Black" charset="0"/>
                <a:ea typeface="Brandon Grotesque Black" charset="0"/>
                <a:cs typeface="Brandon Grotesque Black" charset="0"/>
              </a:rPr>
              <a:t>MICROEJ</a:t>
            </a:r>
            <a:r>
              <a:rPr lang="en-US" dirty="0">
                <a:solidFill>
                  <a:schemeClr val="bg1">
                    <a:alpha val="95000"/>
                  </a:schemeClr>
                </a:solidFill>
              </a:rPr>
              <a:t> 2019 - C O N F I D E N T I A L</a:t>
            </a: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Title Only - Conf">
    <p:spTree>
      <p:nvGrpSpPr>
        <p:cNvPr id="1" name=""/>
        <p:cNvGrpSpPr/>
        <p:nvPr/>
      </p:nvGrpSpPr>
      <p:grpSpPr>
        <a:xfrm>
          <a:off x="0" y="0"/>
          <a:ext cx="0" cy="0"/>
          <a:chOff x="0" y="0"/>
          <a:chExt cx="0" cy="0"/>
        </a:xfrm>
      </p:grpSpPr>
      <p:sp>
        <p:nvSpPr>
          <p:cNvPr id="12" name="Title Placeholder 1"/>
          <p:cNvSpPr>
            <a:spLocks noGrp="1"/>
          </p:cNvSpPr>
          <p:nvPr>
            <p:ph type="title" hasCustomPrompt="1"/>
          </p:nvPr>
        </p:nvSpPr>
        <p:spPr>
          <a:xfrm>
            <a:off x="550863" y="644525"/>
            <a:ext cx="10129837" cy="465786"/>
          </a:xfrm>
          <a:prstGeom prst="rect">
            <a:avLst/>
          </a:prstGeom>
        </p:spPr>
        <p:txBody>
          <a:bodyPr vert="horz" wrap="square" lIns="0" tIns="0" rIns="0" bIns="0" numCol="1" rtlCol="0" anchor="b" anchorCtr="0">
            <a:noAutofit/>
          </a:bodyPr>
          <a:lstStyle>
            <a:lvl1pPr>
              <a:lnSpc>
                <a:spcPts val="3600"/>
              </a:lnSpc>
              <a:defRPr sz="4400"/>
            </a:lvl1pPr>
          </a:lstStyle>
          <a:p>
            <a:r>
              <a:rPr lang="en-US" dirty="0"/>
              <a:t>click to edit title</a:t>
            </a:r>
            <a:endParaRPr lang="en-US" noProof="0" dirty="0"/>
          </a:p>
        </p:txBody>
      </p:sp>
      <p:cxnSp>
        <p:nvCxnSpPr>
          <p:cNvPr id="13" name="Straight Connector 12"/>
          <p:cNvCxnSpPr/>
          <p:nvPr userDrawn="1"/>
        </p:nvCxnSpPr>
        <p:spPr>
          <a:xfrm>
            <a:off x="550863" y="1110312"/>
            <a:ext cx="1106487"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Title-2lines_Only - Conf">
    <p:spTree>
      <p:nvGrpSpPr>
        <p:cNvPr id="1" name=""/>
        <p:cNvGrpSpPr/>
        <p:nvPr/>
      </p:nvGrpSpPr>
      <p:grpSpPr>
        <a:xfrm>
          <a:off x="0" y="0"/>
          <a:ext cx="0" cy="0"/>
          <a:chOff x="0" y="0"/>
          <a:chExt cx="0" cy="0"/>
        </a:xfrm>
      </p:grpSpPr>
      <p:sp>
        <p:nvSpPr>
          <p:cNvPr id="4" name="Title Placeholder 1"/>
          <p:cNvSpPr>
            <a:spLocks noGrp="1"/>
          </p:cNvSpPr>
          <p:nvPr>
            <p:ph type="title" hasCustomPrompt="1"/>
          </p:nvPr>
        </p:nvSpPr>
        <p:spPr>
          <a:xfrm>
            <a:off x="550863" y="476672"/>
            <a:ext cx="8631237" cy="921672"/>
          </a:xfrm>
          <a:prstGeom prst="rect">
            <a:avLst/>
          </a:prstGeom>
        </p:spPr>
        <p:txBody>
          <a:bodyPr vert="horz" wrap="square" lIns="0" tIns="0" rIns="0" bIns="0" numCol="1" rtlCol="0" anchor="b" anchorCtr="0">
            <a:noAutofit/>
          </a:bodyPr>
          <a:lstStyle>
            <a:lvl1pPr>
              <a:lnSpc>
                <a:spcPts val="3600"/>
              </a:lnSpc>
              <a:defRPr sz="4400"/>
            </a:lvl1pPr>
          </a:lstStyle>
          <a:p>
            <a:r>
              <a:rPr lang="en-US" dirty="0"/>
              <a:t>click to edit title</a:t>
            </a:r>
            <a:endParaRPr lang="en-US" noProof="0" dirty="0"/>
          </a:p>
        </p:txBody>
      </p:sp>
      <p:cxnSp>
        <p:nvCxnSpPr>
          <p:cNvPr id="5" name="Straight Connector 4"/>
          <p:cNvCxnSpPr/>
          <p:nvPr userDrawn="1"/>
        </p:nvCxnSpPr>
        <p:spPr>
          <a:xfrm>
            <a:off x="550863" y="1398344"/>
            <a:ext cx="1106487"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1 Column / Title-2lines_Content - Conf">
    <p:spTree>
      <p:nvGrpSpPr>
        <p:cNvPr id="1" name=""/>
        <p:cNvGrpSpPr/>
        <p:nvPr/>
      </p:nvGrpSpPr>
      <p:grpSpPr>
        <a:xfrm>
          <a:off x="0" y="0"/>
          <a:ext cx="0" cy="0"/>
          <a:chOff x="0" y="0"/>
          <a:chExt cx="0" cy="0"/>
        </a:xfrm>
      </p:grpSpPr>
      <p:sp>
        <p:nvSpPr>
          <p:cNvPr id="11" name="Content Placeholder 3"/>
          <p:cNvSpPr>
            <a:spLocks noGrp="1"/>
          </p:cNvSpPr>
          <p:nvPr>
            <p:ph sz="half" idx="2" hasCustomPrompt="1"/>
          </p:nvPr>
        </p:nvSpPr>
        <p:spPr>
          <a:xfrm>
            <a:off x="550862" y="1293703"/>
            <a:ext cx="10129837" cy="4749909"/>
          </a:xfrm>
          <a:prstGeom prst="rect">
            <a:avLst/>
          </a:prstGeom>
        </p:spPr>
        <p:txBody>
          <a:bodyPr lIns="90000">
            <a:noAutofit/>
          </a:bodyPr>
          <a:lstStyle>
            <a:lvl1pPr>
              <a:defRPr sz="1600" b="0" i="0">
                <a:latin typeface="Source Sans Pro" charset="0"/>
                <a:ea typeface="Source Sans Pro" charset="0"/>
                <a:cs typeface="Source Sans Pro" charset="0"/>
              </a:defRPr>
            </a:lvl1pPr>
            <a:lvl2pPr>
              <a:defRPr sz="1600" b="0" i="0">
                <a:latin typeface="Source Sans Pro" charset="0"/>
                <a:ea typeface="Source Sans Pro" charset="0"/>
                <a:cs typeface="Source Sans Pro" charset="0"/>
              </a:defRPr>
            </a:lvl2pPr>
            <a:lvl3pPr>
              <a:defRPr sz="1600" b="0" i="0">
                <a:latin typeface="Source Sans Pro" charset="0"/>
                <a:ea typeface="Source Sans Pro" charset="0"/>
                <a:cs typeface="Source Sans Pro" charset="0"/>
              </a:defRPr>
            </a:lvl3pPr>
            <a:lvl4pPr>
              <a:defRPr sz="1600" b="0" i="0">
                <a:latin typeface="Source Sans Pro" charset="0"/>
                <a:ea typeface="Source Sans Pro" charset="0"/>
                <a:cs typeface="Source Sans Pro" charset="0"/>
              </a:defRPr>
            </a:lvl4pPr>
            <a:lvl5pPr>
              <a:defRPr sz="1600"/>
            </a:lvl5pPr>
            <a:lvl6pPr>
              <a:defRPr sz="1600"/>
            </a:lvl6pPr>
            <a:lvl7pPr>
              <a:defRPr sz="1600"/>
            </a:lvl7pPr>
            <a:lvl8pPr>
              <a:defRPr sz="1600"/>
            </a:lvl8pPr>
            <a:lvl9pPr>
              <a:defRPr sz="1600"/>
            </a:lvl9pPr>
          </a:lstStyle>
          <a:p>
            <a:pPr lvl="0"/>
            <a:r>
              <a:rPr lang="en-US" noProof="0" dirty="0"/>
              <a:t>Click to edit content</a:t>
            </a:r>
          </a:p>
          <a:p>
            <a:pPr lvl="1"/>
            <a:r>
              <a:rPr lang="en-US" noProof="0" dirty="0"/>
              <a:t>Second level</a:t>
            </a:r>
          </a:p>
          <a:p>
            <a:pPr lvl="2"/>
            <a:r>
              <a:rPr lang="en-US" noProof="0" dirty="0"/>
              <a:t>Third level</a:t>
            </a:r>
          </a:p>
        </p:txBody>
      </p:sp>
      <p:cxnSp>
        <p:nvCxnSpPr>
          <p:cNvPr id="10" name="Straight Connector 9"/>
          <p:cNvCxnSpPr/>
          <p:nvPr userDrawn="1"/>
        </p:nvCxnSpPr>
        <p:spPr>
          <a:xfrm>
            <a:off x="550863" y="1110312"/>
            <a:ext cx="1106487"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4" name="Title Placeholder 1"/>
          <p:cNvSpPr>
            <a:spLocks noGrp="1"/>
          </p:cNvSpPr>
          <p:nvPr>
            <p:ph type="title" hasCustomPrompt="1"/>
          </p:nvPr>
        </p:nvSpPr>
        <p:spPr>
          <a:xfrm>
            <a:off x="550863" y="644525"/>
            <a:ext cx="10129837" cy="465786"/>
          </a:xfrm>
          <a:prstGeom prst="rect">
            <a:avLst/>
          </a:prstGeom>
        </p:spPr>
        <p:txBody>
          <a:bodyPr vert="horz" wrap="square" lIns="0" tIns="0" rIns="0" bIns="0" numCol="1" rtlCol="0" anchor="b" anchorCtr="0">
            <a:noAutofit/>
          </a:bodyPr>
          <a:lstStyle>
            <a:lvl1pPr>
              <a:lnSpc>
                <a:spcPts val="3600"/>
              </a:lnSpc>
              <a:defRPr sz="4400"/>
            </a:lvl1pPr>
          </a:lstStyle>
          <a:p>
            <a:r>
              <a:rPr lang="en-US" dirty="0"/>
              <a:t>click to edit title</a:t>
            </a:r>
            <a:endParaRPr lang="en-US" noProof="0" dirty="0"/>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Column / Title-2lines_Content - Conf">
    <p:spTree>
      <p:nvGrpSpPr>
        <p:cNvPr id="1" name=""/>
        <p:cNvGrpSpPr/>
        <p:nvPr/>
      </p:nvGrpSpPr>
      <p:grpSpPr>
        <a:xfrm>
          <a:off x="0" y="0"/>
          <a:ext cx="0" cy="0"/>
          <a:chOff x="0" y="0"/>
          <a:chExt cx="0" cy="0"/>
        </a:xfrm>
      </p:grpSpPr>
      <p:sp>
        <p:nvSpPr>
          <p:cNvPr id="11" name="Content Placeholder 3"/>
          <p:cNvSpPr>
            <a:spLocks noGrp="1"/>
          </p:cNvSpPr>
          <p:nvPr>
            <p:ph sz="half" idx="2" hasCustomPrompt="1"/>
          </p:nvPr>
        </p:nvSpPr>
        <p:spPr>
          <a:xfrm>
            <a:off x="550862" y="1606476"/>
            <a:ext cx="10129837" cy="4437137"/>
          </a:xfrm>
          <a:prstGeom prst="rect">
            <a:avLst/>
          </a:prstGeom>
        </p:spPr>
        <p:txBody>
          <a:bodyPr lIns="90000">
            <a:noAutofit/>
          </a:bodyPr>
          <a:lstStyle>
            <a:lvl1pPr>
              <a:defRPr sz="1600" b="0" i="0">
                <a:latin typeface="Source Sans Pro" charset="0"/>
                <a:ea typeface="Source Sans Pro" charset="0"/>
                <a:cs typeface="Source Sans Pro" charset="0"/>
              </a:defRPr>
            </a:lvl1pPr>
            <a:lvl2pPr>
              <a:defRPr sz="1600" b="0" i="0">
                <a:latin typeface="Source Sans Pro" charset="0"/>
                <a:ea typeface="Source Sans Pro" charset="0"/>
                <a:cs typeface="Source Sans Pro" charset="0"/>
              </a:defRPr>
            </a:lvl2pPr>
            <a:lvl3pPr>
              <a:defRPr sz="1600" b="0" i="0">
                <a:latin typeface="Source Sans Pro" charset="0"/>
                <a:ea typeface="Source Sans Pro" charset="0"/>
                <a:cs typeface="Source Sans Pro" charset="0"/>
              </a:defRPr>
            </a:lvl3pPr>
            <a:lvl4pPr>
              <a:defRPr sz="1600" b="0" i="0">
                <a:latin typeface="Source Sans Pro" charset="0"/>
                <a:ea typeface="Source Sans Pro" charset="0"/>
                <a:cs typeface="Source Sans Pro" charset="0"/>
              </a:defRPr>
            </a:lvl4pPr>
            <a:lvl5pPr>
              <a:defRPr sz="1600"/>
            </a:lvl5pPr>
            <a:lvl6pPr>
              <a:defRPr sz="1600"/>
            </a:lvl6pPr>
            <a:lvl7pPr>
              <a:defRPr sz="1600"/>
            </a:lvl7pPr>
            <a:lvl8pPr>
              <a:defRPr sz="1600"/>
            </a:lvl8pPr>
            <a:lvl9pPr>
              <a:defRPr sz="1600"/>
            </a:lvl9pPr>
          </a:lstStyle>
          <a:p>
            <a:pPr lvl="0"/>
            <a:r>
              <a:rPr lang="en-US" noProof="0" dirty="0"/>
              <a:t>Click to edit content</a:t>
            </a:r>
          </a:p>
          <a:p>
            <a:pPr lvl="1"/>
            <a:r>
              <a:rPr lang="en-US" noProof="0" dirty="0"/>
              <a:t>Second level</a:t>
            </a:r>
          </a:p>
          <a:p>
            <a:pPr lvl="2"/>
            <a:r>
              <a:rPr lang="en-US" noProof="0" dirty="0"/>
              <a:t>Third level</a:t>
            </a:r>
          </a:p>
        </p:txBody>
      </p:sp>
      <p:sp>
        <p:nvSpPr>
          <p:cNvPr id="15" name="Title Placeholder 1"/>
          <p:cNvSpPr>
            <a:spLocks noGrp="1"/>
          </p:cNvSpPr>
          <p:nvPr>
            <p:ph type="title" hasCustomPrompt="1"/>
          </p:nvPr>
        </p:nvSpPr>
        <p:spPr>
          <a:xfrm>
            <a:off x="550863" y="476672"/>
            <a:ext cx="8631237" cy="921672"/>
          </a:xfrm>
          <a:prstGeom prst="rect">
            <a:avLst/>
          </a:prstGeom>
        </p:spPr>
        <p:txBody>
          <a:bodyPr vert="horz" wrap="square" lIns="0" tIns="0" rIns="0" bIns="0" numCol="1" rtlCol="0" anchor="b" anchorCtr="0">
            <a:noAutofit/>
          </a:bodyPr>
          <a:lstStyle>
            <a:lvl1pPr>
              <a:lnSpc>
                <a:spcPts val="3600"/>
              </a:lnSpc>
              <a:defRPr sz="4400"/>
            </a:lvl1pPr>
          </a:lstStyle>
          <a:p>
            <a:r>
              <a:rPr lang="en-US" dirty="0"/>
              <a:t>click to edit title</a:t>
            </a:r>
            <a:endParaRPr lang="en-US" noProof="0" dirty="0"/>
          </a:p>
        </p:txBody>
      </p:sp>
      <p:cxnSp>
        <p:nvCxnSpPr>
          <p:cNvPr id="16" name="Straight Connector 15"/>
          <p:cNvCxnSpPr/>
          <p:nvPr userDrawn="1"/>
        </p:nvCxnSpPr>
        <p:spPr>
          <a:xfrm>
            <a:off x="550863" y="1398344"/>
            <a:ext cx="1106487"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_1 Column / Title_Subtitle_Content - Conf">
    <p:spTree>
      <p:nvGrpSpPr>
        <p:cNvPr id="1" name=""/>
        <p:cNvGrpSpPr/>
        <p:nvPr/>
      </p:nvGrpSpPr>
      <p:grpSpPr>
        <a:xfrm>
          <a:off x="0" y="0"/>
          <a:ext cx="0" cy="0"/>
          <a:chOff x="0" y="0"/>
          <a:chExt cx="0" cy="0"/>
        </a:xfrm>
      </p:grpSpPr>
      <p:sp>
        <p:nvSpPr>
          <p:cNvPr id="4" name="Text Placeholder 2"/>
          <p:cNvSpPr>
            <a:spLocks noGrp="1"/>
          </p:cNvSpPr>
          <p:nvPr>
            <p:ph type="body" idx="1" hasCustomPrompt="1"/>
          </p:nvPr>
        </p:nvSpPr>
        <p:spPr>
          <a:xfrm>
            <a:off x="550861" y="1293703"/>
            <a:ext cx="10129838" cy="432049"/>
          </a:xfrm>
          <a:prstGeom prst="rect">
            <a:avLst/>
          </a:prstGeom>
        </p:spPr>
        <p:txBody>
          <a:bodyPr lIns="0" tIns="0" rIns="0" bIns="0" anchor="t" anchorCtr="0">
            <a:noAutofit/>
          </a:bodyPr>
          <a:lstStyle>
            <a:lvl1pPr marL="0" indent="0">
              <a:lnSpc>
                <a:spcPts val="2000"/>
              </a:lnSpc>
              <a:buNone/>
              <a:defRPr sz="1800" b="1" i="0" cap="all" baseline="0">
                <a:solidFill>
                  <a:schemeClr val="tx1"/>
                </a:solidFill>
                <a:latin typeface="Source Sans Pro" charset="0"/>
                <a:ea typeface="Source Sans Pro" charset="0"/>
                <a:cs typeface="Source Sans Pro" charset="0"/>
              </a:defRPr>
            </a:lvl1pPr>
            <a:lvl2pPr marL="457143" indent="0">
              <a:buNone/>
              <a:defRPr sz="2000" b="1"/>
            </a:lvl2pPr>
            <a:lvl3pPr marL="914286" indent="0">
              <a:buNone/>
              <a:defRPr sz="1800" b="1"/>
            </a:lvl3pPr>
            <a:lvl4pPr marL="1371430" indent="0">
              <a:buNone/>
              <a:defRPr sz="1600" b="1"/>
            </a:lvl4pPr>
            <a:lvl5pPr marL="1828573" indent="0">
              <a:buNone/>
              <a:defRPr sz="1600" b="1"/>
            </a:lvl5pPr>
            <a:lvl6pPr marL="2285718" indent="0">
              <a:buNone/>
              <a:defRPr sz="1600" b="1"/>
            </a:lvl6pPr>
            <a:lvl7pPr marL="2742858" indent="0">
              <a:buNone/>
              <a:defRPr sz="1600" b="1"/>
            </a:lvl7pPr>
            <a:lvl8pPr marL="3200000" indent="0">
              <a:buNone/>
              <a:defRPr sz="1600" b="1"/>
            </a:lvl8pPr>
            <a:lvl9pPr marL="3657143" indent="0">
              <a:buNone/>
              <a:defRPr sz="1600" b="1"/>
            </a:lvl9pPr>
          </a:lstStyle>
          <a:p>
            <a:pPr lvl="0"/>
            <a:r>
              <a:rPr lang="en-US" noProof="0" dirty="0"/>
              <a:t>Click to edit title style</a:t>
            </a:r>
          </a:p>
        </p:txBody>
      </p:sp>
      <p:sp>
        <p:nvSpPr>
          <p:cNvPr id="5" name="Content Placeholder 3"/>
          <p:cNvSpPr>
            <a:spLocks noGrp="1"/>
          </p:cNvSpPr>
          <p:nvPr>
            <p:ph sz="half" idx="11" hasCustomPrompt="1"/>
          </p:nvPr>
        </p:nvSpPr>
        <p:spPr>
          <a:xfrm>
            <a:off x="550863" y="1869759"/>
            <a:ext cx="10129836" cy="4173853"/>
          </a:xfrm>
          <a:prstGeom prst="rect">
            <a:avLst/>
          </a:prstGeom>
        </p:spPr>
        <p:txBody>
          <a:bodyPr lIns="90000">
            <a:noAutofit/>
          </a:bodyPr>
          <a:lstStyle>
            <a:lvl1pPr>
              <a:defRPr sz="1600" b="0" i="0">
                <a:latin typeface="Source Sans Pro" charset="0"/>
                <a:ea typeface="Source Sans Pro" charset="0"/>
                <a:cs typeface="Source Sans Pro" charset="0"/>
              </a:defRPr>
            </a:lvl1pPr>
            <a:lvl2pPr>
              <a:defRPr sz="1600" b="0" i="0">
                <a:latin typeface="Source Sans Pro" charset="0"/>
                <a:ea typeface="Source Sans Pro" charset="0"/>
                <a:cs typeface="Source Sans Pro" charset="0"/>
              </a:defRPr>
            </a:lvl2pPr>
            <a:lvl3pPr>
              <a:defRPr sz="1600" b="0" i="0">
                <a:latin typeface="Source Sans Pro" charset="0"/>
                <a:ea typeface="Source Sans Pro" charset="0"/>
                <a:cs typeface="Source Sans Pro" charset="0"/>
              </a:defRPr>
            </a:lvl3pPr>
            <a:lvl4pPr>
              <a:defRPr sz="1600" b="0" i="0">
                <a:latin typeface="Source Sans Pro" charset="0"/>
                <a:ea typeface="Source Sans Pro" charset="0"/>
                <a:cs typeface="Source Sans Pro" charset="0"/>
              </a:defRPr>
            </a:lvl4pPr>
            <a:lvl5pPr>
              <a:defRPr sz="1600"/>
            </a:lvl5pPr>
            <a:lvl6pPr>
              <a:defRPr sz="1600"/>
            </a:lvl6pPr>
            <a:lvl7pPr>
              <a:defRPr sz="1600"/>
            </a:lvl7pPr>
            <a:lvl8pPr>
              <a:defRPr sz="1600"/>
            </a:lvl8pPr>
            <a:lvl9pPr>
              <a:defRPr sz="1600"/>
            </a:lvl9pPr>
          </a:lstStyle>
          <a:p>
            <a:pPr lvl="0"/>
            <a:r>
              <a:rPr lang="en-US" noProof="0" dirty="0"/>
              <a:t>Click to edit content</a:t>
            </a:r>
          </a:p>
          <a:p>
            <a:pPr lvl="1"/>
            <a:r>
              <a:rPr lang="en-US" noProof="0" dirty="0"/>
              <a:t>Second level</a:t>
            </a:r>
          </a:p>
          <a:p>
            <a:pPr lvl="2"/>
            <a:r>
              <a:rPr lang="en-US" noProof="0" dirty="0"/>
              <a:t>Third level</a:t>
            </a:r>
          </a:p>
        </p:txBody>
      </p:sp>
      <p:cxnSp>
        <p:nvCxnSpPr>
          <p:cNvPr id="14" name="Straight Connector 13"/>
          <p:cNvCxnSpPr/>
          <p:nvPr userDrawn="1"/>
        </p:nvCxnSpPr>
        <p:spPr>
          <a:xfrm>
            <a:off x="550863" y="1110312"/>
            <a:ext cx="1106487"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5" name="Title Placeholder 1"/>
          <p:cNvSpPr>
            <a:spLocks noGrp="1"/>
          </p:cNvSpPr>
          <p:nvPr>
            <p:ph type="title" hasCustomPrompt="1"/>
          </p:nvPr>
        </p:nvSpPr>
        <p:spPr>
          <a:xfrm>
            <a:off x="550863" y="644525"/>
            <a:ext cx="10129837" cy="465786"/>
          </a:xfrm>
          <a:prstGeom prst="rect">
            <a:avLst/>
          </a:prstGeom>
        </p:spPr>
        <p:txBody>
          <a:bodyPr vert="horz" wrap="square" lIns="0" tIns="0" rIns="0" bIns="0" numCol="1" rtlCol="0" anchor="b" anchorCtr="0">
            <a:noAutofit/>
          </a:bodyPr>
          <a:lstStyle>
            <a:lvl1pPr>
              <a:lnSpc>
                <a:spcPts val="3600"/>
              </a:lnSpc>
              <a:defRPr sz="4400"/>
            </a:lvl1pPr>
          </a:lstStyle>
          <a:p>
            <a:r>
              <a:rPr lang="en-US" dirty="0"/>
              <a:t>click to edit title</a:t>
            </a:r>
            <a:endParaRPr lang="en-US" noProof="0" dirty="0"/>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_1 Columns / Title_Content+picture">
    <p:spTree>
      <p:nvGrpSpPr>
        <p:cNvPr id="1" name=""/>
        <p:cNvGrpSpPr/>
        <p:nvPr/>
      </p:nvGrpSpPr>
      <p:grpSpPr>
        <a:xfrm>
          <a:off x="0" y="0"/>
          <a:ext cx="0" cy="0"/>
          <a:chOff x="0" y="0"/>
          <a:chExt cx="0" cy="0"/>
        </a:xfrm>
      </p:grpSpPr>
      <p:sp>
        <p:nvSpPr>
          <p:cNvPr id="6" name="Content Placeholder 3"/>
          <p:cNvSpPr>
            <a:spLocks noGrp="1"/>
          </p:cNvSpPr>
          <p:nvPr>
            <p:ph sz="half" idx="11" hasCustomPrompt="1"/>
          </p:nvPr>
        </p:nvSpPr>
        <p:spPr>
          <a:xfrm>
            <a:off x="550863" y="1293703"/>
            <a:ext cx="4999583" cy="4749910"/>
          </a:xfrm>
          <a:prstGeom prst="rect">
            <a:avLst/>
          </a:prstGeom>
        </p:spPr>
        <p:txBody>
          <a:bodyPr lIns="90000">
            <a:noAutofit/>
          </a:bodyPr>
          <a:lstStyle>
            <a:lvl1pPr>
              <a:defRPr sz="1600" b="0" i="0">
                <a:latin typeface="Source Sans Pro" charset="0"/>
                <a:ea typeface="Source Sans Pro" charset="0"/>
                <a:cs typeface="Source Sans Pro" charset="0"/>
              </a:defRPr>
            </a:lvl1pPr>
            <a:lvl2pPr>
              <a:defRPr sz="1600" b="0" i="0">
                <a:latin typeface="Source Sans Pro" charset="0"/>
                <a:ea typeface="Source Sans Pro" charset="0"/>
                <a:cs typeface="Source Sans Pro" charset="0"/>
              </a:defRPr>
            </a:lvl2pPr>
            <a:lvl3pPr>
              <a:defRPr sz="1600" b="0" i="0">
                <a:latin typeface="Source Sans Pro" charset="0"/>
                <a:ea typeface="Source Sans Pro" charset="0"/>
                <a:cs typeface="Source Sans Pro" charset="0"/>
              </a:defRPr>
            </a:lvl3pPr>
            <a:lvl4pPr>
              <a:defRPr sz="1600" b="0" i="0">
                <a:latin typeface="Source Sans Pro" charset="0"/>
                <a:ea typeface="Source Sans Pro" charset="0"/>
                <a:cs typeface="Source Sans Pro" charset="0"/>
              </a:defRPr>
            </a:lvl4pPr>
            <a:lvl5pPr>
              <a:defRPr sz="1600"/>
            </a:lvl5pPr>
            <a:lvl6pPr>
              <a:defRPr sz="1600"/>
            </a:lvl6pPr>
            <a:lvl7pPr>
              <a:defRPr sz="1600"/>
            </a:lvl7pPr>
            <a:lvl8pPr>
              <a:defRPr sz="1600"/>
            </a:lvl8pPr>
            <a:lvl9pPr>
              <a:defRPr sz="1600"/>
            </a:lvl9pPr>
          </a:lstStyle>
          <a:p>
            <a:pPr lvl="0"/>
            <a:r>
              <a:rPr lang="en-US" noProof="0" dirty="0"/>
              <a:t>Click to edit content</a:t>
            </a:r>
          </a:p>
          <a:p>
            <a:pPr lvl="1"/>
            <a:r>
              <a:rPr lang="en-US" noProof="0" dirty="0"/>
              <a:t>Second level</a:t>
            </a:r>
          </a:p>
          <a:p>
            <a:pPr lvl="2"/>
            <a:r>
              <a:rPr lang="en-US" noProof="0" dirty="0"/>
              <a:t>Third level</a:t>
            </a:r>
          </a:p>
        </p:txBody>
      </p:sp>
      <p:sp>
        <p:nvSpPr>
          <p:cNvPr id="8" name="Content Placeholder 3"/>
          <p:cNvSpPr>
            <a:spLocks noGrp="1"/>
          </p:cNvSpPr>
          <p:nvPr>
            <p:ph sz="half" idx="12" hasCustomPrompt="1"/>
          </p:nvPr>
        </p:nvSpPr>
        <p:spPr>
          <a:xfrm>
            <a:off x="5681117" y="1293703"/>
            <a:ext cx="4999583" cy="4749910"/>
          </a:xfrm>
          <a:prstGeom prst="rect">
            <a:avLst/>
          </a:prstGeom>
        </p:spPr>
        <p:txBody>
          <a:bodyPr lIns="90000">
            <a:noAutofit/>
          </a:bodyPr>
          <a:lstStyle>
            <a:lvl1pPr>
              <a:defRPr sz="1600" b="0" i="0">
                <a:latin typeface="Source Sans Pro" charset="0"/>
                <a:ea typeface="Source Sans Pro" charset="0"/>
                <a:cs typeface="Source Sans Pro" charset="0"/>
              </a:defRPr>
            </a:lvl1pPr>
            <a:lvl2pPr>
              <a:defRPr sz="1600" b="0" i="0">
                <a:latin typeface="Source Sans Pro" charset="0"/>
                <a:ea typeface="Source Sans Pro" charset="0"/>
                <a:cs typeface="Source Sans Pro" charset="0"/>
              </a:defRPr>
            </a:lvl2pPr>
            <a:lvl3pPr>
              <a:defRPr sz="1600" b="0" i="0">
                <a:latin typeface="Source Sans Pro" charset="0"/>
                <a:ea typeface="Source Sans Pro" charset="0"/>
                <a:cs typeface="Source Sans Pro" charset="0"/>
              </a:defRPr>
            </a:lvl3pPr>
            <a:lvl4pPr>
              <a:defRPr sz="1600" b="0" i="0">
                <a:latin typeface="Source Sans Pro" charset="0"/>
                <a:ea typeface="Source Sans Pro" charset="0"/>
                <a:cs typeface="Source Sans Pro" charset="0"/>
              </a:defRPr>
            </a:lvl4pPr>
            <a:lvl5pPr>
              <a:defRPr sz="1600"/>
            </a:lvl5pPr>
            <a:lvl6pPr>
              <a:defRPr sz="1600"/>
            </a:lvl6pPr>
            <a:lvl7pPr>
              <a:defRPr sz="1600"/>
            </a:lvl7pPr>
            <a:lvl8pPr>
              <a:defRPr sz="1600"/>
            </a:lvl8pPr>
            <a:lvl9pPr>
              <a:defRPr sz="1600"/>
            </a:lvl9pPr>
          </a:lstStyle>
          <a:p>
            <a:pPr lvl="0"/>
            <a:r>
              <a:rPr lang="en-US" noProof="0" dirty="0"/>
              <a:t>Click to edit content</a:t>
            </a:r>
          </a:p>
          <a:p>
            <a:pPr lvl="1"/>
            <a:r>
              <a:rPr lang="en-US" noProof="0" dirty="0"/>
              <a:t>Second level</a:t>
            </a:r>
          </a:p>
          <a:p>
            <a:pPr lvl="2"/>
            <a:r>
              <a:rPr lang="en-US" noProof="0" dirty="0"/>
              <a:t>Third level</a:t>
            </a:r>
          </a:p>
        </p:txBody>
      </p:sp>
      <p:cxnSp>
        <p:nvCxnSpPr>
          <p:cNvPr id="10" name="Straight Connector 9"/>
          <p:cNvCxnSpPr/>
          <p:nvPr userDrawn="1"/>
        </p:nvCxnSpPr>
        <p:spPr>
          <a:xfrm>
            <a:off x="550863" y="1110312"/>
            <a:ext cx="1106487"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1" name="Title Placeholder 1"/>
          <p:cNvSpPr>
            <a:spLocks noGrp="1"/>
          </p:cNvSpPr>
          <p:nvPr>
            <p:ph type="title" hasCustomPrompt="1"/>
          </p:nvPr>
        </p:nvSpPr>
        <p:spPr>
          <a:xfrm>
            <a:off x="550863" y="644525"/>
            <a:ext cx="10129837" cy="465786"/>
          </a:xfrm>
          <a:prstGeom prst="rect">
            <a:avLst/>
          </a:prstGeom>
        </p:spPr>
        <p:txBody>
          <a:bodyPr vert="horz" wrap="square" lIns="0" tIns="0" rIns="0" bIns="0" numCol="1" rtlCol="0" anchor="b" anchorCtr="0">
            <a:noAutofit/>
          </a:bodyPr>
          <a:lstStyle>
            <a:lvl1pPr>
              <a:lnSpc>
                <a:spcPts val="3600"/>
              </a:lnSpc>
              <a:defRPr sz="4400"/>
            </a:lvl1pPr>
          </a:lstStyle>
          <a:p>
            <a:r>
              <a:rPr lang="en-US" dirty="0"/>
              <a:t>click to edit title</a:t>
            </a:r>
            <a:endParaRPr lang="en-US" noProof="0" dirty="0"/>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_2 Columns / Title_Content - Conf">
    <p:spTree>
      <p:nvGrpSpPr>
        <p:cNvPr id="1" name=""/>
        <p:cNvGrpSpPr/>
        <p:nvPr/>
      </p:nvGrpSpPr>
      <p:grpSpPr>
        <a:xfrm>
          <a:off x="0" y="0"/>
          <a:ext cx="0" cy="0"/>
          <a:chOff x="0" y="0"/>
          <a:chExt cx="0" cy="0"/>
        </a:xfrm>
      </p:grpSpPr>
      <p:sp>
        <p:nvSpPr>
          <p:cNvPr id="7" name="Content Placeholder 3"/>
          <p:cNvSpPr>
            <a:spLocks noGrp="1"/>
          </p:cNvSpPr>
          <p:nvPr>
            <p:ph sz="half" idx="11" hasCustomPrompt="1"/>
          </p:nvPr>
        </p:nvSpPr>
        <p:spPr>
          <a:xfrm>
            <a:off x="550863" y="1293703"/>
            <a:ext cx="10129837" cy="4749910"/>
          </a:xfrm>
          <a:prstGeom prst="rect">
            <a:avLst/>
          </a:prstGeom>
        </p:spPr>
        <p:txBody>
          <a:bodyPr lIns="90000" numCol="2">
            <a:noAutofit/>
          </a:bodyPr>
          <a:lstStyle>
            <a:lvl1pPr>
              <a:defRPr sz="1600" b="0" i="0">
                <a:latin typeface="Source Sans Pro" charset="0"/>
                <a:ea typeface="Source Sans Pro" charset="0"/>
                <a:cs typeface="Source Sans Pro" charset="0"/>
              </a:defRPr>
            </a:lvl1pPr>
            <a:lvl2pPr>
              <a:defRPr sz="1600" b="0" i="0">
                <a:latin typeface="Source Sans Pro" charset="0"/>
                <a:ea typeface="Source Sans Pro" charset="0"/>
                <a:cs typeface="Source Sans Pro" charset="0"/>
              </a:defRPr>
            </a:lvl2pPr>
            <a:lvl3pPr>
              <a:defRPr sz="1600" b="0" i="0">
                <a:latin typeface="Source Sans Pro" charset="0"/>
                <a:ea typeface="Source Sans Pro" charset="0"/>
                <a:cs typeface="Source Sans Pro" charset="0"/>
              </a:defRPr>
            </a:lvl3pPr>
            <a:lvl4pPr>
              <a:defRPr sz="1600" b="0" i="0">
                <a:latin typeface="Source Sans Pro" charset="0"/>
                <a:ea typeface="Source Sans Pro" charset="0"/>
                <a:cs typeface="Source Sans Pro" charset="0"/>
              </a:defRPr>
            </a:lvl4pPr>
            <a:lvl5pPr>
              <a:defRPr sz="1600"/>
            </a:lvl5pPr>
            <a:lvl6pPr>
              <a:defRPr sz="1600"/>
            </a:lvl6pPr>
            <a:lvl7pPr>
              <a:defRPr sz="1600"/>
            </a:lvl7pPr>
            <a:lvl8pPr>
              <a:defRPr sz="1600"/>
            </a:lvl8pPr>
            <a:lvl9pPr>
              <a:defRPr sz="1600"/>
            </a:lvl9pPr>
          </a:lstStyle>
          <a:p>
            <a:pPr lvl="0"/>
            <a:r>
              <a:rPr lang="en-US" noProof="0" dirty="0"/>
              <a:t>Click to edit content</a:t>
            </a:r>
          </a:p>
          <a:p>
            <a:pPr lvl="1"/>
            <a:r>
              <a:rPr lang="en-US" noProof="0" dirty="0"/>
              <a:t>Second level</a:t>
            </a:r>
          </a:p>
          <a:p>
            <a:pPr lvl="2"/>
            <a:r>
              <a:rPr lang="en-US" noProof="0" dirty="0"/>
              <a:t>Third level</a:t>
            </a:r>
          </a:p>
        </p:txBody>
      </p:sp>
      <p:cxnSp>
        <p:nvCxnSpPr>
          <p:cNvPr id="6" name="Straight Connector 5"/>
          <p:cNvCxnSpPr/>
          <p:nvPr userDrawn="1"/>
        </p:nvCxnSpPr>
        <p:spPr>
          <a:xfrm>
            <a:off x="550863" y="1110312"/>
            <a:ext cx="1106487"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8" name="Title Placeholder 1"/>
          <p:cNvSpPr>
            <a:spLocks noGrp="1"/>
          </p:cNvSpPr>
          <p:nvPr>
            <p:ph type="title" hasCustomPrompt="1"/>
          </p:nvPr>
        </p:nvSpPr>
        <p:spPr>
          <a:xfrm>
            <a:off x="550863" y="644525"/>
            <a:ext cx="10129837" cy="465786"/>
          </a:xfrm>
          <a:prstGeom prst="rect">
            <a:avLst/>
          </a:prstGeom>
        </p:spPr>
        <p:txBody>
          <a:bodyPr vert="horz" wrap="square" lIns="0" tIns="0" rIns="0" bIns="0" numCol="1" rtlCol="0" anchor="b" anchorCtr="0">
            <a:noAutofit/>
          </a:bodyPr>
          <a:lstStyle>
            <a:lvl1pPr>
              <a:lnSpc>
                <a:spcPts val="3600"/>
              </a:lnSpc>
              <a:defRPr sz="4400"/>
            </a:lvl1pPr>
          </a:lstStyle>
          <a:p>
            <a:r>
              <a:rPr lang="en-US" dirty="0"/>
              <a:t>click to edit title</a:t>
            </a:r>
            <a:endParaRPr lang="en-US" noProof="0" dirty="0"/>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2 Column / Title_Subtitle_Content - Conf">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554378" y="1293703"/>
            <a:ext cx="4996068" cy="432049"/>
          </a:xfrm>
          <a:prstGeom prst="rect">
            <a:avLst/>
          </a:prstGeom>
        </p:spPr>
        <p:txBody>
          <a:bodyPr lIns="0" tIns="0" rIns="0" bIns="0" anchor="t" anchorCtr="0">
            <a:noAutofit/>
          </a:bodyPr>
          <a:lstStyle>
            <a:lvl1pPr marL="0" indent="0">
              <a:lnSpc>
                <a:spcPts val="2000"/>
              </a:lnSpc>
              <a:buNone/>
              <a:defRPr sz="1800" b="1" i="0" cap="all" baseline="0">
                <a:solidFill>
                  <a:schemeClr val="tx1"/>
                </a:solidFill>
                <a:latin typeface="Source Sans Pro" charset="0"/>
                <a:ea typeface="Source Sans Pro" charset="0"/>
                <a:cs typeface="Source Sans Pro" charset="0"/>
              </a:defRPr>
            </a:lvl1pPr>
            <a:lvl2pPr marL="457143" indent="0">
              <a:buNone/>
              <a:defRPr sz="2000" b="1"/>
            </a:lvl2pPr>
            <a:lvl3pPr marL="914286" indent="0">
              <a:buNone/>
              <a:defRPr sz="1800" b="1"/>
            </a:lvl3pPr>
            <a:lvl4pPr marL="1371430" indent="0">
              <a:buNone/>
              <a:defRPr sz="1600" b="1"/>
            </a:lvl4pPr>
            <a:lvl5pPr marL="1828573" indent="0">
              <a:buNone/>
              <a:defRPr sz="1600" b="1"/>
            </a:lvl5pPr>
            <a:lvl6pPr marL="2285718" indent="0">
              <a:buNone/>
              <a:defRPr sz="1600" b="1"/>
            </a:lvl6pPr>
            <a:lvl7pPr marL="2742858" indent="0">
              <a:buNone/>
              <a:defRPr sz="1600" b="1"/>
            </a:lvl7pPr>
            <a:lvl8pPr marL="3200000" indent="0">
              <a:buNone/>
              <a:defRPr sz="1600" b="1"/>
            </a:lvl8pPr>
            <a:lvl9pPr marL="3657143" indent="0">
              <a:buNone/>
              <a:defRPr sz="1600" b="1"/>
            </a:lvl9pPr>
          </a:lstStyle>
          <a:p>
            <a:pPr lvl="0"/>
            <a:r>
              <a:rPr lang="en-US" noProof="0" dirty="0"/>
              <a:t>Click to edit title style</a:t>
            </a:r>
          </a:p>
        </p:txBody>
      </p:sp>
      <p:sp>
        <p:nvSpPr>
          <p:cNvPr id="9" name="Content Placeholder 3"/>
          <p:cNvSpPr>
            <a:spLocks noGrp="1"/>
          </p:cNvSpPr>
          <p:nvPr>
            <p:ph sz="half" idx="11" hasCustomPrompt="1"/>
          </p:nvPr>
        </p:nvSpPr>
        <p:spPr>
          <a:xfrm>
            <a:off x="550863" y="1869761"/>
            <a:ext cx="10129837" cy="4173852"/>
          </a:xfrm>
          <a:prstGeom prst="rect">
            <a:avLst/>
          </a:prstGeom>
        </p:spPr>
        <p:txBody>
          <a:bodyPr lIns="90000" numCol="2">
            <a:noAutofit/>
          </a:bodyPr>
          <a:lstStyle>
            <a:lvl1pPr>
              <a:defRPr sz="1600" b="0" i="0">
                <a:latin typeface="Source Sans Pro" charset="0"/>
                <a:ea typeface="Source Sans Pro" charset="0"/>
                <a:cs typeface="Source Sans Pro" charset="0"/>
              </a:defRPr>
            </a:lvl1pPr>
            <a:lvl2pPr>
              <a:defRPr sz="1600" b="0" i="0">
                <a:latin typeface="Source Sans Pro" charset="0"/>
                <a:ea typeface="Source Sans Pro" charset="0"/>
                <a:cs typeface="Source Sans Pro" charset="0"/>
              </a:defRPr>
            </a:lvl2pPr>
            <a:lvl3pPr>
              <a:defRPr sz="1600" b="0" i="0">
                <a:latin typeface="Source Sans Pro" charset="0"/>
                <a:ea typeface="Source Sans Pro" charset="0"/>
                <a:cs typeface="Source Sans Pro" charset="0"/>
              </a:defRPr>
            </a:lvl3pPr>
            <a:lvl4pPr>
              <a:defRPr sz="1400" b="0" i="0">
                <a:latin typeface="Source Sans Pro" charset="0"/>
                <a:ea typeface="Source Sans Pro" charset="0"/>
                <a:cs typeface="Source Sans Pro" charset="0"/>
              </a:defRPr>
            </a:lvl4pPr>
            <a:lvl5pPr>
              <a:defRPr sz="1600"/>
            </a:lvl5pPr>
            <a:lvl6pPr>
              <a:defRPr sz="1600"/>
            </a:lvl6pPr>
            <a:lvl7pPr>
              <a:defRPr sz="1600"/>
            </a:lvl7pPr>
            <a:lvl8pPr>
              <a:defRPr sz="1600"/>
            </a:lvl8pPr>
            <a:lvl9pPr>
              <a:defRPr sz="1600"/>
            </a:lvl9pPr>
          </a:lstStyle>
          <a:p>
            <a:pPr lvl="0"/>
            <a:r>
              <a:rPr lang="en-US" noProof="0" dirty="0"/>
              <a:t>Click to edit content</a:t>
            </a:r>
          </a:p>
          <a:p>
            <a:pPr lvl="1"/>
            <a:r>
              <a:rPr lang="en-US" noProof="0" dirty="0"/>
              <a:t>Second level</a:t>
            </a:r>
          </a:p>
          <a:p>
            <a:pPr lvl="2"/>
            <a:r>
              <a:rPr lang="en-US" noProof="0" dirty="0"/>
              <a:t>Third level</a:t>
            </a:r>
          </a:p>
        </p:txBody>
      </p:sp>
      <p:cxnSp>
        <p:nvCxnSpPr>
          <p:cNvPr id="7" name="Straight Connector 6"/>
          <p:cNvCxnSpPr/>
          <p:nvPr userDrawn="1"/>
        </p:nvCxnSpPr>
        <p:spPr>
          <a:xfrm>
            <a:off x="550863" y="1110312"/>
            <a:ext cx="1106487"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8" name="Title Placeholder 1"/>
          <p:cNvSpPr>
            <a:spLocks noGrp="1"/>
          </p:cNvSpPr>
          <p:nvPr>
            <p:ph type="title" hasCustomPrompt="1"/>
          </p:nvPr>
        </p:nvSpPr>
        <p:spPr>
          <a:xfrm>
            <a:off x="550863" y="644525"/>
            <a:ext cx="10129837" cy="465786"/>
          </a:xfrm>
          <a:prstGeom prst="rect">
            <a:avLst/>
          </a:prstGeom>
        </p:spPr>
        <p:txBody>
          <a:bodyPr vert="horz" wrap="square" lIns="0" tIns="0" rIns="0" bIns="0" numCol="1" rtlCol="0" anchor="b" anchorCtr="0">
            <a:noAutofit/>
          </a:bodyPr>
          <a:lstStyle>
            <a:lvl1pPr>
              <a:lnSpc>
                <a:spcPts val="3600"/>
              </a:lnSpc>
              <a:defRPr sz="4400"/>
            </a:lvl1pPr>
          </a:lstStyle>
          <a:p>
            <a:r>
              <a:rPr lang="en-US" dirty="0"/>
              <a:t>click to edit title</a:t>
            </a:r>
            <a:endParaRPr lang="en-US" noProof="0" dirty="0"/>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_2 Columns/ Comparison - Conf">
    <p:spTree>
      <p:nvGrpSpPr>
        <p:cNvPr id="1" name=""/>
        <p:cNvGrpSpPr/>
        <p:nvPr/>
      </p:nvGrpSpPr>
      <p:grpSpPr>
        <a:xfrm>
          <a:off x="0" y="0"/>
          <a:ext cx="0" cy="0"/>
          <a:chOff x="0" y="0"/>
          <a:chExt cx="0" cy="0"/>
        </a:xfrm>
      </p:grpSpPr>
      <p:sp>
        <p:nvSpPr>
          <p:cNvPr id="7" name="Text Placeholder 2"/>
          <p:cNvSpPr>
            <a:spLocks noGrp="1"/>
          </p:cNvSpPr>
          <p:nvPr>
            <p:ph type="body" idx="1" hasCustomPrompt="1"/>
          </p:nvPr>
        </p:nvSpPr>
        <p:spPr>
          <a:xfrm>
            <a:off x="554378" y="1293703"/>
            <a:ext cx="4996068" cy="432049"/>
          </a:xfrm>
          <a:prstGeom prst="rect">
            <a:avLst/>
          </a:prstGeom>
        </p:spPr>
        <p:txBody>
          <a:bodyPr lIns="0" tIns="0" rIns="0" bIns="0" anchor="t" anchorCtr="0">
            <a:noAutofit/>
          </a:bodyPr>
          <a:lstStyle>
            <a:lvl1pPr marL="0" indent="0">
              <a:lnSpc>
                <a:spcPts val="2000"/>
              </a:lnSpc>
              <a:buNone/>
              <a:defRPr sz="1800" b="1" i="0" cap="all" baseline="0">
                <a:solidFill>
                  <a:schemeClr val="tx1"/>
                </a:solidFill>
                <a:latin typeface="Source Sans Pro" charset="0"/>
                <a:ea typeface="Source Sans Pro" charset="0"/>
                <a:cs typeface="Source Sans Pro" charset="0"/>
              </a:defRPr>
            </a:lvl1pPr>
            <a:lvl2pPr marL="457143" indent="0">
              <a:buNone/>
              <a:defRPr sz="2000" b="1"/>
            </a:lvl2pPr>
            <a:lvl3pPr marL="914286" indent="0">
              <a:buNone/>
              <a:defRPr sz="1800" b="1"/>
            </a:lvl3pPr>
            <a:lvl4pPr marL="1371430" indent="0">
              <a:buNone/>
              <a:defRPr sz="1600" b="1"/>
            </a:lvl4pPr>
            <a:lvl5pPr marL="1828573" indent="0">
              <a:buNone/>
              <a:defRPr sz="1600" b="1"/>
            </a:lvl5pPr>
            <a:lvl6pPr marL="2285718" indent="0">
              <a:buNone/>
              <a:defRPr sz="1600" b="1"/>
            </a:lvl6pPr>
            <a:lvl7pPr marL="2742858" indent="0">
              <a:buNone/>
              <a:defRPr sz="1600" b="1"/>
            </a:lvl7pPr>
            <a:lvl8pPr marL="3200000" indent="0">
              <a:buNone/>
              <a:defRPr sz="1600" b="1"/>
            </a:lvl8pPr>
            <a:lvl9pPr marL="3657143" indent="0">
              <a:buNone/>
              <a:defRPr sz="1600" b="1"/>
            </a:lvl9pPr>
          </a:lstStyle>
          <a:p>
            <a:pPr lvl="0"/>
            <a:r>
              <a:rPr lang="en-US" noProof="0" dirty="0"/>
              <a:t>Click to edit title style</a:t>
            </a:r>
          </a:p>
        </p:txBody>
      </p:sp>
      <p:sp>
        <p:nvSpPr>
          <p:cNvPr id="9" name="Content Placeholder 3"/>
          <p:cNvSpPr>
            <a:spLocks noGrp="1"/>
          </p:cNvSpPr>
          <p:nvPr>
            <p:ph sz="half" idx="13" hasCustomPrompt="1"/>
          </p:nvPr>
        </p:nvSpPr>
        <p:spPr>
          <a:xfrm>
            <a:off x="550863" y="1869761"/>
            <a:ext cx="4999583" cy="4173852"/>
          </a:xfrm>
          <a:prstGeom prst="rect">
            <a:avLst/>
          </a:prstGeom>
        </p:spPr>
        <p:txBody>
          <a:bodyPr lIns="90000">
            <a:noAutofit/>
          </a:bodyPr>
          <a:lstStyle>
            <a:lvl1pPr>
              <a:defRPr sz="1600" b="0" i="0">
                <a:latin typeface="Source Sans Pro" charset="0"/>
                <a:ea typeface="Source Sans Pro" charset="0"/>
                <a:cs typeface="Source Sans Pro" charset="0"/>
              </a:defRPr>
            </a:lvl1pPr>
            <a:lvl2pPr>
              <a:defRPr sz="1600" b="0" i="0">
                <a:latin typeface="Source Sans Pro" charset="0"/>
                <a:ea typeface="Source Sans Pro" charset="0"/>
                <a:cs typeface="Source Sans Pro" charset="0"/>
              </a:defRPr>
            </a:lvl2pPr>
            <a:lvl3pPr>
              <a:defRPr sz="1600" b="0" i="0">
                <a:latin typeface="Source Sans Pro" charset="0"/>
                <a:ea typeface="Source Sans Pro" charset="0"/>
                <a:cs typeface="Source Sans Pro" charset="0"/>
              </a:defRPr>
            </a:lvl3pPr>
            <a:lvl4pPr>
              <a:defRPr sz="1600" b="0" i="0">
                <a:latin typeface="Source Sans Pro" charset="0"/>
                <a:ea typeface="Source Sans Pro" charset="0"/>
                <a:cs typeface="Source Sans Pro" charset="0"/>
              </a:defRPr>
            </a:lvl4pPr>
            <a:lvl5pPr>
              <a:defRPr sz="1600"/>
            </a:lvl5pPr>
            <a:lvl6pPr>
              <a:defRPr sz="1600"/>
            </a:lvl6pPr>
            <a:lvl7pPr>
              <a:defRPr sz="1600"/>
            </a:lvl7pPr>
            <a:lvl8pPr>
              <a:defRPr sz="1600"/>
            </a:lvl8pPr>
            <a:lvl9pPr>
              <a:defRPr sz="1600"/>
            </a:lvl9pPr>
          </a:lstStyle>
          <a:p>
            <a:pPr lvl="0"/>
            <a:r>
              <a:rPr lang="en-US" noProof="0" dirty="0"/>
              <a:t>Click to edit content</a:t>
            </a:r>
          </a:p>
          <a:p>
            <a:pPr lvl="1"/>
            <a:r>
              <a:rPr lang="en-US" noProof="0" dirty="0"/>
              <a:t>Second level</a:t>
            </a:r>
          </a:p>
          <a:p>
            <a:pPr lvl="2"/>
            <a:r>
              <a:rPr lang="en-US" noProof="0" dirty="0"/>
              <a:t>Third level</a:t>
            </a:r>
          </a:p>
        </p:txBody>
      </p:sp>
      <p:sp>
        <p:nvSpPr>
          <p:cNvPr id="11" name="Text Placeholder 2"/>
          <p:cNvSpPr>
            <a:spLocks noGrp="1"/>
          </p:cNvSpPr>
          <p:nvPr>
            <p:ph type="body" idx="14" hasCustomPrompt="1"/>
          </p:nvPr>
        </p:nvSpPr>
        <p:spPr>
          <a:xfrm>
            <a:off x="5684632" y="1293703"/>
            <a:ext cx="4996068" cy="432049"/>
          </a:xfrm>
          <a:prstGeom prst="rect">
            <a:avLst/>
          </a:prstGeom>
        </p:spPr>
        <p:txBody>
          <a:bodyPr lIns="0" tIns="0" rIns="0" bIns="0" anchor="t" anchorCtr="0">
            <a:noAutofit/>
          </a:bodyPr>
          <a:lstStyle>
            <a:lvl1pPr marL="0" indent="0">
              <a:lnSpc>
                <a:spcPts val="2000"/>
              </a:lnSpc>
              <a:buNone/>
              <a:defRPr sz="1800" b="1" i="0" cap="all" baseline="0">
                <a:solidFill>
                  <a:schemeClr val="tx1"/>
                </a:solidFill>
                <a:latin typeface="Source Sans Pro" charset="0"/>
                <a:ea typeface="Source Sans Pro" charset="0"/>
                <a:cs typeface="Source Sans Pro" charset="0"/>
              </a:defRPr>
            </a:lvl1pPr>
            <a:lvl2pPr marL="457143" indent="0">
              <a:buNone/>
              <a:defRPr sz="2000" b="1"/>
            </a:lvl2pPr>
            <a:lvl3pPr marL="914286" indent="0">
              <a:buNone/>
              <a:defRPr sz="1800" b="1"/>
            </a:lvl3pPr>
            <a:lvl4pPr marL="1371430" indent="0">
              <a:buNone/>
              <a:defRPr sz="1600" b="1"/>
            </a:lvl4pPr>
            <a:lvl5pPr marL="1828573" indent="0">
              <a:buNone/>
              <a:defRPr sz="1600" b="1"/>
            </a:lvl5pPr>
            <a:lvl6pPr marL="2285718" indent="0">
              <a:buNone/>
              <a:defRPr sz="1600" b="1"/>
            </a:lvl6pPr>
            <a:lvl7pPr marL="2742858" indent="0">
              <a:buNone/>
              <a:defRPr sz="1600" b="1"/>
            </a:lvl7pPr>
            <a:lvl8pPr marL="3200000" indent="0">
              <a:buNone/>
              <a:defRPr sz="1600" b="1"/>
            </a:lvl8pPr>
            <a:lvl9pPr marL="3657143" indent="0">
              <a:buNone/>
              <a:defRPr sz="1600" b="1"/>
            </a:lvl9pPr>
          </a:lstStyle>
          <a:p>
            <a:pPr lvl="0"/>
            <a:r>
              <a:rPr lang="en-US" noProof="0" dirty="0"/>
              <a:t>Click to edit title style</a:t>
            </a:r>
          </a:p>
        </p:txBody>
      </p:sp>
      <p:sp>
        <p:nvSpPr>
          <p:cNvPr id="13" name="Content Placeholder 3"/>
          <p:cNvSpPr>
            <a:spLocks noGrp="1"/>
          </p:cNvSpPr>
          <p:nvPr>
            <p:ph sz="half" idx="15" hasCustomPrompt="1"/>
          </p:nvPr>
        </p:nvSpPr>
        <p:spPr>
          <a:xfrm>
            <a:off x="5681117" y="1869761"/>
            <a:ext cx="4999583" cy="4173852"/>
          </a:xfrm>
          <a:prstGeom prst="rect">
            <a:avLst/>
          </a:prstGeom>
        </p:spPr>
        <p:txBody>
          <a:bodyPr lIns="90000">
            <a:noAutofit/>
          </a:bodyPr>
          <a:lstStyle>
            <a:lvl1pPr>
              <a:defRPr sz="1600" b="0" i="0">
                <a:latin typeface="Source Sans Pro" charset="0"/>
                <a:ea typeface="Source Sans Pro" charset="0"/>
                <a:cs typeface="Source Sans Pro" charset="0"/>
              </a:defRPr>
            </a:lvl1pPr>
            <a:lvl2pPr>
              <a:defRPr sz="1600" b="0" i="0">
                <a:latin typeface="Source Sans Pro" charset="0"/>
                <a:ea typeface="Source Sans Pro" charset="0"/>
                <a:cs typeface="Source Sans Pro" charset="0"/>
              </a:defRPr>
            </a:lvl2pPr>
            <a:lvl3pPr>
              <a:defRPr sz="1600" b="0" i="0">
                <a:latin typeface="Source Sans Pro" charset="0"/>
                <a:ea typeface="Source Sans Pro" charset="0"/>
                <a:cs typeface="Source Sans Pro" charset="0"/>
              </a:defRPr>
            </a:lvl3pPr>
            <a:lvl4pPr>
              <a:defRPr sz="1600" b="0" i="0">
                <a:latin typeface="Source Sans Pro" charset="0"/>
                <a:ea typeface="Source Sans Pro" charset="0"/>
                <a:cs typeface="Source Sans Pro" charset="0"/>
              </a:defRPr>
            </a:lvl4pPr>
            <a:lvl5pPr>
              <a:defRPr sz="1600"/>
            </a:lvl5pPr>
            <a:lvl6pPr>
              <a:defRPr sz="1600"/>
            </a:lvl6pPr>
            <a:lvl7pPr>
              <a:defRPr sz="1600"/>
            </a:lvl7pPr>
            <a:lvl8pPr>
              <a:defRPr sz="1600"/>
            </a:lvl8pPr>
            <a:lvl9pPr>
              <a:defRPr sz="1600"/>
            </a:lvl9pPr>
          </a:lstStyle>
          <a:p>
            <a:pPr lvl="0"/>
            <a:r>
              <a:rPr lang="en-US" noProof="0" dirty="0"/>
              <a:t>Click to edit content</a:t>
            </a:r>
          </a:p>
          <a:p>
            <a:pPr lvl="1"/>
            <a:r>
              <a:rPr lang="en-US" noProof="0" dirty="0"/>
              <a:t>Second level</a:t>
            </a:r>
          </a:p>
          <a:p>
            <a:pPr lvl="2"/>
            <a:r>
              <a:rPr lang="en-US" noProof="0" dirty="0"/>
              <a:t>Third level</a:t>
            </a:r>
          </a:p>
        </p:txBody>
      </p:sp>
      <p:cxnSp>
        <p:nvCxnSpPr>
          <p:cNvPr id="10" name="Straight Connector 9"/>
          <p:cNvCxnSpPr/>
          <p:nvPr userDrawn="1"/>
        </p:nvCxnSpPr>
        <p:spPr>
          <a:xfrm>
            <a:off x="550863" y="1110312"/>
            <a:ext cx="1106487"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2" name="Title Placeholder 1"/>
          <p:cNvSpPr>
            <a:spLocks noGrp="1"/>
          </p:cNvSpPr>
          <p:nvPr>
            <p:ph type="title" hasCustomPrompt="1"/>
          </p:nvPr>
        </p:nvSpPr>
        <p:spPr>
          <a:xfrm>
            <a:off x="550863" y="644525"/>
            <a:ext cx="10129837" cy="465786"/>
          </a:xfrm>
          <a:prstGeom prst="rect">
            <a:avLst/>
          </a:prstGeom>
        </p:spPr>
        <p:txBody>
          <a:bodyPr vert="horz" wrap="square" lIns="0" tIns="0" rIns="0" bIns="0" numCol="1" rtlCol="0" anchor="b" anchorCtr="0">
            <a:noAutofit/>
          </a:bodyPr>
          <a:lstStyle>
            <a:lvl1pPr>
              <a:lnSpc>
                <a:spcPts val="3600"/>
              </a:lnSpc>
              <a:defRPr sz="4400"/>
            </a:lvl1pPr>
          </a:lstStyle>
          <a:p>
            <a:r>
              <a:rPr lang="en-US" dirty="0"/>
              <a:t>click to edit title</a:t>
            </a:r>
            <a:endParaRPr lang="en-US" noProof="0" dirty="0"/>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_3 Column / Title_Content - Conf">
    <p:spTree>
      <p:nvGrpSpPr>
        <p:cNvPr id="1" name=""/>
        <p:cNvGrpSpPr/>
        <p:nvPr/>
      </p:nvGrpSpPr>
      <p:grpSpPr>
        <a:xfrm>
          <a:off x="0" y="0"/>
          <a:ext cx="0" cy="0"/>
          <a:chOff x="0" y="0"/>
          <a:chExt cx="0" cy="0"/>
        </a:xfrm>
      </p:grpSpPr>
      <p:sp>
        <p:nvSpPr>
          <p:cNvPr id="11" name="Content Placeholder 3"/>
          <p:cNvSpPr>
            <a:spLocks noGrp="1"/>
          </p:cNvSpPr>
          <p:nvPr>
            <p:ph sz="half" idx="2" hasCustomPrompt="1"/>
          </p:nvPr>
        </p:nvSpPr>
        <p:spPr>
          <a:xfrm>
            <a:off x="550862" y="1293703"/>
            <a:ext cx="10129837" cy="4749910"/>
          </a:xfrm>
          <a:prstGeom prst="rect">
            <a:avLst/>
          </a:prstGeom>
        </p:spPr>
        <p:txBody>
          <a:bodyPr lIns="90000" numCol="3">
            <a:noAutofit/>
          </a:bodyPr>
          <a:lstStyle>
            <a:lvl1pPr>
              <a:defRPr sz="1600" b="0" i="0">
                <a:latin typeface="Source Sans Pro" charset="0"/>
                <a:ea typeface="Source Sans Pro" charset="0"/>
                <a:cs typeface="Source Sans Pro" charset="0"/>
              </a:defRPr>
            </a:lvl1pPr>
            <a:lvl2pPr>
              <a:defRPr sz="1600" b="0" i="0">
                <a:latin typeface="Source Sans Pro" charset="0"/>
                <a:ea typeface="Source Sans Pro" charset="0"/>
                <a:cs typeface="Source Sans Pro" charset="0"/>
              </a:defRPr>
            </a:lvl2pPr>
            <a:lvl3pPr>
              <a:defRPr sz="1600" b="0" i="0">
                <a:latin typeface="Source Sans Pro" charset="0"/>
                <a:ea typeface="Source Sans Pro" charset="0"/>
                <a:cs typeface="Source Sans Pro" charset="0"/>
              </a:defRPr>
            </a:lvl3pPr>
            <a:lvl4pPr>
              <a:defRPr sz="1600" b="0" i="0">
                <a:latin typeface="Source Sans Pro" charset="0"/>
                <a:ea typeface="Source Sans Pro" charset="0"/>
                <a:cs typeface="Source Sans Pro" charset="0"/>
              </a:defRPr>
            </a:lvl4pPr>
            <a:lvl5pPr>
              <a:defRPr sz="1600"/>
            </a:lvl5pPr>
            <a:lvl6pPr>
              <a:defRPr sz="1600"/>
            </a:lvl6pPr>
            <a:lvl7pPr>
              <a:defRPr sz="1600"/>
            </a:lvl7pPr>
            <a:lvl8pPr>
              <a:defRPr sz="1600"/>
            </a:lvl8pPr>
            <a:lvl9pPr>
              <a:defRPr sz="1600"/>
            </a:lvl9pPr>
          </a:lstStyle>
          <a:p>
            <a:pPr lvl="0"/>
            <a:r>
              <a:rPr lang="en-US" noProof="0" dirty="0"/>
              <a:t>Click to edit content</a:t>
            </a:r>
          </a:p>
          <a:p>
            <a:pPr lvl="1"/>
            <a:r>
              <a:rPr lang="en-US" noProof="0" dirty="0"/>
              <a:t>Second level</a:t>
            </a:r>
          </a:p>
          <a:p>
            <a:pPr lvl="2"/>
            <a:r>
              <a:rPr lang="en-US" noProof="0" dirty="0"/>
              <a:t>Third level</a:t>
            </a:r>
          </a:p>
        </p:txBody>
      </p:sp>
      <p:sp>
        <p:nvSpPr>
          <p:cNvPr id="2" name="TextBox 1"/>
          <p:cNvSpPr txBox="1"/>
          <p:nvPr userDrawn="1"/>
        </p:nvSpPr>
        <p:spPr>
          <a:xfrm>
            <a:off x="-3481064" y="-2043608"/>
            <a:ext cx="2376264" cy="215444"/>
          </a:xfrm>
          <a:prstGeom prst="rect">
            <a:avLst/>
          </a:prstGeom>
          <a:noFill/>
        </p:spPr>
        <p:txBody>
          <a:bodyPr wrap="square" lIns="0" tIns="0" rIns="0" bIns="0" numCol="1" spcCol="288000" rtlCol="0">
            <a:spAutoFit/>
          </a:bodyPr>
          <a:lstStyle/>
          <a:p>
            <a:pPr indent="-180000" fontAlgn="auto" latinLnBrk="0">
              <a:spcBef>
                <a:spcPts val="600"/>
              </a:spcBef>
              <a:spcAft>
                <a:spcPts val="0"/>
              </a:spcAft>
            </a:pPr>
            <a:r>
              <a:rPr lang="en-US" sz="1400" b="0" i="0" dirty="0" err="1">
                <a:latin typeface="Source Sans Pro" charset="0"/>
                <a:ea typeface="Source Sans Pro" charset="0"/>
                <a:cs typeface="Source Sans Pro" charset="0"/>
              </a:rPr>
              <a:t>zfegrhtjyufgrtntcvb</a:t>
            </a:r>
            <a:endParaRPr lang="en-US" sz="1400" b="0" i="0" dirty="0">
              <a:latin typeface="Source Sans Pro" charset="0"/>
              <a:ea typeface="Source Sans Pro" charset="0"/>
              <a:cs typeface="Source Sans Pro" charset="0"/>
            </a:endParaRPr>
          </a:p>
        </p:txBody>
      </p:sp>
      <p:cxnSp>
        <p:nvCxnSpPr>
          <p:cNvPr id="9" name="Straight Connector 8"/>
          <p:cNvCxnSpPr/>
          <p:nvPr userDrawn="1"/>
        </p:nvCxnSpPr>
        <p:spPr>
          <a:xfrm>
            <a:off x="550863" y="1110312"/>
            <a:ext cx="1106487"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0" name="Title Placeholder 1"/>
          <p:cNvSpPr>
            <a:spLocks noGrp="1"/>
          </p:cNvSpPr>
          <p:nvPr>
            <p:ph type="title" hasCustomPrompt="1"/>
          </p:nvPr>
        </p:nvSpPr>
        <p:spPr>
          <a:xfrm>
            <a:off x="550863" y="644525"/>
            <a:ext cx="10129837" cy="465786"/>
          </a:xfrm>
          <a:prstGeom prst="rect">
            <a:avLst/>
          </a:prstGeom>
        </p:spPr>
        <p:txBody>
          <a:bodyPr vert="horz" wrap="square" lIns="0" tIns="0" rIns="0" bIns="0" numCol="1" rtlCol="0" anchor="b" anchorCtr="0">
            <a:noAutofit/>
          </a:bodyPr>
          <a:lstStyle>
            <a:lvl1pPr>
              <a:lnSpc>
                <a:spcPts val="3600"/>
              </a:lnSpc>
              <a:defRPr sz="4400"/>
            </a:lvl1pPr>
          </a:lstStyle>
          <a:p>
            <a:r>
              <a:rPr lang="en-US" dirty="0"/>
              <a:t>click to edit title</a:t>
            </a:r>
            <a:endParaRPr lang="en-US" noProof="0" dirty="0"/>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_3 Column / Title_Subtitle_Content - Conf">
    <p:spTree>
      <p:nvGrpSpPr>
        <p:cNvPr id="1" name=""/>
        <p:cNvGrpSpPr/>
        <p:nvPr/>
      </p:nvGrpSpPr>
      <p:grpSpPr>
        <a:xfrm>
          <a:off x="0" y="0"/>
          <a:ext cx="0" cy="0"/>
          <a:chOff x="0" y="0"/>
          <a:chExt cx="0" cy="0"/>
        </a:xfrm>
      </p:grpSpPr>
      <p:sp>
        <p:nvSpPr>
          <p:cNvPr id="4" name="Text Placeholder 2"/>
          <p:cNvSpPr>
            <a:spLocks noGrp="1"/>
          </p:cNvSpPr>
          <p:nvPr>
            <p:ph type="body" idx="1" hasCustomPrompt="1"/>
          </p:nvPr>
        </p:nvSpPr>
        <p:spPr>
          <a:xfrm>
            <a:off x="550861" y="1293703"/>
            <a:ext cx="10129838" cy="432049"/>
          </a:xfrm>
          <a:prstGeom prst="rect">
            <a:avLst/>
          </a:prstGeom>
        </p:spPr>
        <p:txBody>
          <a:bodyPr lIns="0" tIns="0" rIns="0" bIns="0" anchor="t" anchorCtr="0">
            <a:noAutofit/>
          </a:bodyPr>
          <a:lstStyle>
            <a:lvl1pPr marL="0" indent="0">
              <a:lnSpc>
                <a:spcPts val="2000"/>
              </a:lnSpc>
              <a:buNone/>
              <a:defRPr sz="1400" b="1" i="0" cap="all" baseline="0">
                <a:solidFill>
                  <a:schemeClr val="tx1"/>
                </a:solidFill>
                <a:latin typeface="Source Sans Pro" charset="0"/>
                <a:ea typeface="Source Sans Pro" charset="0"/>
                <a:cs typeface="Source Sans Pro" charset="0"/>
              </a:defRPr>
            </a:lvl1pPr>
            <a:lvl2pPr marL="457143" indent="0">
              <a:buNone/>
              <a:defRPr sz="2000" b="1"/>
            </a:lvl2pPr>
            <a:lvl3pPr marL="914286" indent="0">
              <a:buNone/>
              <a:defRPr sz="1800" b="1"/>
            </a:lvl3pPr>
            <a:lvl4pPr marL="1371430" indent="0">
              <a:buNone/>
              <a:defRPr sz="1600" b="1"/>
            </a:lvl4pPr>
            <a:lvl5pPr marL="1828573" indent="0">
              <a:buNone/>
              <a:defRPr sz="1600" b="1"/>
            </a:lvl5pPr>
            <a:lvl6pPr marL="2285718" indent="0">
              <a:buNone/>
              <a:defRPr sz="1600" b="1"/>
            </a:lvl6pPr>
            <a:lvl7pPr marL="2742858" indent="0">
              <a:buNone/>
              <a:defRPr sz="1600" b="1"/>
            </a:lvl7pPr>
            <a:lvl8pPr marL="3200000" indent="0">
              <a:buNone/>
              <a:defRPr sz="1600" b="1"/>
            </a:lvl8pPr>
            <a:lvl9pPr marL="3657143" indent="0">
              <a:buNone/>
              <a:defRPr sz="1600" b="1"/>
            </a:lvl9pPr>
          </a:lstStyle>
          <a:p>
            <a:pPr lvl="0"/>
            <a:r>
              <a:rPr lang="en-US" noProof="0" dirty="0"/>
              <a:t>Click to edit title style</a:t>
            </a:r>
          </a:p>
        </p:txBody>
      </p:sp>
      <p:sp>
        <p:nvSpPr>
          <p:cNvPr id="5" name="Content Placeholder 3"/>
          <p:cNvSpPr>
            <a:spLocks noGrp="1"/>
          </p:cNvSpPr>
          <p:nvPr>
            <p:ph sz="half" idx="11" hasCustomPrompt="1"/>
          </p:nvPr>
        </p:nvSpPr>
        <p:spPr>
          <a:xfrm>
            <a:off x="550863" y="1869760"/>
            <a:ext cx="10129836" cy="4173853"/>
          </a:xfrm>
          <a:prstGeom prst="rect">
            <a:avLst/>
          </a:prstGeom>
        </p:spPr>
        <p:txBody>
          <a:bodyPr lIns="90000" numCol="3">
            <a:noAutofit/>
          </a:bodyPr>
          <a:lstStyle>
            <a:lvl1pPr>
              <a:defRPr sz="1600" b="0" i="0">
                <a:latin typeface="Source Sans Pro" charset="0"/>
                <a:ea typeface="Source Sans Pro" charset="0"/>
                <a:cs typeface="Source Sans Pro" charset="0"/>
              </a:defRPr>
            </a:lvl1pPr>
            <a:lvl2pPr>
              <a:defRPr sz="1600" b="0" i="0">
                <a:latin typeface="Source Sans Pro" charset="0"/>
                <a:ea typeface="Source Sans Pro" charset="0"/>
                <a:cs typeface="Source Sans Pro" charset="0"/>
              </a:defRPr>
            </a:lvl2pPr>
            <a:lvl3pPr>
              <a:defRPr sz="1600" b="0" i="0">
                <a:latin typeface="Source Sans Pro" charset="0"/>
                <a:ea typeface="Source Sans Pro" charset="0"/>
                <a:cs typeface="Source Sans Pro" charset="0"/>
              </a:defRPr>
            </a:lvl3pPr>
            <a:lvl4pPr>
              <a:defRPr sz="1600" b="0" i="0">
                <a:latin typeface="Source Sans Pro" charset="0"/>
                <a:ea typeface="Source Sans Pro" charset="0"/>
                <a:cs typeface="Source Sans Pro" charset="0"/>
              </a:defRPr>
            </a:lvl4pPr>
            <a:lvl5pPr>
              <a:defRPr sz="1600"/>
            </a:lvl5pPr>
            <a:lvl6pPr>
              <a:defRPr sz="1600"/>
            </a:lvl6pPr>
            <a:lvl7pPr>
              <a:defRPr sz="1600"/>
            </a:lvl7pPr>
            <a:lvl8pPr>
              <a:defRPr sz="1600"/>
            </a:lvl8pPr>
            <a:lvl9pPr>
              <a:defRPr sz="1600"/>
            </a:lvl9pPr>
          </a:lstStyle>
          <a:p>
            <a:pPr lvl="0"/>
            <a:r>
              <a:rPr lang="en-US" noProof="0" dirty="0"/>
              <a:t>Click to edit content</a:t>
            </a:r>
          </a:p>
          <a:p>
            <a:pPr lvl="1"/>
            <a:r>
              <a:rPr lang="en-US" noProof="0" dirty="0"/>
              <a:t>Second level</a:t>
            </a:r>
          </a:p>
          <a:p>
            <a:pPr lvl="2"/>
            <a:r>
              <a:rPr lang="en-US" noProof="0" dirty="0"/>
              <a:t>Third level</a:t>
            </a:r>
          </a:p>
        </p:txBody>
      </p:sp>
      <p:cxnSp>
        <p:nvCxnSpPr>
          <p:cNvPr id="7" name="Straight Connector 6"/>
          <p:cNvCxnSpPr/>
          <p:nvPr userDrawn="1"/>
        </p:nvCxnSpPr>
        <p:spPr>
          <a:xfrm>
            <a:off x="550863" y="1110312"/>
            <a:ext cx="1106487"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0" name="Title Placeholder 1"/>
          <p:cNvSpPr>
            <a:spLocks noGrp="1"/>
          </p:cNvSpPr>
          <p:nvPr>
            <p:ph type="title" hasCustomPrompt="1"/>
          </p:nvPr>
        </p:nvSpPr>
        <p:spPr>
          <a:xfrm>
            <a:off x="550863" y="644525"/>
            <a:ext cx="10129837" cy="465786"/>
          </a:xfrm>
          <a:prstGeom prst="rect">
            <a:avLst/>
          </a:prstGeom>
        </p:spPr>
        <p:txBody>
          <a:bodyPr vert="horz" wrap="square" lIns="0" tIns="0" rIns="0" bIns="0" numCol="1" rtlCol="0" anchor="b" anchorCtr="0">
            <a:noAutofit/>
          </a:bodyPr>
          <a:lstStyle>
            <a:lvl1pPr>
              <a:lnSpc>
                <a:spcPts val="3600"/>
              </a:lnSpc>
              <a:defRPr sz="4400"/>
            </a:lvl1pPr>
          </a:lstStyle>
          <a:p>
            <a:r>
              <a:rPr lang="en-US" dirty="0"/>
              <a:t>click to edit title</a:t>
            </a:r>
            <a:endParaRPr lang="en-US" noProof="0" dirty="0"/>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_3 Columns / Comparison - Conf">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551386" y="1293703"/>
            <a:ext cx="3007790" cy="432049"/>
          </a:xfrm>
          <a:prstGeom prst="rect">
            <a:avLst/>
          </a:prstGeom>
        </p:spPr>
        <p:txBody>
          <a:bodyPr lIns="0" tIns="0" rIns="0" bIns="0" anchor="t" anchorCtr="0">
            <a:noAutofit/>
          </a:bodyPr>
          <a:lstStyle>
            <a:lvl1pPr marL="0" indent="0">
              <a:lnSpc>
                <a:spcPts val="2000"/>
              </a:lnSpc>
              <a:buNone/>
              <a:defRPr sz="1800" b="1" i="0" cap="all" baseline="0">
                <a:solidFill>
                  <a:schemeClr val="tx1"/>
                </a:solidFill>
                <a:latin typeface="Source Sans Pro" charset="0"/>
                <a:ea typeface="Source Sans Pro" charset="0"/>
                <a:cs typeface="Source Sans Pro" charset="0"/>
              </a:defRPr>
            </a:lvl1pPr>
            <a:lvl2pPr marL="457143" indent="0">
              <a:buNone/>
              <a:defRPr sz="2000" b="1"/>
            </a:lvl2pPr>
            <a:lvl3pPr marL="914286" indent="0">
              <a:buNone/>
              <a:defRPr sz="1800" b="1"/>
            </a:lvl3pPr>
            <a:lvl4pPr marL="1371430" indent="0">
              <a:buNone/>
              <a:defRPr sz="1600" b="1"/>
            </a:lvl4pPr>
            <a:lvl5pPr marL="1828573" indent="0">
              <a:buNone/>
              <a:defRPr sz="1600" b="1"/>
            </a:lvl5pPr>
            <a:lvl6pPr marL="2285718" indent="0">
              <a:buNone/>
              <a:defRPr sz="1600" b="1"/>
            </a:lvl6pPr>
            <a:lvl7pPr marL="2742858" indent="0">
              <a:buNone/>
              <a:defRPr sz="1600" b="1"/>
            </a:lvl7pPr>
            <a:lvl8pPr marL="3200000" indent="0">
              <a:buNone/>
              <a:defRPr sz="1600" b="1"/>
            </a:lvl8pPr>
            <a:lvl9pPr marL="3657143" indent="0">
              <a:buNone/>
              <a:defRPr sz="1600" b="1"/>
            </a:lvl9pPr>
          </a:lstStyle>
          <a:p>
            <a:pPr lvl="0"/>
            <a:r>
              <a:rPr lang="en-US" noProof="0" dirty="0"/>
              <a:t>Click to edit title style</a:t>
            </a:r>
          </a:p>
        </p:txBody>
      </p:sp>
      <p:sp>
        <p:nvSpPr>
          <p:cNvPr id="14" name="Content Placeholder 3"/>
          <p:cNvSpPr>
            <a:spLocks noGrp="1"/>
          </p:cNvSpPr>
          <p:nvPr>
            <p:ph sz="half" idx="11" hasCustomPrompt="1"/>
          </p:nvPr>
        </p:nvSpPr>
        <p:spPr>
          <a:xfrm>
            <a:off x="551385" y="1869760"/>
            <a:ext cx="3007792" cy="4173853"/>
          </a:xfrm>
          <a:prstGeom prst="rect">
            <a:avLst/>
          </a:prstGeom>
        </p:spPr>
        <p:txBody>
          <a:bodyPr lIns="90000">
            <a:noAutofit/>
          </a:bodyPr>
          <a:lstStyle>
            <a:lvl1pPr>
              <a:defRPr sz="1600" b="0" i="0">
                <a:latin typeface="Source Sans Pro" charset="0"/>
                <a:ea typeface="Source Sans Pro" charset="0"/>
                <a:cs typeface="Source Sans Pro" charset="0"/>
              </a:defRPr>
            </a:lvl1pPr>
            <a:lvl2pPr>
              <a:defRPr sz="1600" b="0" i="0">
                <a:latin typeface="Source Sans Pro" charset="0"/>
                <a:ea typeface="Source Sans Pro" charset="0"/>
                <a:cs typeface="Source Sans Pro" charset="0"/>
              </a:defRPr>
            </a:lvl2pPr>
            <a:lvl3pPr>
              <a:defRPr sz="1600" b="0" i="0">
                <a:latin typeface="Source Sans Pro" charset="0"/>
                <a:ea typeface="Source Sans Pro" charset="0"/>
                <a:cs typeface="Source Sans Pro" charset="0"/>
              </a:defRPr>
            </a:lvl3pPr>
            <a:lvl4pPr>
              <a:defRPr sz="1600" b="0" i="0">
                <a:latin typeface="Source Sans Pro" charset="0"/>
                <a:ea typeface="Source Sans Pro" charset="0"/>
                <a:cs typeface="Source Sans Pro" charset="0"/>
              </a:defRPr>
            </a:lvl4pPr>
            <a:lvl5pPr>
              <a:defRPr sz="1600"/>
            </a:lvl5pPr>
            <a:lvl6pPr>
              <a:defRPr sz="1600"/>
            </a:lvl6pPr>
            <a:lvl7pPr>
              <a:defRPr sz="1600"/>
            </a:lvl7pPr>
            <a:lvl8pPr>
              <a:defRPr sz="1600"/>
            </a:lvl8pPr>
            <a:lvl9pPr>
              <a:defRPr sz="1600"/>
            </a:lvl9pPr>
          </a:lstStyle>
          <a:p>
            <a:pPr lvl="0"/>
            <a:r>
              <a:rPr lang="en-US" noProof="0" dirty="0"/>
              <a:t>Click to edit content</a:t>
            </a:r>
          </a:p>
          <a:p>
            <a:pPr lvl="1"/>
            <a:r>
              <a:rPr lang="en-US" noProof="0" dirty="0"/>
              <a:t>Second level</a:t>
            </a:r>
          </a:p>
          <a:p>
            <a:pPr lvl="2"/>
            <a:r>
              <a:rPr lang="en-US" noProof="0" dirty="0"/>
              <a:t>Third level</a:t>
            </a:r>
          </a:p>
          <a:p>
            <a:pPr lvl="3"/>
            <a:r>
              <a:rPr lang="en-US" noProof="0" dirty="0"/>
              <a:t>Fourth level</a:t>
            </a:r>
          </a:p>
          <a:p>
            <a:pPr lvl="3"/>
            <a:r>
              <a:rPr lang="en-US" noProof="0" dirty="0"/>
              <a:t>	Fifth level</a:t>
            </a:r>
          </a:p>
        </p:txBody>
      </p:sp>
      <p:cxnSp>
        <p:nvCxnSpPr>
          <p:cNvPr id="11" name="Straight Connector 10"/>
          <p:cNvCxnSpPr/>
          <p:nvPr userDrawn="1"/>
        </p:nvCxnSpPr>
        <p:spPr>
          <a:xfrm>
            <a:off x="550863" y="1110312"/>
            <a:ext cx="1106487"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9" name="Text Placeholder 2"/>
          <p:cNvSpPr>
            <a:spLocks noGrp="1"/>
          </p:cNvSpPr>
          <p:nvPr>
            <p:ph type="body" idx="16" hasCustomPrompt="1"/>
          </p:nvPr>
        </p:nvSpPr>
        <p:spPr>
          <a:xfrm>
            <a:off x="4149839" y="1293703"/>
            <a:ext cx="3007790" cy="432049"/>
          </a:xfrm>
          <a:prstGeom prst="rect">
            <a:avLst/>
          </a:prstGeom>
        </p:spPr>
        <p:txBody>
          <a:bodyPr lIns="0" tIns="0" rIns="0" bIns="0" anchor="t" anchorCtr="0">
            <a:noAutofit/>
          </a:bodyPr>
          <a:lstStyle>
            <a:lvl1pPr marL="0" indent="0">
              <a:lnSpc>
                <a:spcPts val="2000"/>
              </a:lnSpc>
              <a:buNone/>
              <a:defRPr sz="1800" b="1" i="0" cap="all" baseline="0">
                <a:solidFill>
                  <a:schemeClr val="tx1"/>
                </a:solidFill>
                <a:latin typeface="Source Sans Pro" charset="0"/>
                <a:ea typeface="Source Sans Pro" charset="0"/>
                <a:cs typeface="Source Sans Pro" charset="0"/>
              </a:defRPr>
            </a:lvl1pPr>
            <a:lvl2pPr marL="457143" indent="0">
              <a:buNone/>
              <a:defRPr sz="2000" b="1"/>
            </a:lvl2pPr>
            <a:lvl3pPr marL="914286" indent="0">
              <a:buNone/>
              <a:defRPr sz="1800" b="1"/>
            </a:lvl3pPr>
            <a:lvl4pPr marL="1371430" indent="0">
              <a:buNone/>
              <a:defRPr sz="1600" b="1"/>
            </a:lvl4pPr>
            <a:lvl5pPr marL="1828573" indent="0">
              <a:buNone/>
              <a:defRPr sz="1600" b="1"/>
            </a:lvl5pPr>
            <a:lvl6pPr marL="2285718" indent="0">
              <a:buNone/>
              <a:defRPr sz="1600" b="1"/>
            </a:lvl6pPr>
            <a:lvl7pPr marL="2742858" indent="0">
              <a:buNone/>
              <a:defRPr sz="1600" b="1"/>
            </a:lvl7pPr>
            <a:lvl8pPr marL="3200000" indent="0">
              <a:buNone/>
              <a:defRPr sz="1600" b="1"/>
            </a:lvl8pPr>
            <a:lvl9pPr marL="3657143" indent="0">
              <a:buNone/>
              <a:defRPr sz="1600" b="1"/>
            </a:lvl9pPr>
          </a:lstStyle>
          <a:p>
            <a:pPr lvl="0"/>
            <a:r>
              <a:rPr lang="en-US" noProof="0" dirty="0"/>
              <a:t>Click to edit title style</a:t>
            </a:r>
          </a:p>
        </p:txBody>
      </p:sp>
      <p:sp>
        <p:nvSpPr>
          <p:cNvPr id="20" name="Content Placeholder 3"/>
          <p:cNvSpPr>
            <a:spLocks noGrp="1"/>
          </p:cNvSpPr>
          <p:nvPr>
            <p:ph sz="half" idx="17" hasCustomPrompt="1"/>
          </p:nvPr>
        </p:nvSpPr>
        <p:spPr>
          <a:xfrm>
            <a:off x="4149838" y="1869760"/>
            <a:ext cx="3007792" cy="4173853"/>
          </a:xfrm>
          <a:prstGeom prst="rect">
            <a:avLst/>
          </a:prstGeom>
        </p:spPr>
        <p:txBody>
          <a:bodyPr lIns="90000">
            <a:noAutofit/>
          </a:bodyPr>
          <a:lstStyle>
            <a:lvl1pPr>
              <a:defRPr sz="1600" b="0" i="0">
                <a:latin typeface="Source Sans Pro" charset="0"/>
                <a:ea typeface="Source Sans Pro" charset="0"/>
                <a:cs typeface="Source Sans Pro" charset="0"/>
              </a:defRPr>
            </a:lvl1pPr>
            <a:lvl2pPr>
              <a:defRPr sz="1600" b="0" i="0">
                <a:latin typeface="Source Sans Pro" charset="0"/>
                <a:ea typeface="Source Sans Pro" charset="0"/>
                <a:cs typeface="Source Sans Pro" charset="0"/>
              </a:defRPr>
            </a:lvl2pPr>
            <a:lvl3pPr>
              <a:defRPr sz="1600" b="0" i="0">
                <a:latin typeface="Source Sans Pro" charset="0"/>
                <a:ea typeface="Source Sans Pro" charset="0"/>
                <a:cs typeface="Source Sans Pro" charset="0"/>
              </a:defRPr>
            </a:lvl3pPr>
            <a:lvl4pPr>
              <a:defRPr sz="1600" b="0" i="0">
                <a:latin typeface="Source Sans Pro" charset="0"/>
                <a:ea typeface="Source Sans Pro" charset="0"/>
                <a:cs typeface="Source Sans Pro" charset="0"/>
              </a:defRPr>
            </a:lvl4pPr>
            <a:lvl5pPr>
              <a:defRPr sz="1600"/>
            </a:lvl5pPr>
            <a:lvl6pPr>
              <a:defRPr sz="1600"/>
            </a:lvl6pPr>
            <a:lvl7pPr>
              <a:defRPr sz="1600"/>
            </a:lvl7pPr>
            <a:lvl8pPr>
              <a:defRPr sz="1600"/>
            </a:lvl8pPr>
            <a:lvl9pPr>
              <a:defRPr sz="1600"/>
            </a:lvl9pPr>
          </a:lstStyle>
          <a:p>
            <a:pPr lvl="0"/>
            <a:r>
              <a:rPr lang="en-US" noProof="0" dirty="0"/>
              <a:t>Click to edit content</a:t>
            </a:r>
          </a:p>
          <a:p>
            <a:pPr lvl="1"/>
            <a:r>
              <a:rPr lang="en-US" noProof="0" dirty="0"/>
              <a:t>Second level</a:t>
            </a:r>
          </a:p>
          <a:p>
            <a:pPr lvl="2"/>
            <a:r>
              <a:rPr lang="en-US" noProof="0" dirty="0"/>
              <a:t>Third level</a:t>
            </a:r>
          </a:p>
          <a:p>
            <a:pPr lvl="3"/>
            <a:r>
              <a:rPr lang="en-US" noProof="0" dirty="0"/>
              <a:t>Fourth level</a:t>
            </a:r>
          </a:p>
          <a:p>
            <a:pPr lvl="3"/>
            <a:r>
              <a:rPr lang="en-US" noProof="0" dirty="0"/>
              <a:t>	Fifth level</a:t>
            </a:r>
          </a:p>
        </p:txBody>
      </p:sp>
      <p:sp>
        <p:nvSpPr>
          <p:cNvPr id="23" name="Text Placeholder 2"/>
          <p:cNvSpPr>
            <a:spLocks noGrp="1"/>
          </p:cNvSpPr>
          <p:nvPr>
            <p:ph type="body" idx="18" hasCustomPrompt="1"/>
          </p:nvPr>
        </p:nvSpPr>
        <p:spPr>
          <a:xfrm>
            <a:off x="7680325" y="1293703"/>
            <a:ext cx="3007790" cy="432049"/>
          </a:xfrm>
          <a:prstGeom prst="rect">
            <a:avLst/>
          </a:prstGeom>
        </p:spPr>
        <p:txBody>
          <a:bodyPr lIns="0" tIns="0" rIns="0" bIns="0" anchor="t" anchorCtr="0">
            <a:noAutofit/>
          </a:bodyPr>
          <a:lstStyle>
            <a:lvl1pPr marL="0" indent="0">
              <a:lnSpc>
                <a:spcPts val="2000"/>
              </a:lnSpc>
              <a:buNone/>
              <a:defRPr sz="1800" b="1" i="0" cap="all" baseline="0">
                <a:solidFill>
                  <a:schemeClr val="tx1"/>
                </a:solidFill>
                <a:latin typeface="Source Sans Pro" charset="0"/>
                <a:ea typeface="Source Sans Pro" charset="0"/>
                <a:cs typeface="Source Sans Pro" charset="0"/>
              </a:defRPr>
            </a:lvl1pPr>
            <a:lvl2pPr marL="457143" indent="0">
              <a:buNone/>
              <a:defRPr sz="2000" b="1"/>
            </a:lvl2pPr>
            <a:lvl3pPr marL="914286" indent="0">
              <a:buNone/>
              <a:defRPr sz="1800" b="1"/>
            </a:lvl3pPr>
            <a:lvl4pPr marL="1371430" indent="0">
              <a:buNone/>
              <a:defRPr sz="1600" b="1"/>
            </a:lvl4pPr>
            <a:lvl5pPr marL="1828573" indent="0">
              <a:buNone/>
              <a:defRPr sz="1600" b="1"/>
            </a:lvl5pPr>
            <a:lvl6pPr marL="2285718" indent="0">
              <a:buNone/>
              <a:defRPr sz="1600" b="1"/>
            </a:lvl6pPr>
            <a:lvl7pPr marL="2742858" indent="0">
              <a:buNone/>
              <a:defRPr sz="1600" b="1"/>
            </a:lvl7pPr>
            <a:lvl8pPr marL="3200000" indent="0">
              <a:buNone/>
              <a:defRPr sz="1600" b="1"/>
            </a:lvl8pPr>
            <a:lvl9pPr marL="3657143" indent="0">
              <a:buNone/>
              <a:defRPr sz="1600" b="1"/>
            </a:lvl9pPr>
          </a:lstStyle>
          <a:p>
            <a:pPr lvl="0"/>
            <a:r>
              <a:rPr lang="en-US" noProof="0" dirty="0"/>
              <a:t>Click to edit title style</a:t>
            </a:r>
          </a:p>
        </p:txBody>
      </p:sp>
      <p:sp>
        <p:nvSpPr>
          <p:cNvPr id="24" name="Content Placeholder 3"/>
          <p:cNvSpPr>
            <a:spLocks noGrp="1"/>
          </p:cNvSpPr>
          <p:nvPr>
            <p:ph sz="half" idx="19" hasCustomPrompt="1"/>
          </p:nvPr>
        </p:nvSpPr>
        <p:spPr>
          <a:xfrm>
            <a:off x="7680324" y="1869760"/>
            <a:ext cx="3007792" cy="4173853"/>
          </a:xfrm>
          <a:prstGeom prst="rect">
            <a:avLst/>
          </a:prstGeom>
        </p:spPr>
        <p:txBody>
          <a:bodyPr lIns="90000">
            <a:noAutofit/>
          </a:bodyPr>
          <a:lstStyle>
            <a:lvl1pPr>
              <a:defRPr sz="1600" b="0" i="0">
                <a:latin typeface="Source Sans Pro" charset="0"/>
                <a:ea typeface="Source Sans Pro" charset="0"/>
                <a:cs typeface="Source Sans Pro" charset="0"/>
              </a:defRPr>
            </a:lvl1pPr>
            <a:lvl2pPr>
              <a:defRPr sz="1600" b="0" i="0">
                <a:latin typeface="Source Sans Pro" charset="0"/>
                <a:ea typeface="Source Sans Pro" charset="0"/>
                <a:cs typeface="Source Sans Pro" charset="0"/>
              </a:defRPr>
            </a:lvl2pPr>
            <a:lvl3pPr>
              <a:defRPr sz="1600" b="0" i="0">
                <a:latin typeface="Source Sans Pro" charset="0"/>
                <a:ea typeface="Source Sans Pro" charset="0"/>
                <a:cs typeface="Source Sans Pro" charset="0"/>
              </a:defRPr>
            </a:lvl3pPr>
            <a:lvl4pPr>
              <a:defRPr sz="1600" b="0" i="0">
                <a:latin typeface="Source Sans Pro" charset="0"/>
                <a:ea typeface="Source Sans Pro" charset="0"/>
                <a:cs typeface="Source Sans Pro" charset="0"/>
              </a:defRPr>
            </a:lvl4pPr>
            <a:lvl5pPr>
              <a:defRPr sz="1600"/>
            </a:lvl5pPr>
            <a:lvl6pPr>
              <a:defRPr sz="1600"/>
            </a:lvl6pPr>
            <a:lvl7pPr>
              <a:defRPr sz="1600"/>
            </a:lvl7pPr>
            <a:lvl8pPr>
              <a:defRPr sz="1600"/>
            </a:lvl8pPr>
            <a:lvl9pPr>
              <a:defRPr sz="1600"/>
            </a:lvl9pPr>
          </a:lstStyle>
          <a:p>
            <a:pPr lvl="0"/>
            <a:r>
              <a:rPr lang="en-US" noProof="0" dirty="0"/>
              <a:t>Click to edit content</a:t>
            </a:r>
          </a:p>
          <a:p>
            <a:pPr lvl="1"/>
            <a:r>
              <a:rPr lang="en-US" noProof="0" dirty="0"/>
              <a:t>Second level</a:t>
            </a:r>
          </a:p>
          <a:p>
            <a:pPr lvl="2"/>
            <a:r>
              <a:rPr lang="en-US" noProof="0" dirty="0"/>
              <a:t>Third level</a:t>
            </a:r>
          </a:p>
          <a:p>
            <a:pPr lvl="3"/>
            <a:r>
              <a:rPr lang="en-US" noProof="0" dirty="0"/>
              <a:t>Fourth level</a:t>
            </a:r>
          </a:p>
          <a:p>
            <a:pPr lvl="3"/>
            <a:r>
              <a:rPr lang="en-US" noProof="0" dirty="0"/>
              <a:t>	Fifth level</a:t>
            </a:r>
          </a:p>
        </p:txBody>
      </p:sp>
      <p:sp>
        <p:nvSpPr>
          <p:cNvPr id="25" name="Title Placeholder 1"/>
          <p:cNvSpPr>
            <a:spLocks noGrp="1"/>
          </p:cNvSpPr>
          <p:nvPr>
            <p:ph type="title" hasCustomPrompt="1"/>
          </p:nvPr>
        </p:nvSpPr>
        <p:spPr>
          <a:xfrm>
            <a:off x="550863" y="644525"/>
            <a:ext cx="10129837" cy="465786"/>
          </a:xfrm>
          <a:prstGeom prst="rect">
            <a:avLst/>
          </a:prstGeom>
        </p:spPr>
        <p:txBody>
          <a:bodyPr vert="horz" wrap="square" lIns="0" tIns="0" rIns="0" bIns="0" numCol="1" rtlCol="0" anchor="b" anchorCtr="0">
            <a:noAutofit/>
          </a:bodyPr>
          <a:lstStyle>
            <a:lvl1pPr>
              <a:lnSpc>
                <a:spcPts val="3600"/>
              </a:lnSpc>
              <a:defRPr sz="4400"/>
            </a:lvl1pPr>
          </a:lstStyle>
          <a:p>
            <a:r>
              <a:rPr lang="en-US" dirty="0"/>
              <a:t>click to edit title</a:t>
            </a:r>
            <a:endParaRPr lang="en-US" noProof="0" dirty="0"/>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_Blank - Conf">
    <p:spTree>
      <p:nvGrpSpPr>
        <p:cNvPr id="1" name=""/>
        <p:cNvGrpSpPr/>
        <p:nvPr/>
      </p:nvGrpSpPr>
      <p:grpSpPr>
        <a:xfrm>
          <a:off x="0" y="0"/>
          <a:ext cx="0" cy="0"/>
          <a:chOff x="0" y="0"/>
          <a:chExt cx="0" cy="0"/>
        </a:xfrm>
      </p:grpSpPr>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_Introduce Page - Conf">
    <p:spTree>
      <p:nvGrpSpPr>
        <p:cNvPr id="1" name=""/>
        <p:cNvGrpSpPr/>
        <p:nvPr/>
      </p:nvGrpSpPr>
      <p:grpSpPr>
        <a:xfrm>
          <a:off x="0" y="0"/>
          <a:ext cx="0" cy="0"/>
          <a:chOff x="0" y="0"/>
          <a:chExt cx="0" cy="0"/>
        </a:xfrm>
      </p:grpSpPr>
      <p:cxnSp>
        <p:nvCxnSpPr>
          <p:cNvPr id="5" name="Straight Connector 4"/>
          <p:cNvCxnSpPr/>
          <p:nvPr userDrawn="1"/>
        </p:nvCxnSpPr>
        <p:spPr>
          <a:xfrm>
            <a:off x="5663952" y="2132856"/>
            <a:ext cx="864096" cy="0"/>
          </a:xfrm>
          <a:prstGeom prst="line">
            <a:avLst/>
          </a:prstGeom>
        </p:spPr>
        <p:style>
          <a:lnRef idx="1">
            <a:schemeClr val="accent1"/>
          </a:lnRef>
          <a:fillRef idx="0">
            <a:schemeClr val="accent1"/>
          </a:fillRef>
          <a:effectRef idx="0">
            <a:schemeClr val="accent1"/>
          </a:effectRef>
          <a:fontRef idx="minor">
            <a:schemeClr val="tx1"/>
          </a:fontRef>
        </p:style>
      </p:cxnSp>
      <p:sp>
        <p:nvSpPr>
          <p:cNvPr id="6" name="Title Placeholder 1"/>
          <p:cNvSpPr txBox="1">
            <a:spLocks/>
          </p:cNvSpPr>
          <p:nvPr userDrawn="1"/>
        </p:nvSpPr>
        <p:spPr>
          <a:xfrm>
            <a:off x="4145146" y="1455167"/>
            <a:ext cx="3901709" cy="461665"/>
          </a:xfrm>
          <a:prstGeom prst="rect">
            <a:avLst/>
          </a:prstGeom>
        </p:spPr>
        <p:txBody>
          <a:bodyPr vert="horz" wrap="none" lIns="0" tIns="0" rIns="0" bIns="0" numCol="1" rtlCol="0" anchor="b" anchorCtr="1">
            <a:spAutoFit/>
          </a:bodyPr>
          <a:lstStyle>
            <a:lvl1pPr algn="l" defTabSz="914286" rtl="0" eaLnBrk="1" latinLnBrk="0" hangingPunct="1">
              <a:lnSpc>
                <a:spcPts val="3600"/>
              </a:lnSpc>
              <a:spcBef>
                <a:spcPct val="0"/>
              </a:spcBef>
              <a:buNone/>
              <a:defRPr sz="4400" b="0" i="0" kern="1200" cap="small" baseline="0">
                <a:solidFill>
                  <a:schemeClr val="tx1"/>
                </a:solidFill>
                <a:latin typeface="Source Sans Pro" charset="0"/>
                <a:ea typeface="Source Sans Pro" charset="0"/>
                <a:cs typeface="Source Sans Pro" charset="0"/>
              </a:defRPr>
            </a:lvl1pPr>
          </a:lstStyle>
          <a:p>
            <a:pPr algn="ctr"/>
            <a:r>
              <a:rPr lang="en-US" dirty="0"/>
              <a:t>click to edit title</a:t>
            </a:r>
          </a:p>
        </p:txBody>
      </p:sp>
      <p:sp>
        <p:nvSpPr>
          <p:cNvPr id="8" name="Content Placeholder 3"/>
          <p:cNvSpPr>
            <a:spLocks noGrp="1"/>
          </p:cNvSpPr>
          <p:nvPr>
            <p:ph sz="half" idx="11" hasCustomPrompt="1"/>
          </p:nvPr>
        </p:nvSpPr>
        <p:spPr>
          <a:xfrm>
            <a:off x="1031082" y="2479536"/>
            <a:ext cx="10129837" cy="3564077"/>
          </a:xfrm>
          <a:prstGeom prst="rect">
            <a:avLst/>
          </a:prstGeom>
        </p:spPr>
        <p:txBody>
          <a:bodyPr lIns="90000" anchor="t" anchorCtr="1">
            <a:noAutofit/>
          </a:bodyPr>
          <a:lstStyle>
            <a:lvl1pPr>
              <a:defRPr sz="1600" b="0" i="0">
                <a:latin typeface="Source Sans Pro" charset="0"/>
                <a:ea typeface="Source Sans Pro" charset="0"/>
                <a:cs typeface="Source Sans Pro" charset="0"/>
              </a:defRPr>
            </a:lvl1pPr>
            <a:lvl2pPr>
              <a:defRPr sz="1600" b="0" i="0">
                <a:latin typeface="Source Sans Pro" charset="0"/>
                <a:ea typeface="Source Sans Pro" charset="0"/>
                <a:cs typeface="Source Sans Pro" charset="0"/>
              </a:defRPr>
            </a:lvl2pPr>
            <a:lvl3pPr>
              <a:defRPr sz="1600" b="0" i="0">
                <a:latin typeface="Source Sans Pro" charset="0"/>
                <a:ea typeface="Source Sans Pro" charset="0"/>
                <a:cs typeface="Source Sans Pro" charset="0"/>
              </a:defRPr>
            </a:lvl3pPr>
            <a:lvl4pPr>
              <a:defRPr sz="1600" b="0" i="0">
                <a:latin typeface="Source Sans Pro" charset="0"/>
                <a:ea typeface="Source Sans Pro" charset="0"/>
                <a:cs typeface="Source Sans Pro" charset="0"/>
              </a:defRPr>
            </a:lvl4pPr>
            <a:lvl5pPr>
              <a:defRPr sz="1600"/>
            </a:lvl5pPr>
            <a:lvl6pPr>
              <a:defRPr sz="1600"/>
            </a:lvl6pPr>
            <a:lvl7pPr>
              <a:defRPr sz="1600"/>
            </a:lvl7pPr>
            <a:lvl8pPr>
              <a:defRPr sz="1600"/>
            </a:lvl8pPr>
            <a:lvl9pPr>
              <a:defRPr sz="1600"/>
            </a:lvl9pPr>
          </a:lstStyle>
          <a:p>
            <a:pPr lvl="0"/>
            <a:r>
              <a:rPr lang="en-US" noProof="0" dirty="0"/>
              <a:t>Click to edit content</a:t>
            </a:r>
          </a:p>
          <a:p>
            <a:pPr lvl="1"/>
            <a:r>
              <a:rPr lang="en-US" noProof="0" dirty="0"/>
              <a:t>Second level</a:t>
            </a:r>
          </a:p>
          <a:p>
            <a:pPr lvl="2"/>
            <a:r>
              <a:rPr lang="en-US" noProof="0" dirty="0"/>
              <a:t>Third level</a:t>
            </a: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Legal - Disclaimer &amp; Confidentiality">
    <p:spTree>
      <p:nvGrpSpPr>
        <p:cNvPr id="1" name=""/>
        <p:cNvGrpSpPr/>
        <p:nvPr/>
      </p:nvGrpSpPr>
      <p:grpSpPr>
        <a:xfrm>
          <a:off x="0" y="0"/>
          <a:ext cx="0" cy="0"/>
          <a:chOff x="0" y="0"/>
          <a:chExt cx="0" cy="0"/>
        </a:xfrm>
      </p:grpSpPr>
      <p:sp>
        <p:nvSpPr>
          <p:cNvPr id="6" name="Rectangle 5"/>
          <p:cNvSpPr/>
          <p:nvPr/>
        </p:nvSpPr>
        <p:spPr>
          <a:xfrm>
            <a:off x="1031082" y="1556791"/>
            <a:ext cx="10129837" cy="461665"/>
          </a:xfrm>
          <a:prstGeom prst="rect">
            <a:avLst/>
          </a:prstGeom>
        </p:spPr>
        <p:txBody>
          <a:bodyPr wrap="square">
            <a:spAutoFit/>
          </a:bodyPr>
          <a:lstStyle/>
          <a:p>
            <a:pPr algn="ctr"/>
            <a:r>
              <a:rPr lang="fr-FR" sz="2400" dirty="0"/>
              <a:t>DISCLAIMER &amp; CONFIDENTIALITY</a:t>
            </a:r>
            <a:endParaRPr lang="en-US" sz="2400" dirty="0"/>
          </a:p>
        </p:txBody>
      </p:sp>
      <p:cxnSp>
        <p:nvCxnSpPr>
          <p:cNvPr id="15" name="Straight Connector 14"/>
          <p:cNvCxnSpPr/>
          <p:nvPr/>
        </p:nvCxnSpPr>
        <p:spPr>
          <a:xfrm>
            <a:off x="5663952" y="2132856"/>
            <a:ext cx="864096" cy="0"/>
          </a:xfrm>
          <a:prstGeom prst="line">
            <a:avLst/>
          </a:prstGeom>
        </p:spPr>
        <p:style>
          <a:lnRef idx="1">
            <a:schemeClr val="accent1"/>
          </a:lnRef>
          <a:fillRef idx="0">
            <a:schemeClr val="accent1"/>
          </a:fillRef>
          <a:effectRef idx="0">
            <a:schemeClr val="accent1"/>
          </a:effectRef>
          <a:fontRef idx="minor">
            <a:schemeClr val="tx1"/>
          </a:fontRef>
        </p:style>
      </p:cxnSp>
      <p:sp>
        <p:nvSpPr>
          <p:cNvPr id="5" name="Rectangle 4"/>
          <p:cNvSpPr/>
          <p:nvPr userDrawn="1"/>
        </p:nvSpPr>
        <p:spPr>
          <a:xfrm>
            <a:off x="1031082" y="1556791"/>
            <a:ext cx="10129837" cy="461665"/>
          </a:xfrm>
          <a:prstGeom prst="rect">
            <a:avLst/>
          </a:prstGeom>
        </p:spPr>
        <p:txBody>
          <a:bodyPr wrap="square">
            <a:spAutoFit/>
          </a:bodyPr>
          <a:lstStyle/>
          <a:p>
            <a:pPr algn="ctr"/>
            <a:r>
              <a:rPr lang="fr-FR" sz="2400" dirty="0"/>
              <a:t>DISCLAIMER &amp; CONFIDENTIALITY</a:t>
            </a:r>
            <a:endParaRPr lang="en-US" sz="2400" dirty="0"/>
          </a:p>
        </p:txBody>
      </p:sp>
      <p:cxnSp>
        <p:nvCxnSpPr>
          <p:cNvPr id="8" name="Straight Connector 7"/>
          <p:cNvCxnSpPr/>
          <p:nvPr userDrawn="1"/>
        </p:nvCxnSpPr>
        <p:spPr>
          <a:xfrm>
            <a:off x="5663952" y="2132856"/>
            <a:ext cx="864096" cy="0"/>
          </a:xfrm>
          <a:prstGeom prst="line">
            <a:avLst/>
          </a:prstGeom>
        </p:spPr>
        <p:style>
          <a:lnRef idx="1">
            <a:schemeClr val="accent1"/>
          </a:lnRef>
          <a:fillRef idx="0">
            <a:schemeClr val="accent1"/>
          </a:fillRef>
          <a:effectRef idx="0">
            <a:schemeClr val="accent1"/>
          </a:effectRef>
          <a:fontRef idx="minor">
            <a:schemeClr val="tx1"/>
          </a:fontRef>
        </p:style>
      </p:cxnSp>
      <p:sp>
        <p:nvSpPr>
          <p:cNvPr id="9" name="TextBox 8"/>
          <p:cNvSpPr txBox="1"/>
          <p:nvPr userDrawn="1"/>
        </p:nvSpPr>
        <p:spPr>
          <a:xfrm>
            <a:off x="1031082" y="2479536"/>
            <a:ext cx="10129837" cy="2970044"/>
          </a:xfrm>
          <a:prstGeom prst="rect">
            <a:avLst/>
          </a:prstGeom>
          <a:noFill/>
        </p:spPr>
        <p:txBody>
          <a:bodyPr vert="horz" wrap="square" lIns="0" tIns="0" rIns="0" bIns="0" numCol="1" spcCol="288000" rtlCol="0" anchor="t" anchorCtr="0">
            <a:spAutoFit/>
          </a:bodyPr>
          <a:lstStyle/>
          <a:p>
            <a:pPr marL="0" marR="0" indent="0" algn="ctr" defTabSz="914377" rtl="0" eaLnBrk="1" fontAlgn="auto" latinLnBrk="0" hangingPunct="1">
              <a:lnSpc>
                <a:spcPct val="100000"/>
              </a:lnSpc>
              <a:spcBef>
                <a:spcPts val="0"/>
              </a:spcBef>
              <a:spcAft>
                <a:spcPts val="600"/>
              </a:spcAft>
              <a:buClrTx/>
              <a:buSzTx/>
              <a:buFontTx/>
              <a:buNone/>
              <a:tabLst/>
              <a:defRPr/>
            </a:pPr>
            <a:r>
              <a:rPr lang="en-US" sz="1400" b="0" i="0" kern="1200" spc="0" dirty="0">
                <a:ln>
                  <a:noFill/>
                </a:ln>
                <a:solidFill>
                  <a:schemeClr val="tx2"/>
                </a:solidFill>
                <a:latin typeface="Source Sans Pro Light" charset="0"/>
                <a:ea typeface="Source Sans Pro Light" charset="0"/>
                <a:cs typeface="Source Sans Pro Light" charset="0"/>
              </a:rPr>
              <a:t>All rights reserved. Information, technical data and tutorials contained in this document are confidential and proprietary under copyright Law of Industrial Smart Software Technology (</a:t>
            </a:r>
            <a:r>
              <a:rPr lang="en-US" sz="1400" b="0" i="0" kern="1200" spc="0" dirty="0" err="1">
                <a:ln>
                  <a:noFill/>
                </a:ln>
                <a:solidFill>
                  <a:schemeClr val="tx2"/>
                </a:solidFill>
                <a:latin typeface="Source Sans Pro Light" charset="0"/>
                <a:ea typeface="Source Sans Pro Light" charset="0"/>
                <a:cs typeface="Source Sans Pro Light" charset="0"/>
              </a:rPr>
              <a:t>MicroEJ</a:t>
            </a:r>
            <a:r>
              <a:rPr lang="en-US" sz="1400" b="0" i="0" kern="1200" spc="0" dirty="0">
                <a:ln>
                  <a:noFill/>
                </a:ln>
                <a:solidFill>
                  <a:schemeClr val="tx2"/>
                </a:solidFill>
                <a:latin typeface="Source Sans Pro Light" charset="0"/>
                <a:ea typeface="Source Sans Pro Light" charset="0"/>
                <a:cs typeface="Source Sans Pro Light" charset="0"/>
              </a:rPr>
              <a:t> S.A.) operating under the brand name </a:t>
            </a:r>
            <a:r>
              <a:rPr lang="en-US" sz="1400" b="0" i="0" kern="1200" spc="0" dirty="0" err="1">
                <a:ln>
                  <a:noFill/>
                </a:ln>
                <a:solidFill>
                  <a:schemeClr val="tx2"/>
                </a:solidFill>
                <a:latin typeface="Source Sans Pro Light" charset="0"/>
                <a:ea typeface="Source Sans Pro Light" charset="0"/>
                <a:cs typeface="Source Sans Pro Light" charset="0"/>
              </a:rPr>
              <a:t>MicroEJ</a:t>
            </a:r>
            <a:r>
              <a:rPr lang="en-US" sz="1400" b="0" i="0" kern="1200" spc="0" dirty="0">
                <a:ln>
                  <a:noFill/>
                </a:ln>
                <a:solidFill>
                  <a:schemeClr val="tx2"/>
                </a:solidFill>
                <a:latin typeface="Source Sans Pro Light" charset="0"/>
                <a:ea typeface="Source Sans Pro Light" charset="0"/>
                <a:cs typeface="Source Sans Pro Light" charset="0"/>
              </a:rPr>
              <a:t>®. Without written permission from </a:t>
            </a:r>
            <a:r>
              <a:rPr lang="en-US" sz="1400" b="0" i="0" kern="1200" spc="0" dirty="0" err="1">
                <a:ln>
                  <a:noFill/>
                </a:ln>
                <a:solidFill>
                  <a:schemeClr val="tx2"/>
                </a:solidFill>
                <a:latin typeface="Source Sans Pro Light" charset="0"/>
                <a:ea typeface="Source Sans Pro Light" charset="0"/>
                <a:cs typeface="Source Sans Pro Light" charset="0"/>
              </a:rPr>
              <a:t>MicroEJ</a:t>
            </a:r>
            <a:r>
              <a:rPr lang="en-US" sz="1400" b="0" i="0" kern="1200" spc="0" dirty="0">
                <a:ln>
                  <a:noFill/>
                </a:ln>
                <a:solidFill>
                  <a:schemeClr val="tx2"/>
                </a:solidFill>
                <a:latin typeface="Source Sans Pro Light" charset="0"/>
                <a:ea typeface="Source Sans Pro Light" charset="0"/>
                <a:cs typeface="Source Sans Pro Light" charset="0"/>
              </a:rPr>
              <a:t> S.A., copying or sending parts of the document or the entire document by any means to third parties is not permitted. Granted authorizations for using parts of the document or the entire document do not mean </a:t>
            </a:r>
            <a:r>
              <a:rPr lang="en-US" sz="1400" b="0" i="0" kern="1200" spc="0" dirty="0" err="1">
                <a:ln>
                  <a:noFill/>
                </a:ln>
                <a:solidFill>
                  <a:schemeClr val="tx2"/>
                </a:solidFill>
                <a:latin typeface="Source Sans Pro Light" charset="0"/>
                <a:ea typeface="Source Sans Pro Light" charset="0"/>
                <a:cs typeface="Source Sans Pro Light" charset="0"/>
              </a:rPr>
              <a:t>MicroEJ</a:t>
            </a:r>
            <a:r>
              <a:rPr lang="en-US" sz="1400" b="0" i="0" kern="1200" spc="0" dirty="0">
                <a:ln>
                  <a:noFill/>
                </a:ln>
                <a:solidFill>
                  <a:schemeClr val="tx2"/>
                </a:solidFill>
                <a:latin typeface="Source Sans Pro Light" charset="0"/>
                <a:ea typeface="Source Sans Pro Light" charset="0"/>
                <a:cs typeface="Source Sans Pro Light" charset="0"/>
              </a:rPr>
              <a:t> S.A. gives public full access rights.</a:t>
            </a:r>
          </a:p>
          <a:p>
            <a:pPr marL="0" algn="ctr" defTabSz="914377" rtl="0" eaLnBrk="1" latinLnBrk="0" hangingPunct="1">
              <a:spcBef>
                <a:spcPts val="0"/>
              </a:spcBef>
              <a:spcAft>
                <a:spcPts val="600"/>
              </a:spcAft>
            </a:pPr>
            <a:endParaRPr lang="en-US" sz="1400" b="0" i="0" kern="1200" spc="0" dirty="0">
              <a:ln>
                <a:noFill/>
              </a:ln>
              <a:solidFill>
                <a:schemeClr val="tx2"/>
              </a:solidFill>
              <a:latin typeface="Source Sans Pro Light" charset="0"/>
              <a:ea typeface="Source Sans Pro Light" charset="0"/>
              <a:cs typeface="Source Sans Pro Light" charset="0"/>
            </a:endParaRPr>
          </a:p>
          <a:p>
            <a:pPr marL="0" algn="ctr" defTabSz="914377" rtl="0" eaLnBrk="1" latinLnBrk="0" hangingPunct="1">
              <a:spcBef>
                <a:spcPts val="0"/>
              </a:spcBef>
              <a:spcAft>
                <a:spcPts val="600"/>
              </a:spcAft>
            </a:pPr>
            <a:r>
              <a:rPr lang="en-US" sz="1400" b="0" i="0" kern="1200" spc="0" dirty="0">
                <a:ln>
                  <a:noFill/>
                </a:ln>
                <a:solidFill>
                  <a:schemeClr val="tx2"/>
                </a:solidFill>
                <a:latin typeface="Source Sans Pro Light" charset="0"/>
                <a:ea typeface="Source Sans Pro Light" charset="0"/>
                <a:cs typeface="Source Sans Pro Light" charset="0"/>
              </a:rPr>
              <a:t>The information contained herein is not warranted to be error-free.</a:t>
            </a:r>
          </a:p>
          <a:p>
            <a:pPr marL="0" algn="ctr" defTabSz="914377" rtl="0" eaLnBrk="1" latinLnBrk="0" hangingPunct="1">
              <a:spcBef>
                <a:spcPts val="0"/>
              </a:spcBef>
              <a:spcAft>
                <a:spcPts val="600"/>
              </a:spcAft>
            </a:pPr>
            <a:r>
              <a:rPr lang="en-US" sz="1400" b="0" i="0" kern="1200" spc="0" dirty="0">
                <a:ln>
                  <a:noFill/>
                </a:ln>
                <a:solidFill>
                  <a:schemeClr val="tx2"/>
                </a:solidFill>
                <a:latin typeface="Source Sans Pro Light" charset="0"/>
                <a:ea typeface="Source Sans Pro Light" charset="0"/>
                <a:cs typeface="Source Sans Pro Light" charset="0"/>
              </a:rPr>
              <a:t>IS2T® and </a:t>
            </a:r>
            <a:r>
              <a:rPr lang="en-US" sz="1400" b="0" i="0" kern="1200" spc="0" dirty="0" err="1">
                <a:ln>
                  <a:noFill/>
                </a:ln>
                <a:solidFill>
                  <a:schemeClr val="tx2"/>
                </a:solidFill>
                <a:latin typeface="Source Sans Pro Light" charset="0"/>
                <a:ea typeface="Source Sans Pro Light" charset="0"/>
                <a:cs typeface="Source Sans Pro Light" charset="0"/>
              </a:rPr>
              <a:t>MicroEJ</a:t>
            </a:r>
            <a:r>
              <a:rPr lang="en-US" sz="1400" b="0" i="0" kern="1200" spc="0" dirty="0">
                <a:ln>
                  <a:noFill/>
                </a:ln>
                <a:solidFill>
                  <a:schemeClr val="tx2"/>
                </a:solidFill>
                <a:latin typeface="Source Sans Pro Light" charset="0"/>
                <a:ea typeface="Source Sans Pro Light" charset="0"/>
                <a:cs typeface="Source Sans Pro Light" charset="0"/>
              </a:rPr>
              <a:t>® and all relative logos are trademarks or registered trademarks of IS2T S.A. in France and other Countries.</a:t>
            </a:r>
          </a:p>
          <a:p>
            <a:pPr marL="0" algn="ctr" defTabSz="914377" rtl="0" eaLnBrk="1" latinLnBrk="0" hangingPunct="1">
              <a:spcBef>
                <a:spcPts val="0"/>
              </a:spcBef>
              <a:spcAft>
                <a:spcPts val="600"/>
              </a:spcAft>
            </a:pPr>
            <a:r>
              <a:rPr lang="en-US" sz="1400" b="0" i="0" kern="1200" spc="0" dirty="0">
                <a:ln>
                  <a:noFill/>
                </a:ln>
                <a:solidFill>
                  <a:schemeClr val="tx2"/>
                </a:solidFill>
                <a:latin typeface="Source Sans Pro Light" charset="0"/>
                <a:ea typeface="Source Sans Pro Light" charset="0"/>
                <a:cs typeface="Source Sans Pro Light" charset="0"/>
              </a:rPr>
              <a:t>Java™ is Sun Microsystems’ trademark for a technology for developing application software and deploying it in cross-platform, networked environments. When it is used in this site without adding the “™” symbol, it includes implementations of the technology by companies other than Sun. Java™, all Java-based marks and all related logos are trademarks or registered trademarks of Sun Microsystems </a:t>
            </a:r>
            <a:r>
              <a:rPr lang="en-US" sz="1400" b="0" i="0" kern="1200" spc="0" dirty="0" err="1">
                <a:ln>
                  <a:noFill/>
                </a:ln>
                <a:solidFill>
                  <a:schemeClr val="tx2"/>
                </a:solidFill>
                <a:latin typeface="Source Sans Pro Light" charset="0"/>
                <a:ea typeface="Source Sans Pro Light" charset="0"/>
                <a:cs typeface="Source Sans Pro Light" charset="0"/>
              </a:rPr>
              <a:t>Inc</a:t>
            </a:r>
            <a:r>
              <a:rPr lang="en-US" sz="1400" b="0" i="0" kern="1200" spc="0" dirty="0">
                <a:ln>
                  <a:noFill/>
                </a:ln>
                <a:solidFill>
                  <a:schemeClr val="tx2"/>
                </a:solidFill>
                <a:latin typeface="Source Sans Pro Light" charset="0"/>
                <a:ea typeface="Source Sans Pro Light" charset="0"/>
                <a:cs typeface="Source Sans Pro Light" charset="0"/>
              </a:rPr>
              <a:t>, in the United States and other Countries.</a:t>
            </a:r>
          </a:p>
          <a:p>
            <a:pPr marL="0" algn="ctr" defTabSz="914377" rtl="0" eaLnBrk="1" latinLnBrk="0" hangingPunct="1">
              <a:spcBef>
                <a:spcPts val="0"/>
              </a:spcBef>
              <a:spcAft>
                <a:spcPts val="600"/>
              </a:spcAft>
            </a:pPr>
            <a:r>
              <a:rPr lang="en-US" sz="1400" b="0" i="0" kern="1200" spc="0" dirty="0">
                <a:ln>
                  <a:noFill/>
                </a:ln>
                <a:solidFill>
                  <a:schemeClr val="tx2"/>
                </a:solidFill>
                <a:latin typeface="Source Sans Pro Light" charset="0"/>
                <a:ea typeface="Source Sans Pro Light" charset="0"/>
                <a:cs typeface="Source Sans Pro Light" charset="0"/>
              </a:rPr>
              <a:t>Other trademarks are proprietary of their respective owners.</a:t>
            </a: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cSld name="END Slider - Conf">
    <p:spTree>
      <p:nvGrpSpPr>
        <p:cNvPr id="1" name=""/>
        <p:cNvGrpSpPr/>
        <p:nvPr/>
      </p:nvGrpSpPr>
      <p:grpSpPr>
        <a:xfrm>
          <a:off x="0" y="0"/>
          <a:ext cx="0" cy="0"/>
          <a:chOff x="0" y="0"/>
          <a:chExt cx="0" cy="0"/>
        </a:xfrm>
      </p:grpSpPr>
      <p:sp>
        <p:nvSpPr>
          <p:cNvPr id="5" name="Rectangle 1"/>
          <p:cNvSpPr/>
          <p:nvPr/>
        </p:nvSpPr>
        <p:spPr>
          <a:xfrm rot="1800000">
            <a:off x="4954333" y="-1094769"/>
            <a:ext cx="8109376" cy="10728642"/>
          </a:xfrm>
          <a:custGeom>
            <a:avLst/>
            <a:gdLst>
              <a:gd name="connsiteX0" fmla="*/ 0 w 4673328"/>
              <a:gd name="connsiteY0" fmla="*/ 0 h 12601313"/>
              <a:gd name="connsiteX1" fmla="*/ 4673328 w 4673328"/>
              <a:gd name="connsiteY1" fmla="*/ 0 h 12601313"/>
              <a:gd name="connsiteX2" fmla="*/ 4673328 w 4673328"/>
              <a:gd name="connsiteY2" fmla="*/ 12601313 h 12601313"/>
              <a:gd name="connsiteX3" fmla="*/ 0 w 4673328"/>
              <a:gd name="connsiteY3" fmla="*/ 12601313 h 12601313"/>
              <a:gd name="connsiteX4" fmla="*/ 0 w 4673328"/>
              <a:gd name="connsiteY4" fmla="*/ 0 h 12601313"/>
              <a:gd name="connsiteX0" fmla="*/ 0 w 4682599"/>
              <a:gd name="connsiteY0" fmla="*/ 0 h 12601313"/>
              <a:gd name="connsiteX1" fmla="*/ 4673328 w 4682599"/>
              <a:gd name="connsiteY1" fmla="*/ 0 h 12601313"/>
              <a:gd name="connsiteX2" fmla="*/ 4682599 w 4682599"/>
              <a:gd name="connsiteY2" fmla="*/ 9540063 h 12601313"/>
              <a:gd name="connsiteX3" fmla="*/ 0 w 4682599"/>
              <a:gd name="connsiteY3" fmla="*/ 12601313 h 12601313"/>
              <a:gd name="connsiteX4" fmla="*/ 0 w 4682599"/>
              <a:gd name="connsiteY4" fmla="*/ 0 h 12601313"/>
              <a:gd name="connsiteX0" fmla="*/ 5974 w 4688573"/>
              <a:gd name="connsiteY0" fmla="*/ 0 h 12239273"/>
              <a:gd name="connsiteX1" fmla="*/ 4679302 w 4688573"/>
              <a:gd name="connsiteY1" fmla="*/ 0 h 12239273"/>
              <a:gd name="connsiteX2" fmla="*/ 4688573 w 4688573"/>
              <a:gd name="connsiteY2" fmla="*/ 9540063 h 12239273"/>
              <a:gd name="connsiteX3" fmla="*/ 0 w 4688573"/>
              <a:gd name="connsiteY3" fmla="*/ 12239273 h 12239273"/>
              <a:gd name="connsiteX4" fmla="*/ 5974 w 4688573"/>
              <a:gd name="connsiteY4" fmla="*/ 0 h 12239273"/>
              <a:gd name="connsiteX0" fmla="*/ 5974 w 4688573"/>
              <a:gd name="connsiteY0" fmla="*/ 0 h 12239273"/>
              <a:gd name="connsiteX1" fmla="*/ 4676822 w 4688573"/>
              <a:gd name="connsiteY1" fmla="*/ 1402474 h 12239273"/>
              <a:gd name="connsiteX2" fmla="*/ 4688573 w 4688573"/>
              <a:gd name="connsiteY2" fmla="*/ 9540063 h 12239273"/>
              <a:gd name="connsiteX3" fmla="*/ 0 w 4688573"/>
              <a:gd name="connsiteY3" fmla="*/ 12239273 h 12239273"/>
              <a:gd name="connsiteX4" fmla="*/ 5974 w 4688573"/>
              <a:gd name="connsiteY4" fmla="*/ 0 h 12239273"/>
              <a:gd name="connsiteX0" fmla="*/ 650 w 4688647"/>
              <a:gd name="connsiteY0" fmla="*/ 2773313 h 10836799"/>
              <a:gd name="connsiteX1" fmla="*/ 4676896 w 4688647"/>
              <a:gd name="connsiteY1" fmla="*/ 0 h 10836799"/>
              <a:gd name="connsiteX2" fmla="*/ 4688647 w 4688647"/>
              <a:gd name="connsiteY2" fmla="*/ 8137589 h 10836799"/>
              <a:gd name="connsiteX3" fmla="*/ 74 w 4688647"/>
              <a:gd name="connsiteY3" fmla="*/ 10836799 h 10836799"/>
              <a:gd name="connsiteX4" fmla="*/ 650 w 4688647"/>
              <a:gd name="connsiteY4" fmla="*/ 2773313 h 10836799"/>
              <a:gd name="connsiteX0" fmla="*/ 650 w 4688647"/>
              <a:gd name="connsiteY0" fmla="*/ 2740720 h 10804206"/>
              <a:gd name="connsiteX1" fmla="*/ 4662974 w 4688647"/>
              <a:gd name="connsiteY1" fmla="*/ 0 h 10804206"/>
              <a:gd name="connsiteX2" fmla="*/ 4688647 w 4688647"/>
              <a:gd name="connsiteY2" fmla="*/ 8104996 h 10804206"/>
              <a:gd name="connsiteX3" fmla="*/ 74 w 4688647"/>
              <a:gd name="connsiteY3" fmla="*/ 10804206 h 10804206"/>
              <a:gd name="connsiteX4" fmla="*/ 650 w 4688647"/>
              <a:gd name="connsiteY4" fmla="*/ 2740720 h 10804206"/>
              <a:gd name="connsiteX0" fmla="*/ 650 w 4688647"/>
              <a:gd name="connsiteY0" fmla="*/ 2414351 h 10477837"/>
              <a:gd name="connsiteX1" fmla="*/ 4622225 w 4688647"/>
              <a:gd name="connsiteY1" fmla="*/ 0 h 10477837"/>
              <a:gd name="connsiteX2" fmla="*/ 4688647 w 4688647"/>
              <a:gd name="connsiteY2" fmla="*/ 7778627 h 10477837"/>
              <a:gd name="connsiteX3" fmla="*/ 74 w 4688647"/>
              <a:gd name="connsiteY3" fmla="*/ 10477837 h 10477837"/>
              <a:gd name="connsiteX4" fmla="*/ 650 w 4688647"/>
              <a:gd name="connsiteY4" fmla="*/ 2414351 h 10477837"/>
              <a:gd name="connsiteX0" fmla="*/ 650 w 4688647"/>
              <a:gd name="connsiteY0" fmla="*/ 2665156 h 10728642"/>
              <a:gd name="connsiteX1" fmla="*/ 4673861 w 4688647"/>
              <a:gd name="connsiteY1" fmla="*/ 0 h 10728642"/>
              <a:gd name="connsiteX2" fmla="*/ 4688647 w 4688647"/>
              <a:gd name="connsiteY2" fmla="*/ 8029432 h 10728642"/>
              <a:gd name="connsiteX3" fmla="*/ 74 w 4688647"/>
              <a:gd name="connsiteY3" fmla="*/ 10728642 h 10728642"/>
              <a:gd name="connsiteX4" fmla="*/ 650 w 4688647"/>
              <a:gd name="connsiteY4" fmla="*/ 2665156 h 10728642"/>
              <a:gd name="connsiteX0" fmla="*/ 650 w 8109376"/>
              <a:gd name="connsiteY0" fmla="*/ 2665156 h 10728642"/>
              <a:gd name="connsiteX1" fmla="*/ 4673861 w 8109376"/>
              <a:gd name="connsiteY1" fmla="*/ 0 h 10728642"/>
              <a:gd name="connsiteX2" fmla="*/ 8109376 w 8109376"/>
              <a:gd name="connsiteY2" fmla="*/ 6035100 h 10728642"/>
              <a:gd name="connsiteX3" fmla="*/ 74 w 8109376"/>
              <a:gd name="connsiteY3" fmla="*/ 10728642 h 10728642"/>
              <a:gd name="connsiteX4" fmla="*/ 650 w 8109376"/>
              <a:gd name="connsiteY4" fmla="*/ 2665156 h 10728642"/>
              <a:gd name="connsiteX0" fmla="*/ 650 w 8109376"/>
              <a:gd name="connsiteY0" fmla="*/ 2665156 h 10728642"/>
              <a:gd name="connsiteX1" fmla="*/ 4673861 w 8109376"/>
              <a:gd name="connsiteY1" fmla="*/ 0 h 10728642"/>
              <a:gd name="connsiteX2" fmla="*/ 8109376 w 8109376"/>
              <a:gd name="connsiteY2" fmla="*/ 6035100 h 10728642"/>
              <a:gd name="connsiteX3" fmla="*/ 74 w 8109376"/>
              <a:gd name="connsiteY3" fmla="*/ 10728642 h 10728642"/>
              <a:gd name="connsiteX4" fmla="*/ 650 w 8109376"/>
              <a:gd name="connsiteY4" fmla="*/ 2665156 h 10728642"/>
              <a:gd name="connsiteX0" fmla="*/ 650 w 8109376"/>
              <a:gd name="connsiteY0" fmla="*/ 2665156 h 10728642"/>
              <a:gd name="connsiteX1" fmla="*/ 4673861 w 8109376"/>
              <a:gd name="connsiteY1" fmla="*/ 0 h 10728642"/>
              <a:gd name="connsiteX2" fmla="*/ 8109376 w 8109376"/>
              <a:gd name="connsiteY2" fmla="*/ 6035100 h 10728642"/>
              <a:gd name="connsiteX3" fmla="*/ 74 w 8109376"/>
              <a:gd name="connsiteY3" fmla="*/ 10728642 h 10728642"/>
              <a:gd name="connsiteX4" fmla="*/ 650 w 8109376"/>
              <a:gd name="connsiteY4" fmla="*/ 2665156 h 10728642"/>
              <a:gd name="connsiteX0" fmla="*/ 650 w 8109376"/>
              <a:gd name="connsiteY0" fmla="*/ 2665156 h 10728642"/>
              <a:gd name="connsiteX1" fmla="*/ 4673861 w 8109376"/>
              <a:gd name="connsiteY1" fmla="*/ 0 h 10728642"/>
              <a:gd name="connsiteX2" fmla="*/ 8109376 w 8109376"/>
              <a:gd name="connsiteY2" fmla="*/ 6035100 h 10728642"/>
              <a:gd name="connsiteX3" fmla="*/ 74 w 8109376"/>
              <a:gd name="connsiteY3" fmla="*/ 10728642 h 10728642"/>
              <a:gd name="connsiteX4" fmla="*/ 650 w 8109376"/>
              <a:gd name="connsiteY4" fmla="*/ 2665156 h 107286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09376" h="10728642">
                <a:moveTo>
                  <a:pt x="650" y="2665156"/>
                </a:moveTo>
                <a:lnTo>
                  <a:pt x="4673861" y="0"/>
                </a:lnTo>
                <a:cubicBezTo>
                  <a:pt x="5668654" y="1793772"/>
                  <a:pt x="7081028" y="4183207"/>
                  <a:pt x="8109376" y="6035100"/>
                </a:cubicBezTo>
                <a:lnTo>
                  <a:pt x="74" y="10728642"/>
                </a:lnTo>
                <a:cubicBezTo>
                  <a:pt x="2065" y="6648884"/>
                  <a:pt x="-1341" y="6744914"/>
                  <a:pt x="650" y="2665156"/>
                </a:cubicBezTo>
                <a:close/>
              </a:path>
            </a:pathLst>
          </a:custGeom>
          <a:solidFill>
            <a:srgbClr val="E642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431493" y="3140968"/>
            <a:ext cx="3155056" cy="1012772"/>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1083" y="1700808"/>
            <a:ext cx="3663604" cy="3657510"/>
          </a:xfrm>
          <a:prstGeom prst="rect">
            <a:avLst/>
          </a:prstGeom>
        </p:spPr>
      </p:pic>
      <p:sp>
        <p:nvSpPr>
          <p:cNvPr id="8" name="Title 51"/>
          <p:cNvSpPr txBox="1">
            <a:spLocks/>
          </p:cNvSpPr>
          <p:nvPr/>
        </p:nvSpPr>
        <p:spPr>
          <a:xfrm>
            <a:off x="623392" y="836712"/>
            <a:ext cx="7018635" cy="1008112"/>
          </a:xfrm>
          <a:prstGeom prst="rect">
            <a:avLst/>
          </a:prstGeom>
        </p:spPr>
        <p:txBody>
          <a:bodyPr/>
          <a:lstStyle>
            <a:lvl1pPr algn="l" defTabSz="914286" rtl="0" eaLnBrk="1" latinLnBrk="0" hangingPunct="1">
              <a:spcBef>
                <a:spcPct val="0"/>
              </a:spcBef>
              <a:buNone/>
              <a:defRPr sz="3600" b="0" i="0" kern="1200" cap="small" baseline="0">
                <a:solidFill>
                  <a:schemeClr val="tx1"/>
                </a:solidFill>
                <a:latin typeface="+mj-lt"/>
                <a:ea typeface="Calibri Light" charset="0"/>
                <a:cs typeface="Calibri Light" charset="0"/>
              </a:defRPr>
            </a:lvl1pPr>
          </a:lstStyle>
          <a:p>
            <a:r>
              <a:rPr lang="en-US" sz="8000" b="0" i="1" spc="600" dirty="0">
                <a:latin typeface="Source Sans Pro ExtraLight" charset="0"/>
                <a:ea typeface="Source Sans Pro ExtraLight" charset="0"/>
                <a:cs typeface="Source Sans Pro ExtraLight" charset="0"/>
              </a:rPr>
              <a:t>Thank you </a:t>
            </a:r>
          </a:p>
        </p:txBody>
      </p:sp>
      <p:sp>
        <p:nvSpPr>
          <p:cNvPr id="9" name="Rectangle 8"/>
          <p:cNvSpPr/>
          <p:nvPr/>
        </p:nvSpPr>
        <p:spPr>
          <a:xfrm>
            <a:off x="2495600" y="1988839"/>
            <a:ext cx="2698175" cy="369332"/>
          </a:xfrm>
          <a:prstGeom prst="rect">
            <a:avLst/>
          </a:prstGeom>
        </p:spPr>
        <p:txBody>
          <a:bodyPr wrap="none">
            <a:spAutoFit/>
          </a:bodyPr>
          <a:lstStyle/>
          <a:p>
            <a:r>
              <a:rPr lang="en-US" b="0" i="1" spc="300" dirty="0">
                <a:latin typeface="Source Sans Pro Light" charset="0"/>
                <a:ea typeface="Source Sans Pro Light" charset="0"/>
                <a:cs typeface="Source Sans Pro Light" charset="0"/>
              </a:rPr>
              <a:t>for your attention !</a:t>
            </a:r>
          </a:p>
        </p:txBody>
      </p:sp>
      <p:sp>
        <p:nvSpPr>
          <p:cNvPr id="10" name="Rectangle 1"/>
          <p:cNvSpPr/>
          <p:nvPr userDrawn="1"/>
        </p:nvSpPr>
        <p:spPr>
          <a:xfrm rot="1800000">
            <a:off x="4954333" y="-1094769"/>
            <a:ext cx="8109376" cy="10728642"/>
          </a:xfrm>
          <a:custGeom>
            <a:avLst/>
            <a:gdLst>
              <a:gd name="connsiteX0" fmla="*/ 0 w 4673328"/>
              <a:gd name="connsiteY0" fmla="*/ 0 h 12601313"/>
              <a:gd name="connsiteX1" fmla="*/ 4673328 w 4673328"/>
              <a:gd name="connsiteY1" fmla="*/ 0 h 12601313"/>
              <a:gd name="connsiteX2" fmla="*/ 4673328 w 4673328"/>
              <a:gd name="connsiteY2" fmla="*/ 12601313 h 12601313"/>
              <a:gd name="connsiteX3" fmla="*/ 0 w 4673328"/>
              <a:gd name="connsiteY3" fmla="*/ 12601313 h 12601313"/>
              <a:gd name="connsiteX4" fmla="*/ 0 w 4673328"/>
              <a:gd name="connsiteY4" fmla="*/ 0 h 12601313"/>
              <a:gd name="connsiteX0" fmla="*/ 0 w 4682599"/>
              <a:gd name="connsiteY0" fmla="*/ 0 h 12601313"/>
              <a:gd name="connsiteX1" fmla="*/ 4673328 w 4682599"/>
              <a:gd name="connsiteY1" fmla="*/ 0 h 12601313"/>
              <a:gd name="connsiteX2" fmla="*/ 4682599 w 4682599"/>
              <a:gd name="connsiteY2" fmla="*/ 9540063 h 12601313"/>
              <a:gd name="connsiteX3" fmla="*/ 0 w 4682599"/>
              <a:gd name="connsiteY3" fmla="*/ 12601313 h 12601313"/>
              <a:gd name="connsiteX4" fmla="*/ 0 w 4682599"/>
              <a:gd name="connsiteY4" fmla="*/ 0 h 12601313"/>
              <a:gd name="connsiteX0" fmla="*/ 5974 w 4688573"/>
              <a:gd name="connsiteY0" fmla="*/ 0 h 12239273"/>
              <a:gd name="connsiteX1" fmla="*/ 4679302 w 4688573"/>
              <a:gd name="connsiteY1" fmla="*/ 0 h 12239273"/>
              <a:gd name="connsiteX2" fmla="*/ 4688573 w 4688573"/>
              <a:gd name="connsiteY2" fmla="*/ 9540063 h 12239273"/>
              <a:gd name="connsiteX3" fmla="*/ 0 w 4688573"/>
              <a:gd name="connsiteY3" fmla="*/ 12239273 h 12239273"/>
              <a:gd name="connsiteX4" fmla="*/ 5974 w 4688573"/>
              <a:gd name="connsiteY4" fmla="*/ 0 h 12239273"/>
              <a:gd name="connsiteX0" fmla="*/ 5974 w 4688573"/>
              <a:gd name="connsiteY0" fmla="*/ 0 h 12239273"/>
              <a:gd name="connsiteX1" fmla="*/ 4676822 w 4688573"/>
              <a:gd name="connsiteY1" fmla="*/ 1402474 h 12239273"/>
              <a:gd name="connsiteX2" fmla="*/ 4688573 w 4688573"/>
              <a:gd name="connsiteY2" fmla="*/ 9540063 h 12239273"/>
              <a:gd name="connsiteX3" fmla="*/ 0 w 4688573"/>
              <a:gd name="connsiteY3" fmla="*/ 12239273 h 12239273"/>
              <a:gd name="connsiteX4" fmla="*/ 5974 w 4688573"/>
              <a:gd name="connsiteY4" fmla="*/ 0 h 12239273"/>
              <a:gd name="connsiteX0" fmla="*/ 650 w 4688647"/>
              <a:gd name="connsiteY0" fmla="*/ 2773313 h 10836799"/>
              <a:gd name="connsiteX1" fmla="*/ 4676896 w 4688647"/>
              <a:gd name="connsiteY1" fmla="*/ 0 h 10836799"/>
              <a:gd name="connsiteX2" fmla="*/ 4688647 w 4688647"/>
              <a:gd name="connsiteY2" fmla="*/ 8137589 h 10836799"/>
              <a:gd name="connsiteX3" fmla="*/ 74 w 4688647"/>
              <a:gd name="connsiteY3" fmla="*/ 10836799 h 10836799"/>
              <a:gd name="connsiteX4" fmla="*/ 650 w 4688647"/>
              <a:gd name="connsiteY4" fmla="*/ 2773313 h 10836799"/>
              <a:gd name="connsiteX0" fmla="*/ 650 w 4688647"/>
              <a:gd name="connsiteY0" fmla="*/ 2740720 h 10804206"/>
              <a:gd name="connsiteX1" fmla="*/ 4662974 w 4688647"/>
              <a:gd name="connsiteY1" fmla="*/ 0 h 10804206"/>
              <a:gd name="connsiteX2" fmla="*/ 4688647 w 4688647"/>
              <a:gd name="connsiteY2" fmla="*/ 8104996 h 10804206"/>
              <a:gd name="connsiteX3" fmla="*/ 74 w 4688647"/>
              <a:gd name="connsiteY3" fmla="*/ 10804206 h 10804206"/>
              <a:gd name="connsiteX4" fmla="*/ 650 w 4688647"/>
              <a:gd name="connsiteY4" fmla="*/ 2740720 h 10804206"/>
              <a:gd name="connsiteX0" fmla="*/ 650 w 4688647"/>
              <a:gd name="connsiteY0" fmla="*/ 2414351 h 10477837"/>
              <a:gd name="connsiteX1" fmla="*/ 4622225 w 4688647"/>
              <a:gd name="connsiteY1" fmla="*/ 0 h 10477837"/>
              <a:gd name="connsiteX2" fmla="*/ 4688647 w 4688647"/>
              <a:gd name="connsiteY2" fmla="*/ 7778627 h 10477837"/>
              <a:gd name="connsiteX3" fmla="*/ 74 w 4688647"/>
              <a:gd name="connsiteY3" fmla="*/ 10477837 h 10477837"/>
              <a:gd name="connsiteX4" fmla="*/ 650 w 4688647"/>
              <a:gd name="connsiteY4" fmla="*/ 2414351 h 10477837"/>
              <a:gd name="connsiteX0" fmla="*/ 650 w 4688647"/>
              <a:gd name="connsiteY0" fmla="*/ 2665156 h 10728642"/>
              <a:gd name="connsiteX1" fmla="*/ 4673861 w 4688647"/>
              <a:gd name="connsiteY1" fmla="*/ 0 h 10728642"/>
              <a:gd name="connsiteX2" fmla="*/ 4688647 w 4688647"/>
              <a:gd name="connsiteY2" fmla="*/ 8029432 h 10728642"/>
              <a:gd name="connsiteX3" fmla="*/ 74 w 4688647"/>
              <a:gd name="connsiteY3" fmla="*/ 10728642 h 10728642"/>
              <a:gd name="connsiteX4" fmla="*/ 650 w 4688647"/>
              <a:gd name="connsiteY4" fmla="*/ 2665156 h 10728642"/>
              <a:gd name="connsiteX0" fmla="*/ 650 w 8109376"/>
              <a:gd name="connsiteY0" fmla="*/ 2665156 h 10728642"/>
              <a:gd name="connsiteX1" fmla="*/ 4673861 w 8109376"/>
              <a:gd name="connsiteY1" fmla="*/ 0 h 10728642"/>
              <a:gd name="connsiteX2" fmla="*/ 8109376 w 8109376"/>
              <a:gd name="connsiteY2" fmla="*/ 6035100 h 10728642"/>
              <a:gd name="connsiteX3" fmla="*/ 74 w 8109376"/>
              <a:gd name="connsiteY3" fmla="*/ 10728642 h 10728642"/>
              <a:gd name="connsiteX4" fmla="*/ 650 w 8109376"/>
              <a:gd name="connsiteY4" fmla="*/ 2665156 h 10728642"/>
              <a:gd name="connsiteX0" fmla="*/ 650 w 8109376"/>
              <a:gd name="connsiteY0" fmla="*/ 2665156 h 10728642"/>
              <a:gd name="connsiteX1" fmla="*/ 4673861 w 8109376"/>
              <a:gd name="connsiteY1" fmla="*/ 0 h 10728642"/>
              <a:gd name="connsiteX2" fmla="*/ 8109376 w 8109376"/>
              <a:gd name="connsiteY2" fmla="*/ 6035100 h 10728642"/>
              <a:gd name="connsiteX3" fmla="*/ 74 w 8109376"/>
              <a:gd name="connsiteY3" fmla="*/ 10728642 h 10728642"/>
              <a:gd name="connsiteX4" fmla="*/ 650 w 8109376"/>
              <a:gd name="connsiteY4" fmla="*/ 2665156 h 10728642"/>
              <a:gd name="connsiteX0" fmla="*/ 650 w 8109376"/>
              <a:gd name="connsiteY0" fmla="*/ 2665156 h 10728642"/>
              <a:gd name="connsiteX1" fmla="*/ 4673861 w 8109376"/>
              <a:gd name="connsiteY1" fmla="*/ 0 h 10728642"/>
              <a:gd name="connsiteX2" fmla="*/ 8109376 w 8109376"/>
              <a:gd name="connsiteY2" fmla="*/ 6035100 h 10728642"/>
              <a:gd name="connsiteX3" fmla="*/ 74 w 8109376"/>
              <a:gd name="connsiteY3" fmla="*/ 10728642 h 10728642"/>
              <a:gd name="connsiteX4" fmla="*/ 650 w 8109376"/>
              <a:gd name="connsiteY4" fmla="*/ 2665156 h 10728642"/>
              <a:gd name="connsiteX0" fmla="*/ 650 w 8109376"/>
              <a:gd name="connsiteY0" fmla="*/ 2665156 h 10728642"/>
              <a:gd name="connsiteX1" fmla="*/ 4673861 w 8109376"/>
              <a:gd name="connsiteY1" fmla="*/ 0 h 10728642"/>
              <a:gd name="connsiteX2" fmla="*/ 8109376 w 8109376"/>
              <a:gd name="connsiteY2" fmla="*/ 6035100 h 10728642"/>
              <a:gd name="connsiteX3" fmla="*/ 74 w 8109376"/>
              <a:gd name="connsiteY3" fmla="*/ 10728642 h 10728642"/>
              <a:gd name="connsiteX4" fmla="*/ 650 w 8109376"/>
              <a:gd name="connsiteY4" fmla="*/ 2665156 h 107286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09376" h="10728642">
                <a:moveTo>
                  <a:pt x="650" y="2665156"/>
                </a:moveTo>
                <a:lnTo>
                  <a:pt x="4673861" y="0"/>
                </a:lnTo>
                <a:cubicBezTo>
                  <a:pt x="5668654" y="1793772"/>
                  <a:pt x="7081028" y="4183207"/>
                  <a:pt x="8109376" y="6035100"/>
                </a:cubicBezTo>
                <a:lnTo>
                  <a:pt x="74" y="10728642"/>
                </a:lnTo>
                <a:cubicBezTo>
                  <a:pt x="2065" y="6648884"/>
                  <a:pt x="-1341" y="6744914"/>
                  <a:pt x="650" y="2665156"/>
                </a:cubicBezTo>
                <a:close/>
              </a:path>
            </a:pathLst>
          </a:custGeom>
          <a:solidFill>
            <a:srgbClr val="E642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 name="Picture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431493" y="3140968"/>
            <a:ext cx="3155056" cy="1012772"/>
          </a:xfrm>
          <a:prstGeom prst="rect">
            <a:avLst/>
          </a:prstGeom>
        </p:spPr>
      </p:pic>
      <p:pic>
        <p:nvPicPr>
          <p:cNvPr id="12" name="Picture 1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81083" y="1700808"/>
            <a:ext cx="3663604" cy="3657510"/>
          </a:xfrm>
          <a:prstGeom prst="rect">
            <a:avLst/>
          </a:prstGeom>
        </p:spPr>
      </p:pic>
      <p:sp>
        <p:nvSpPr>
          <p:cNvPr id="13" name="Title 51"/>
          <p:cNvSpPr txBox="1">
            <a:spLocks/>
          </p:cNvSpPr>
          <p:nvPr userDrawn="1"/>
        </p:nvSpPr>
        <p:spPr>
          <a:xfrm>
            <a:off x="623392" y="836712"/>
            <a:ext cx="7018635" cy="1008112"/>
          </a:xfrm>
          <a:prstGeom prst="rect">
            <a:avLst/>
          </a:prstGeom>
        </p:spPr>
        <p:txBody>
          <a:bodyPr/>
          <a:lstStyle>
            <a:lvl1pPr algn="l" defTabSz="914286" rtl="0" eaLnBrk="1" latinLnBrk="0" hangingPunct="1">
              <a:spcBef>
                <a:spcPct val="0"/>
              </a:spcBef>
              <a:buNone/>
              <a:defRPr sz="3600" b="0" i="0" kern="1200" cap="small" baseline="0">
                <a:solidFill>
                  <a:schemeClr val="tx1"/>
                </a:solidFill>
                <a:latin typeface="+mj-lt"/>
                <a:ea typeface="Calibri Light" charset="0"/>
                <a:cs typeface="Calibri Light" charset="0"/>
              </a:defRPr>
            </a:lvl1pPr>
          </a:lstStyle>
          <a:p>
            <a:r>
              <a:rPr lang="en-US" sz="8000" b="0" i="1" spc="600" dirty="0">
                <a:latin typeface="Source Sans Pro ExtraLight" charset="0"/>
                <a:ea typeface="Source Sans Pro ExtraLight" charset="0"/>
                <a:cs typeface="Source Sans Pro ExtraLight" charset="0"/>
              </a:rPr>
              <a:t>Thank you </a:t>
            </a:r>
          </a:p>
        </p:txBody>
      </p:sp>
      <p:sp>
        <p:nvSpPr>
          <p:cNvPr id="14" name="Rectangle 13"/>
          <p:cNvSpPr/>
          <p:nvPr userDrawn="1"/>
        </p:nvSpPr>
        <p:spPr>
          <a:xfrm>
            <a:off x="2495600" y="1988839"/>
            <a:ext cx="2698175" cy="369332"/>
          </a:xfrm>
          <a:prstGeom prst="rect">
            <a:avLst/>
          </a:prstGeom>
        </p:spPr>
        <p:txBody>
          <a:bodyPr wrap="none">
            <a:spAutoFit/>
          </a:bodyPr>
          <a:lstStyle/>
          <a:p>
            <a:r>
              <a:rPr lang="en-US" b="0" i="1" spc="300" dirty="0">
                <a:latin typeface="Source Sans Pro Light" charset="0"/>
                <a:ea typeface="Source Sans Pro Light" charset="0"/>
                <a:cs typeface="Source Sans Pro Light" charset="0"/>
              </a:rPr>
              <a:t>for your attention !</a:t>
            </a: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cSld name="1_CoverPage">
    <p:spTree>
      <p:nvGrpSpPr>
        <p:cNvPr id="1" name=""/>
        <p:cNvGrpSpPr/>
        <p:nvPr/>
      </p:nvGrpSpPr>
      <p:grpSpPr>
        <a:xfrm>
          <a:off x="0" y="0"/>
          <a:ext cx="0" cy="0"/>
          <a:chOff x="0" y="0"/>
          <a:chExt cx="0" cy="0"/>
        </a:xfrm>
      </p:grpSpPr>
      <p:sp>
        <p:nvSpPr>
          <p:cNvPr id="18" name="Picture Placeholder 13"/>
          <p:cNvSpPr>
            <a:spLocks noGrp="1"/>
          </p:cNvSpPr>
          <p:nvPr>
            <p:ph type="pic" sz="quarter" idx="11"/>
          </p:nvPr>
        </p:nvSpPr>
        <p:spPr>
          <a:xfrm>
            <a:off x="0" y="1"/>
            <a:ext cx="8588779" cy="6881149"/>
          </a:xfrm>
          <a:custGeom>
            <a:avLst/>
            <a:gdLst>
              <a:gd name="connsiteX0" fmla="*/ 0 w 4057359"/>
              <a:gd name="connsiteY0" fmla="*/ 0 h 6858000"/>
              <a:gd name="connsiteX1" fmla="*/ 4057359 w 4057359"/>
              <a:gd name="connsiteY1" fmla="*/ 0 h 6858000"/>
              <a:gd name="connsiteX2" fmla="*/ 4057359 w 4057359"/>
              <a:gd name="connsiteY2" fmla="*/ 6858000 h 6858000"/>
              <a:gd name="connsiteX3" fmla="*/ 0 w 4057359"/>
              <a:gd name="connsiteY3" fmla="*/ 6858000 h 6858000"/>
              <a:gd name="connsiteX4" fmla="*/ 0 w 4057359"/>
              <a:gd name="connsiteY4" fmla="*/ 0 h 6858000"/>
              <a:gd name="connsiteX0" fmla="*/ 29731 w 4087090"/>
              <a:gd name="connsiteY0" fmla="*/ 0 h 6871855"/>
              <a:gd name="connsiteX1" fmla="*/ 4087090 w 4087090"/>
              <a:gd name="connsiteY1" fmla="*/ 0 h 6871855"/>
              <a:gd name="connsiteX2" fmla="*/ 0 w 4087090"/>
              <a:gd name="connsiteY2" fmla="*/ 6871855 h 6871855"/>
              <a:gd name="connsiteX3" fmla="*/ 29731 w 4087090"/>
              <a:gd name="connsiteY3" fmla="*/ 6858000 h 6871855"/>
              <a:gd name="connsiteX4" fmla="*/ 29731 w 4087090"/>
              <a:gd name="connsiteY4" fmla="*/ 0 h 6871855"/>
              <a:gd name="connsiteX0" fmla="*/ 0 w 4057359"/>
              <a:gd name="connsiteY0" fmla="*/ 0 h 6941252"/>
              <a:gd name="connsiteX1" fmla="*/ 4057359 w 4057359"/>
              <a:gd name="connsiteY1" fmla="*/ 0 h 6941252"/>
              <a:gd name="connsiteX2" fmla="*/ 27419 w 4057359"/>
              <a:gd name="connsiteY2" fmla="*/ 6941252 h 6941252"/>
              <a:gd name="connsiteX3" fmla="*/ 0 w 4057359"/>
              <a:gd name="connsiteY3" fmla="*/ 6858000 h 6941252"/>
              <a:gd name="connsiteX4" fmla="*/ 0 w 4057359"/>
              <a:gd name="connsiteY4" fmla="*/ 0 h 6941252"/>
              <a:gd name="connsiteX0" fmla="*/ 0 w 4057359"/>
              <a:gd name="connsiteY0" fmla="*/ 0 h 6863691"/>
              <a:gd name="connsiteX1" fmla="*/ 4057359 w 4057359"/>
              <a:gd name="connsiteY1" fmla="*/ 0 h 6863691"/>
              <a:gd name="connsiteX2" fmla="*/ 2926 w 4057359"/>
              <a:gd name="connsiteY2" fmla="*/ 6863691 h 6863691"/>
              <a:gd name="connsiteX3" fmla="*/ 0 w 4057359"/>
              <a:gd name="connsiteY3" fmla="*/ 6858000 h 6863691"/>
              <a:gd name="connsiteX4" fmla="*/ 0 w 4057359"/>
              <a:gd name="connsiteY4" fmla="*/ 0 h 6863691"/>
              <a:gd name="connsiteX0" fmla="*/ 0 w 3971634"/>
              <a:gd name="connsiteY0" fmla="*/ 8164 h 6871855"/>
              <a:gd name="connsiteX1" fmla="*/ 3971634 w 3971634"/>
              <a:gd name="connsiteY1" fmla="*/ 0 h 6871855"/>
              <a:gd name="connsiteX2" fmla="*/ 2926 w 3971634"/>
              <a:gd name="connsiteY2" fmla="*/ 6871855 h 6871855"/>
              <a:gd name="connsiteX3" fmla="*/ 0 w 3971634"/>
              <a:gd name="connsiteY3" fmla="*/ 6866164 h 6871855"/>
              <a:gd name="connsiteX4" fmla="*/ 0 w 3971634"/>
              <a:gd name="connsiteY4" fmla="*/ 8164 h 6871855"/>
              <a:gd name="connsiteX0" fmla="*/ 0 w 3971634"/>
              <a:gd name="connsiteY0" fmla="*/ 8164 h 6871855"/>
              <a:gd name="connsiteX1" fmla="*/ 3971634 w 3971634"/>
              <a:gd name="connsiteY1" fmla="*/ 0 h 6871855"/>
              <a:gd name="connsiteX2" fmla="*/ 2926 w 3971634"/>
              <a:gd name="connsiteY2" fmla="*/ 6871855 h 6871855"/>
              <a:gd name="connsiteX3" fmla="*/ 0 w 3971634"/>
              <a:gd name="connsiteY3" fmla="*/ 6866164 h 6871855"/>
              <a:gd name="connsiteX4" fmla="*/ 0 w 3971634"/>
              <a:gd name="connsiteY4" fmla="*/ 8164 h 6871855"/>
              <a:gd name="connsiteX0" fmla="*/ 0 w 3971634"/>
              <a:gd name="connsiteY0" fmla="*/ 8164 h 6871855"/>
              <a:gd name="connsiteX1" fmla="*/ 3971634 w 3971634"/>
              <a:gd name="connsiteY1" fmla="*/ 0 h 6871855"/>
              <a:gd name="connsiteX2" fmla="*/ 2926 w 3971634"/>
              <a:gd name="connsiteY2" fmla="*/ 6871855 h 6871855"/>
              <a:gd name="connsiteX3" fmla="*/ 717631 w 3971634"/>
              <a:gd name="connsiteY3" fmla="*/ 6866164 h 6871855"/>
              <a:gd name="connsiteX4" fmla="*/ 0 w 3971634"/>
              <a:gd name="connsiteY4" fmla="*/ 8164 h 6871855"/>
              <a:gd name="connsiteX0" fmla="*/ 0 w 4621225"/>
              <a:gd name="connsiteY0" fmla="*/ 8164 h 6883429"/>
              <a:gd name="connsiteX1" fmla="*/ 3971634 w 4621225"/>
              <a:gd name="connsiteY1" fmla="*/ 0 h 6883429"/>
              <a:gd name="connsiteX2" fmla="*/ 4621225 w 4621225"/>
              <a:gd name="connsiteY2" fmla="*/ 6883429 h 6883429"/>
              <a:gd name="connsiteX3" fmla="*/ 717631 w 4621225"/>
              <a:gd name="connsiteY3" fmla="*/ 6866164 h 6883429"/>
              <a:gd name="connsiteX4" fmla="*/ 0 w 4621225"/>
              <a:gd name="connsiteY4" fmla="*/ 8164 h 6883429"/>
              <a:gd name="connsiteX0" fmla="*/ 0 w 9133943"/>
              <a:gd name="connsiteY0" fmla="*/ 8164 h 6883429"/>
              <a:gd name="connsiteX1" fmla="*/ 9133943 w 9133943"/>
              <a:gd name="connsiteY1" fmla="*/ 0 h 6883429"/>
              <a:gd name="connsiteX2" fmla="*/ 4621225 w 9133943"/>
              <a:gd name="connsiteY2" fmla="*/ 6883429 h 6883429"/>
              <a:gd name="connsiteX3" fmla="*/ 717631 w 9133943"/>
              <a:gd name="connsiteY3" fmla="*/ 6866164 h 6883429"/>
              <a:gd name="connsiteX4" fmla="*/ 0 w 9133943"/>
              <a:gd name="connsiteY4" fmla="*/ 8164 h 6883429"/>
              <a:gd name="connsiteX0" fmla="*/ 0 w 9133943"/>
              <a:gd name="connsiteY0" fmla="*/ 8164 h 6889313"/>
              <a:gd name="connsiteX1" fmla="*/ 9133943 w 9133943"/>
              <a:gd name="connsiteY1" fmla="*/ 0 h 6889313"/>
              <a:gd name="connsiteX2" fmla="*/ 4621225 w 9133943"/>
              <a:gd name="connsiteY2" fmla="*/ 6883429 h 6889313"/>
              <a:gd name="connsiteX3" fmla="*/ 1 w 9133943"/>
              <a:gd name="connsiteY3" fmla="*/ 6889313 h 6889313"/>
              <a:gd name="connsiteX4" fmla="*/ 0 w 9133943"/>
              <a:gd name="connsiteY4" fmla="*/ 8164 h 6889313"/>
              <a:gd name="connsiteX0" fmla="*/ 0 w 9133943"/>
              <a:gd name="connsiteY0" fmla="*/ 8164 h 6889313"/>
              <a:gd name="connsiteX1" fmla="*/ 9133943 w 9133943"/>
              <a:gd name="connsiteY1" fmla="*/ 0 h 6889313"/>
              <a:gd name="connsiteX2" fmla="*/ 4621225 w 9133943"/>
              <a:gd name="connsiteY2" fmla="*/ 6673455 h 6889313"/>
              <a:gd name="connsiteX3" fmla="*/ 1 w 9133943"/>
              <a:gd name="connsiteY3" fmla="*/ 6889313 h 6889313"/>
              <a:gd name="connsiteX4" fmla="*/ 0 w 9133943"/>
              <a:gd name="connsiteY4" fmla="*/ 8164 h 6889313"/>
              <a:gd name="connsiteX0" fmla="*/ 0 w 9133943"/>
              <a:gd name="connsiteY0" fmla="*/ 8164 h 6889313"/>
              <a:gd name="connsiteX1" fmla="*/ 9133943 w 9133943"/>
              <a:gd name="connsiteY1" fmla="*/ 0 h 6889313"/>
              <a:gd name="connsiteX2" fmla="*/ 4627999 w 9133943"/>
              <a:gd name="connsiteY2" fmla="*/ 6873269 h 6889313"/>
              <a:gd name="connsiteX3" fmla="*/ 1 w 9133943"/>
              <a:gd name="connsiteY3" fmla="*/ 6889313 h 6889313"/>
              <a:gd name="connsiteX4" fmla="*/ 0 w 9133943"/>
              <a:gd name="connsiteY4" fmla="*/ 8164 h 6889313"/>
              <a:gd name="connsiteX0" fmla="*/ 0 w 9154263"/>
              <a:gd name="connsiteY0" fmla="*/ 1391 h 6882540"/>
              <a:gd name="connsiteX1" fmla="*/ 9154263 w 9154263"/>
              <a:gd name="connsiteY1" fmla="*/ 0 h 6882540"/>
              <a:gd name="connsiteX2" fmla="*/ 4627999 w 9154263"/>
              <a:gd name="connsiteY2" fmla="*/ 6866496 h 6882540"/>
              <a:gd name="connsiteX3" fmla="*/ 1 w 9154263"/>
              <a:gd name="connsiteY3" fmla="*/ 6882540 h 6882540"/>
              <a:gd name="connsiteX4" fmla="*/ 0 w 9154263"/>
              <a:gd name="connsiteY4" fmla="*/ 1391 h 6882540"/>
              <a:gd name="connsiteX0" fmla="*/ 0 w 9157650"/>
              <a:gd name="connsiteY0" fmla="*/ 0 h 6881149"/>
              <a:gd name="connsiteX1" fmla="*/ 9157650 w 9157650"/>
              <a:gd name="connsiteY1" fmla="*/ 32476 h 6881149"/>
              <a:gd name="connsiteX2" fmla="*/ 4627999 w 9157650"/>
              <a:gd name="connsiteY2" fmla="*/ 6865105 h 6881149"/>
              <a:gd name="connsiteX3" fmla="*/ 1 w 9157650"/>
              <a:gd name="connsiteY3" fmla="*/ 6881149 h 6881149"/>
              <a:gd name="connsiteX4" fmla="*/ 0 w 9157650"/>
              <a:gd name="connsiteY4" fmla="*/ 0 h 6881149"/>
              <a:gd name="connsiteX0" fmla="*/ 0 w 9154263"/>
              <a:gd name="connsiteY0" fmla="*/ 0 h 6881149"/>
              <a:gd name="connsiteX1" fmla="*/ 9154263 w 9154263"/>
              <a:gd name="connsiteY1" fmla="*/ 1996 h 6881149"/>
              <a:gd name="connsiteX2" fmla="*/ 4627999 w 9154263"/>
              <a:gd name="connsiteY2" fmla="*/ 6865105 h 6881149"/>
              <a:gd name="connsiteX3" fmla="*/ 1 w 9154263"/>
              <a:gd name="connsiteY3" fmla="*/ 6881149 h 6881149"/>
              <a:gd name="connsiteX4" fmla="*/ 0 w 9154263"/>
              <a:gd name="connsiteY4" fmla="*/ 0 h 6881149"/>
              <a:gd name="connsiteX0" fmla="*/ 0 w 8588779"/>
              <a:gd name="connsiteY0" fmla="*/ 0 h 6881149"/>
              <a:gd name="connsiteX1" fmla="*/ 8588779 w 8588779"/>
              <a:gd name="connsiteY1" fmla="*/ 1996 h 6881149"/>
              <a:gd name="connsiteX2" fmla="*/ 4627999 w 8588779"/>
              <a:gd name="connsiteY2" fmla="*/ 6865105 h 6881149"/>
              <a:gd name="connsiteX3" fmla="*/ 1 w 8588779"/>
              <a:gd name="connsiteY3" fmla="*/ 6881149 h 6881149"/>
              <a:gd name="connsiteX4" fmla="*/ 0 w 8588779"/>
              <a:gd name="connsiteY4" fmla="*/ 0 h 6881149"/>
              <a:gd name="connsiteX0" fmla="*/ 0 w 8588779"/>
              <a:gd name="connsiteY0" fmla="*/ 0 h 6881149"/>
              <a:gd name="connsiteX1" fmla="*/ 8588779 w 8588779"/>
              <a:gd name="connsiteY1" fmla="*/ 1996 h 6881149"/>
              <a:gd name="connsiteX2" fmla="*/ 4627999 w 8588779"/>
              <a:gd name="connsiteY2" fmla="*/ 6865105 h 6881149"/>
              <a:gd name="connsiteX3" fmla="*/ 1 w 8588779"/>
              <a:gd name="connsiteY3" fmla="*/ 6881149 h 6881149"/>
              <a:gd name="connsiteX4" fmla="*/ 0 w 8588779"/>
              <a:gd name="connsiteY4" fmla="*/ 0 h 6881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88779" h="6881149">
                <a:moveTo>
                  <a:pt x="0" y="0"/>
                </a:moveTo>
                <a:lnTo>
                  <a:pt x="8588779" y="1996"/>
                </a:lnTo>
                <a:cubicBezTo>
                  <a:pt x="8363393" y="388709"/>
                  <a:pt x="5948259" y="4577402"/>
                  <a:pt x="4627999" y="6865105"/>
                </a:cubicBezTo>
                <a:lnTo>
                  <a:pt x="1" y="6881149"/>
                </a:lnTo>
                <a:cubicBezTo>
                  <a:pt x="1" y="4587433"/>
                  <a:pt x="0" y="2293716"/>
                  <a:pt x="0" y="0"/>
                </a:cubicBezTo>
                <a:close/>
              </a:path>
            </a:pathLst>
          </a:custGeom>
          <a:solidFill>
            <a:schemeClr val="bg1">
              <a:lumMod val="95000"/>
            </a:schemeClr>
          </a:solidFill>
        </p:spPr>
        <p:txBody>
          <a:bodyPr/>
          <a:lstStyle/>
          <a:p>
            <a:r>
              <a:rPr lang="en-US"/>
              <a:t>Drag picture to placeholder or click icon to add</a:t>
            </a:r>
          </a:p>
        </p:txBody>
      </p:sp>
      <p:sp>
        <p:nvSpPr>
          <p:cNvPr id="2" name="Rectangle 1"/>
          <p:cNvSpPr/>
          <p:nvPr/>
        </p:nvSpPr>
        <p:spPr>
          <a:xfrm>
            <a:off x="10632504" y="6165304"/>
            <a:ext cx="1080120" cy="2880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803676" y="5661566"/>
            <a:ext cx="2961767" cy="744145"/>
          </a:xfrm>
          <a:prstGeom prst="rect">
            <a:avLst/>
          </a:prstGeom>
        </p:spPr>
      </p:pic>
      <p:sp>
        <p:nvSpPr>
          <p:cNvPr id="6" name="Rectangle 5"/>
          <p:cNvSpPr/>
          <p:nvPr/>
        </p:nvSpPr>
        <p:spPr>
          <a:xfrm>
            <a:off x="10669578" y="404664"/>
            <a:ext cx="1149988" cy="2880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762926" y="1975081"/>
            <a:ext cx="868787" cy="768875"/>
          </a:xfrm>
          <a:prstGeom prst="rect">
            <a:avLst/>
          </a:prstGeom>
        </p:spPr>
      </p:pic>
      <p:pic>
        <p:nvPicPr>
          <p:cNvPr id="8" name="Picture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506073" y="1611066"/>
            <a:ext cx="313478" cy="277426"/>
          </a:xfrm>
          <a:prstGeom prst="rect">
            <a:avLst/>
          </a:prstGeom>
        </p:spPr>
      </p:pic>
      <p:sp>
        <p:nvSpPr>
          <p:cNvPr id="9" name="Rectangle 8"/>
          <p:cNvSpPr/>
          <p:nvPr userDrawn="1"/>
        </p:nvSpPr>
        <p:spPr>
          <a:xfrm>
            <a:off x="10776520" y="6165304"/>
            <a:ext cx="936104" cy="2880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803676" y="5661566"/>
            <a:ext cx="2961767" cy="744145"/>
          </a:xfrm>
          <a:prstGeom prst="rect">
            <a:avLst/>
          </a:prstGeom>
        </p:spPr>
      </p:pic>
      <p:sp>
        <p:nvSpPr>
          <p:cNvPr id="11" name="Rectangle 10"/>
          <p:cNvSpPr/>
          <p:nvPr userDrawn="1"/>
        </p:nvSpPr>
        <p:spPr>
          <a:xfrm>
            <a:off x="10669578" y="404664"/>
            <a:ext cx="1149988" cy="2880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8762926" y="1975081"/>
            <a:ext cx="868787" cy="768875"/>
          </a:xfrm>
          <a:prstGeom prst="rect">
            <a:avLst/>
          </a:prstGeom>
        </p:spPr>
      </p:pic>
      <p:pic>
        <p:nvPicPr>
          <p:cNvPr id="13" name="Picture 12"/>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8506073" y="1611066"/>
            <a:ext cx="313478" cy="277426"/>
          </a:xfrm>
          <a:prstGeom prst="rect">
            <a:avLst/>
          </a:prstGeom>
        </p:spPr>
      </p:pic>
    </p:spTree>
    <p:extLst>
      <p:ext uri="{BB962C8B-B14F-4D97-AF65-F5344CB8AC3E}">
        <p14:creationId xmlns:p14="http://schemas.microsoft.com/office/powerpoint/2010/main" val="122924610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Red Chapter / Title_subtitle - Conf">
    <p:spTree>
      <p:nvGrpSpPr>
        <p:cNvPr id="1" name=""/>
        <p:cNvGrpSpPr/>
        <p:nvPr/>
      </p:nvGrpSpPr>
      <p:grpSpPr>
        <a:xfrm>
          <a:off x="0" y="0"/>
          <a:ext cx="0" cy="0"/>
          <a:chOff x="0" y="0"/>
          <a:chExt cx="0" cy="0"/>
        </a:xfrm>
      </p:grpSpPr>
      <p:sp>
        <p:nvSpPr>
          <p:cNvPr id="2" name="Rectangle 1"/>
          <p:cNvSpPr/>
          <p:nvPr/>
        </p:nvSpPr>
        <p:spPr>
          <a:xfrm>
            <a:off x="0" y="0"/>
            <a:ext cx="9192067" cy="6884633"/>
          </a:xfrm>
          <a:custGeom>
            <a:avLst/>
            <a:gdLst>
              <a:gd name="connsiteX0" fmla="*/ 0 w 8832304"/>
              <a:gd name="connsiteY0" fmla="*/ 0 h 6858000"/>
              <a:gd name="connsiteX1" fmla="*/ 8832304 w 8832304"/>
              <a:gd name="connsiteY1" fmla="*/ 0 h 6858000"/>
              <a:gd name="connsiteX2" fmla="*/ 8832304 w 8832304"/>
              <a:gd name="connsiteY2" fmla="*/ 6858000 h 6858000"/>
              <a:gd name="connsiteX3" fmla="*/ 0 w 8832304"/>
              <a:gd name="connsiteY3" fmla="*/ 6858000 h 6858000"/>
              <a:gd name="connsiteX4" fmla="*/ 0 w 8832304"/>
              <a:gd name="connsiteY4" fmla="*/ 0 h 6858000"/>
              <a:gd name="connsiteX0" fmla="*/ 0 w 8832304"/>
              <a:gd name="connsiteY0" fmla="*/ 0 h 6872990"/>
              <a:gd name="connsiteX1" fmla="*/ 8832304 w 8832304"/>
              <a:gd name="connsiteY1" fmla="*/ 0 h 6872990"/>
              <a:gd name="connsiteX2" fmla="*/ 4650048 w 8832304"/>
              <a:gd name="connsiteY2" fmla="*/ 6872990 h 6872990"/>
              <a:gd name="connsiteX3" fmla="*/ 0 w 8832304"/>
              <a:gd name="connsiteY3" fmla="*/ 6858000 h 6872990"/>
              <a:gd name="connsiteX4" fmla="*/ 0 w 8832304"/>
              <a:gd name="connsiteY4" fmla="*/ 0 h 6872990"/>
              <a:gd name="connsiteX0" fmla="*/ 0 w 9147097"/>
              <a:gd name="connsiteY0" fmla="*/ 0 h 6872990"/>
              <a:gd name="connsiteX1" fmla="*/ 9147097 w 9147097"/>
              <a:gd name="connsiteY1" fmla="*/ 0 h 6872990"/>
              <a:gd name="connsiteX2" fmla="*/ 4650048 w 9147097"/>
              <a:gd name="connsiteY2" fmla="*/ 6872990 h 6872990"/>
              <a:gd name="connsiteX3" fmla="*/ 0 w 9147097"/>
              <a:gd name="connsiteY3" fmla="*/ 6858000 h 6872990"/>
              <a:gd name="connsiteX4" fmla="*/ 0 w 9147097"/>
              <a:gd name="connsiteY4" fmla="*/ 0 h 6872990"/>
              <a:gd name="connsiteX0" fmla="*/ 0 w 9192067"/>
              <a:gd name="connsiteY0" fmla="*/ 0 h 6872990"/>
              <a:gd name="connsiteX1" fmla="*/ 9192067 w 9192067"/>
              <a:gd name="connsiteY1" fmla="*/ 0 h 6872990"/>
              <a:gd name="connsiteX2" fmla="*/ 4650048 w 9192067"/>
              <a:gd name="connsiteY2" fmla="*/ 6872990 h 6872990"/>
              <a:gd name="connsiteX3" fmla="*/ 0 w 9192067"/>
              <a:gd name="connsiteY3" fmla="*/ 6858000 h 6872990"/>
              <a:gd name="connsiteX4" fmla="*/ 0 w 9192067"/>
              <a:gd name="connsiteY4" fmla="*/ 0 h 6872990"/>
              <a:gd name="connsiteX0" fmla="*/ 0 w 9192067"/>
              <a:gd name="connsiteY0" fmla="*/ 0 h 6858000"/>
              <a:gd name="connsiteX1" fmla="*/ 9192067 w 9192067"/>
              <a:gd name="connsiteY1" fmla="*/ 0 h 6858000"/>
              <a:gd name="connsiteX2" fmla="*/ 5039792 w 9192067"/>
              <a:gd name="connsiteY2" fmla="*/ 6858000 h 6858000"/>
              <a:gd name="connsiteX3" fmla="*/ 0 w 9192067"/>
              <a:gd name="connsiteY3" fmla="*/ 6858000 h 6858000"/>
              <a:gd name="connsiteX4" fmla="*/ 0 w 9192067"/>
              <a:gd name="connsiteY4" fmla="*/ 0 h 6858000"/>
              <a:gd name="connsiteX0" fmla="*/ 0 w 9192067"/>
              <a:gd name="connsiteY0" fmla="*/ 0 h 6884633"/>
              <a:gd name="connsiteX1" fmla="*/ 9192067 w 9192067"/>
              <a:gd name="connsiteY1" fmla="*/ 0 h 6884633"/>
              <a:gd name="connsiteX2" fmla="*/ 5030914 w 9192067"/>
              <a:gd name="connsiteY2" fmla="*/ 6884633 h 6884633"/>
              <a:gd name="connsiteX3" fmla="*/ 0 w 9192067"/>
              <a:gd name="connsiteY3" fmla="*/ 6858000 h 6884633"/>
              <a:gd name="connsiteX4" fmla="*/ 0 w 9192067"/>
              <a:gd name="connsiteY4" fmla="*/ 0 h 68846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92067" h="6884633">
                <a:moveTo>
                  <a:pt x="0" y="0"/>
                </a:moveTo>
                <a:lnTo>
                  <a:pt x="9192067" y="0"/>
                </a:lnTo>
                <a:lnTo>
                  <a:pt x="5030914" y="6884633"/>
                </a:lnTo>
                <a:lnTo>
                  <a:pt x="0" y="6858000"/>
                </a:lnTo>
                <a:lnTo>
                  <a:pt x="0" y="0"/>
                </a:lnTo>
                <a:close/>
              </a:path>
            </a:pathLst>
          </a:custGeom>
          <a:solidFill>
            <a:srgbClr val="E642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1"/>
          <p:cNvSpPr>
            <a:spLocks noGrp="1"/>
          </p:cNvSpPr>
          <p:nvPr>
            <p:ph type="ctrTitle" hasCustomPrompt="1"/>
          </p:nvPr>
        </p:nvSpPr>
        <p:spPr>
          <a:xfrm>
            <a:off x="1657349" y="644525"/>
            <a:ext cx="4500331" cy="2726185"/>
          </a:xfrm>
          <a:prstGeom prst="rect">
            <a:avLst/>
          </a:prstGeom>
        </p:spPr>
        <p:txBody>
          <a:bodyPr lIns="0" tIns="0" rIns="0" bIns="0" anchor="b" anchorCtr="0">
            <a:noAutofit/>
          </a:bodyPr>
          <a:lstStyle>
            <a:lvl1pPr algn="r">
              <a:defRPr sz="4000" b="1" i="0" cap="none" baseline="0">
                <a:solidFill>
                  <a:schemeClr val="bg1"/>
                </a:solidFill>
                <a:latin typeface="Source Sans Pro Black" charset="0"/>
                <a:ea typeface="Source Sans Pro Black" charset="0"/>
                <a:cs typeface="Source Sans Pro Black" charset="0"/>
              </a:defRPr>
            </a:lvl1pPr>
          </a:lstStyle>
          <a:p>
            <a:r>
              <a:rPr lang="en-US" dirty="0"/>
              <a:t>Click to edit master title style</a:t>
            </a:r>
          </a:p>
        </p:txBody>
      </p:sp>
      <p:cxnSp>
        <p:nvCxnSpPr>
          <p:cNvPr id="9" name="Straight Connector 8"/>
          <p:cNvCxnSpPr/>
          <p:nvPr/>
        </p:nvCxnSpPr>
        <p:spPr>
          <a:xfrm flipH="1">
            <a:off x="5776094" y="3569020"/>
            <a:ext cx="381586"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1" name="Text Placeholder 6"/>
          <p:cNvSpPr>
            <a:spLocks noGrp="1"/>
          </p:cNvSpPr>
          <p:nvPr>
            <p:ph type="body" sz="quarter" idx="10" hasCustomPrompt="1"/>
          </p:nvPr>
        </p:nvSpPr>
        <p:spPr>
          <a:xfrm>
            <a:off x="7680324" y="3645024"/>
            <a:ext cx="3960814" cy="2398589"/>
          </a:xfrm>
          <a:prstGeom prst="rect">
            <a:avLst/>
          </a:prstGeom>
        </p:spPr>
        <p:txBody>
          <a:bodyPr lIns="0" tIns="0" rIns="0" bIns="0"/>
          <a:lstStyle>
            <a:lvl1pPr>
              <a:defRPr sz="2600"/>
            </a:lvl1pPr>
          </a:lstStyle>
          <a:p>
            <a:pPr lvl="0"/>
            <a:r>
              <a:rPr lang="en-US" dirty="0"/>
              <a:t>Click to edit Intro text styles</a:t>
            </a:r>
          </a:p>
        </p:txBody>
      </p:sp>
      <p:cxnSp>
        <p:nvCxnSpPr>
          <p:cNvPr id="13" name="Straight Connector 12"/>
          <p:cNvCxnSpPr/>
          <p:nvPr/>
        </p:nvCxnSpPr>
        <p:spPr>
          <a:xfrm flipH="1">
            <a:off x="7680326" y="3552512"/>
            <a:ext cx="390524"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7" name="Rectangle 1"/>
          <p:cNvSpPr/>
          <p:nvPr userDrawn="1"/>
        </p:nvSpPr>
        <p:spPr>
          <a:xfrm>
            <a:off x="0" y="0"/>
            <a:ext cx="9192067" cy="6884633"/>
          </a:xfrm>
          <a:custGeom>
            <a:avLst/>
            <a:gdLst>
              <a:gd name="connsiteX0" fmla="*/ 0 w 8832304"/>
              <a:gd name="connsiteY0" fmla="*/ 0 h 6858000"/>
              <a:gd name="connsiteX1" fmla="*/ 8832304 w 8832304"/>
              <a:gd name="connsiteY1" fmla="*/ 0 h 6858000"/>
              <a:gd name="connsiteX2" fmla="*/ 8832304 w 8832304"/>
              <a:gd name="connsiteY2" fmla="*/ 6858000 h 6858000"/>
              <a:gd name="connsiteX3" fmla="*/ 0 w 8832304"/>
              <a:gd name="connsiteY3" fmla="*/ 6858000 h 6858000"/>
              <a:gd name="connsiteX4" fmla="*/ 0 w 8832304"/>
              <a:gd name="connsiteY4" fmla="*/ 0 h 6858000"/>
              <a:gd name="connsiteX0" fmla="*/ 0 w 8832304"/>
              <a:gd name="connsiteY0" fmla="*/ 0 h 6872990"/>
              <a:gd name="connsiteX1" fmla="*/ 8832304 w 8832304"/>
              <a:gd name="connsiteY1" fmla="*/ 0 h 6872990"/>
              <a:gd name="connsiteX2" fmla="*/ 4650048 w 8832304"/>
              <a:gd name="connsiteY2" fmla="*/ 6872990 h 6872990"/>
              <a:gd name="connsiteX3" fmla="*/ 0 w 8832304"/>
              <a:gd name="connsiteY3" fmla="*/ 6858000 h 6872990"/>
              <a:gd name="connsiteX4" fmla="*/ 0 w 8832304"/>
              <a:gd name="connsiteY4" fmla="*/ 0 h 6872990"/>
              <a:gd name="connsiteX0" fmla="*/ 0 w 9147097"/>
              <a:gd name="connsiteY0" fmla="*/ 0 h 6872990"/>
              <a:gd name="connsiteX1" fmla="*/ 9147097 w 9147097"/>
              <a:gd name="connsiteY1" fmla="*/ 0 h 6872990"/>
              <a:gd name="connsiteX2" fmla="*/ 4650048 w 9147097"/>
              <a:gd name="connsiteY2" fmla="*/ 6872990 h 6872990"/>
              <a:gd name="connsiteX3" fmla="*/ 0 w 9147097"/>
              <a:gd name="connsiteY3" fmla="*/ 6858000 h 6872990"/>
              <a:gd name="connsiteX4" fmla="*/ 0 w 9147097"/>
              <a:gd name="connsiteY4" fmla="*/ 0 h 6872990"/>
              <a:gd name="connsiteX0" fmla="*/ 0 w 9192067"/>
              <a:gd name="connsiteY0" fmla="*/ 0 h 6872990"/>
              <a:gd name="connsiteX1" fmla="*/ 9192067 w 9192067"/>
              <a:gd name="connsiteY1" fmla="*/ 0 h 6872990"/>
              <a:gd name="connsiteX2" fmla="*/ 4650048 w 9192067"/>
              <a:gd name="connsiteY2" fmla="*/ 6872990 h 6872990"/>
              <a:gd name="connsiteX3" fmla="*/ 0 w 9192067"/>
              <a:gd name="connsiteY3" fmla="*/ 6858000 h 6872990"/>
              <a:gd name="connsiteX4" fmla="*/ 0 w 9192067"/>
              <a:gd name="connsiteY4" fmla="*/ 0 h 6872990"/>
              <a:gd name="connsiteX0" fmla="*/ 0 w 9192067"/>
              <a:gd name="connsiteY0" fmla="*/ 0 h 6858000"/>
              <a:gd name="connsiteX1" fmla="*/ 9192067 w 9192067"/>
              <a:gd name="connsiteY1" fmla="*/ 0 h 6858000"/>
              <a:gd name="connsiteX2" fmla="*/ 5039792 w 9192067"/>
              <a:gd name="connsiteY2" fmla="*/ 6858000 h 6858000"/>
              <a:gd name="connsiteX3" fmla="*/ 0 w 9192067"/>
              <a:gd name="connsiteY3" fmla="*/ 6858000 h 6858000"/>
              <a:gd name="connsiteX4" fmla="*/ 0 w 9192067"/>
              <a:gd name="connsiteY4" fmla="*/ 0 h 6858000"/>
              <a:gd name="connsiteX0" fmla="*/ 0 w 9192067"/>
              <a:gd name="connsiteY0" fmla="*/ 0 h 6884633"/>
              <a:gd name="connsiteX1" fmla="*/ 9192067 w 9192067"/>
              <a:gd name="connsiteY1" fmla="*/ 0 h 6884633"/>
              <a:gd name="connsiteX2" fmla="*/ 5030914 w 9192067"/>
              <a:gd name="connsiteY2" fmla="*/ 6884633 h 6884633"/>
              <a:gd name="connsiteX3" fmla="*/ 0 w 9192067"/>
              <a:gd name="connsiteY3" fmla="*/ 6858000 h 6884633"/>
              <a:gd name="connsiteX4" fmla="*/ 0 w 9192067"/>
              <a:gd name="connsiteY4" fmla="*/ 0 h 68846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92067" h="6884633">
                <a:moveTo>
                  <a:pt x="0" y="0"/>
                </a:moveTo>
                <a:lnTo>
                  <a:pt x="9192067" y="0"/>
                </a:lnTo>
                <a:lnTo>
                  <a:pt x="5030914" y="6884633"/>
                </a:lnTo>
                <a:lnTo>
                  <a:pt x="0" y="6858000"/>
                </a:lnTo>
                <a:lnTo>
                  <a:pt x="0" y="0"/>
                </a:lnTo>
                <a:close/>
              </a:path>
            </a:pathLst>
          </a:custGeom>
          <a:solidFill>
            <a:srgbClr val="E642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0" name="Straight Connector 9"/>
          <p:cNvCxnSpPr/>
          <p:nvPr userDrawn="1"/>
        </p:nvCxnSpPr>
        <p:spPr>
          <a:xfrm flipH="1">
            <a:off x="5776094" y="3569020"/>
            <a:ext cx="381586"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userDrawn="1"/>
        </p:nvCxnSpPr>
        <p:spPr>
          <a:xfrm flipH="1">
            <a:off x="7680326" y="3552512"/>
            <a:ext cx="390524"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14" name="Footer Placeholder 11"/>
          <p:cNvSpPr txBox="1">
            <a:spLocks/>
          </p:cNvSpPr>
          <p:nvPr userDrawn="1"/>
        </p:nvSpPr>
        <p:spPr>
          <a:xfrm>
            <a:off x="550863" y="6315916"/>
            <a:ext cx="2390627" cy="137420"/>
          </a:xfrm>
          <a:prstGeom prst="rect">
            <a:avLst/>
          </a:prstGeom>
        </p:spPr>
        <p:txBody>
          <a:bodyPr vert="horz" lIns="0" tIns="0" rIns="0" bIns="0" numCol="1" rtlCol="0" anchor="t" anchorCtr="0"/>
          <a:lstStyle>
            <a:defPPr>
              <a:defRPr lang="en-US"/>
            </a:defPPr>
            <a:lvl1pPr marL="0" algn="l" defTabSz="914377" rtl="0" eaLnBrk="1" latinLnBrk="0" hangingPunct="1">
              <a:lnSpc>
                <a:spcPct val="100000"/>
              </a:lnSpc>
              <a:defRPr lang="en-US" sz="800" b="1" i="0" kern="1200" cap="none" spc="38" smtClean="0">
                <a:ln w="13500">
                  <a:noFill/>
                  <a:prstDash val="solid"/>
                </a:ln>
                <a:solidFill>
                  <a:schemeClr val="tx2">
                    <a:alpha val="95000"/>
                  </a:schemeClr>
                </a:solidFill>
                <a:effectLst/>
                <a:latin typeface="Source Sans Pro Black" charset="0"/>
                <a:ea typeface="Source Sans Pro Black" charset="0"/>
                <a:cs typeface="Source Sans Pro Black" charset="0"/>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r>
              <a:rPr lang="en-US" dirty="0">
                <a:solidFill>
                  <a:schemeClr val="bg1">
                    <a:alpha val="95000"/>
                  </a:schemeClr>
                </a:solidFill>
              </a:rPr>
              <a:t>© </a:t>
            </a:r>
            <a:r>
              <a:rPr lang="en-US" dirty="0">
                <a:solidFill>
                  <a:schemeClr val="bg1">
                    <a:alpha val="95000"/>
                  </a:schemeClr>
                </a:solidFill>
                <a:latin typeface="Brandon Grotesque Black" charset="0"/>
                <a:ea typeface="Brandon Grotesque Black" charset="0"/>
                <a:cs typeface="Brandon Grotesque Black" charset="0"/>
              </a:rPr>
              <a:t>MICROEJ</a:t>
            </a:r>
            <a:r>
              <a:rPr lang="en-US" dirty="0">
                <a:solidFill>
                  <a:schemeClr val="bg1">
                    <a:alpha val="95000"/>
                  </a:schemeClr>
                </a:solidFill>
              </a:rPr>
              <a:t> 2019 - C O N F I D E N T I A L</a:t>
            </a:r>
          </a:p>
        </p:txBody>
      </p:sp>
    </p:spTree>
    <p:extLst>
      <p:ext uri="{BB962C8B-B14F-4D97-AF65-F5344CB8AC3E}">
        <p14:creationId xmlns:p14="http://schemas.microsoft.com/office/powerpoint/2010/main" val="164708895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Graphic Chapter / Title_subtitle - Conf">
    <p:spTree>
      <p:nvGrpSpPr>
        <p:cNvPr id="1" name=""/>
        <p:cNvGrpSpPr/>
        <p:nvPr/>
      </p:nvGrpSpPr>
      <p:grpSpPr>
        <a:xfrm>
          <a:off x="0" y="0"/>
          <a:ext cx="0" cy="0"/>
          <a:chOff x="0" y="0"/>
          <a:chExt cx="0" cy="0"/>
        </a:xfrm>
      </p:grpSpPr>
      <p:cxnSp>
        <p:nvCxnSpPr>
          <p:cNvPr id="20" name="Straight Connector 19"/>
          <p:cNvCxnSpPr/>
          <p:nvPr/>
        </p:nvCxnSpPr>
        <p:spPr>
          <a:xfrm flipH="1">
            <a:off x="5663952" y="3552512"/>
            <a:ext cx="453594"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1" name="Title 1"/>
          <p:cNvSpPr>
            <a:spLocks noGrp="1"/>
          </p:cNvSpPr>
          <p:nvPr>
            <p:ph type="ctrTitle" hasCustomPrompt="1"/>
          </p:nvPr>
        </p:nvSpPr>
        <p:spPr>
          <a:xfrm>
            <a:off x="3560644" y="644525"/>
            <a:ext cx="7120056" cy="2726186"/>
          </a:xfrm>
          <a:prstGeom prst="rect">
            <a:avLst/>
          </a:prstGeom>
        </p:spPr>
        <p:txBody>
          <a:bodyPr lIns="0" tIns="0" rIns="0" bIns="0" anchor="b" anchorCtr="0">
            <a:noAutofit/>
          </a:bodyPr>
          <a:lstStyle>
            <a:lvl1pPr algn="l">
              <a:defRPr sz="4000" b="1" i="0" cap="none" baseline="0">
                <a:solidFill>
                  <a:schemeClr val="accent1"/>
                </a:solidFill>
                <a:latin typeface="Source Sans Pro Black" charset="0"/>
                <a:ea typeface="Source Sans Pro Black" charset="0"/>
                <a:cs typeface="Source Sans Pro Black" charset="0"/>
              </a:defRPr>
            </a:lvl1pPr>
          </a:lstStyle>
          <a:p>
            <a:r>
              <a:rPr lang="en-US" dirty="0"/>
              <a:t>Click to edit master title style</a:t>
            </a:r>
          </a:p>
        </p:txBody>
      </p:sp>
      <p:sp>
        <p:nvSpPr>
          <p:cNvPr id="27" name="Text Placeholder 6"/>
          <p:cNvSpPr>
            <a:spLocks noGrp="1"/>
          </p:cNvSpPr>
          <p:nvPr>
            <p:ph type="body" sz="quarter" idx="10" hasCustomPrompt="1"/>
          </p:nvPr>
        </p:nvSpPr>
        <p:spPr>
          <a:xfrm>
            <a:off x="3560643" y="3645024"/>
            <a:ext cx="4119681" cy="2398589"/>
          </a:xfrm>
          <a:prstGeom prst="rect">
            <a:avLst/>
          </a:prstGeom>
        </p:spPr>
        <p:txBody>
          <a:bodyPr lIns="0" tIns="0" rIns="0" bIns="0"/>
          <a:lstStyle>
            <a:lvl1pPr>
              <a:defRPr sz="2600"/>
            </a:lvl1pPr>
          </a:lstStyle>
          <a:p>
            <a:pPr lvl="0"/>
            <a:r>
              <a:rPr lang="en-US" dirty="0"/>
              <a:t>Click to edit Intro text styles</a:t>
            </a:r>
          </a:p>
        </p:txBody>
      </p:sp>
      <p:cxnSp>
        <p:nvCxnSpPr>
          <p:cNvPr id="28" name="Straight Connector 27"/>
          <p:cNvCxnSpPr/>
          <p:nvPr/>
        </p:nvCxnSpPr>
        <p:spPr>
          <a:xfrm flipH="1">
            <a:off x="3555867" y="3552512"/>
            <a:ext cx="379893"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8" name="Picture Placeholder 13"/>
          <p:cNvSpPr>
            <a:spLocks noGrp="1"/>
          </p:cNvSpPr>
          <p:nvPr>
            <p:ph type="pic" sz="quarter" idx="11"/>
          </p:nvPr>
        </p:nvSpPr>
        <p:spPr>
          <a:xfrm>
            <a:off x="37827" y="-8164"/>
            <a:ext cx="3971634" cy="6871855"/>
          </a:xfrm>
          <a:custGeom>
            <a:avLst/>
            <a:gdLst>
              <a:gd name="connsiteX0" fmla="*/ 0 w 4057359"/>
              <a:gd name="connsiteY0" fmla="*/ 0 h 6858000"/>
              <a:gd name="connsiteX1" fmla="*/ 4057359 w 4057359"/>
              <a:gd name="connsiteY1" fmla="*/ 0 h 6858000"/>
              <a:gd name="connsiteX2" fmla="*/ 4057359 w 4057359"/>
              <a:gd name="connsiteY2" fmla="*/ 6858000 h 6858000"/>
              <a:gd name="connsiteX3" fmla="*/ 0 w 4057359"/>
              <a:gd name="connsiteY3" fmla="*/ 6858000 h 6858000"/>
              <a:gd name="connsiteX4" fmla="*/ 0 w 4057359"/>
              <a:gd name="connsiteY4" fmla="*/ 0 h 6858000"/>
              <a:gd name="connsiteX0" fmla="*/ 29731 w 4087090"/>
              <a:gd name="connsiteY0" fmla="*/ 0 h 6871855"/>
              <a:gd name="connsiteX1" fmla="*/ 4087090 w 4087090"/>
              <a:gd name="connsiteY1" fmla="*/ 0 h 6871855"/>
              <a:gd name="connsiteX2" fmla="*/ 0 w 4087090"/>
              <a:gd name="connsiteY2" fmla="*/ 6871855 h 6871855"/>
              <a:gd name="connsiteX3" fmla="*/ 29731 w 4087090"/>
              <a:gd name="connsiteY3" fmla="*/ 6858000 h 6871855"/>
              <a:gd name="connsiteX4" fmla="*/ 29731 w 4087090"/>
              <a:gd name="connsiteY4" fmla="*/ 0 h 6871855"/>
              <a:gd name="connsiteX0" fmla="*/ 0 w 4057359"/>
              <a:gd name="connsiteY0" fmla="*/ 0 h 6941252"/>
              <a:gd name="connsiteX1" fmla="*/ 4057359 w 4057359"/>
              <a:gd name="connsiteY1" fmla="*/ 0 h 6941252"/>
              <a:gd name="connsiteX2" fmla="*/ 27419 w 4057359"/>
              <a:gd name="connsiteY2" fmla="*/ 6941252 h 6941252"/>
              <a:gd name="connsiteX3" fmla="*/ 0 w 4057359"/>
              <a:gd name="connsiteY3" fmla="*/ 6858000 h 6941252"/>
              <a:gd name="connsiteX4" fmla="*/ 0 w 4057359"/>
              <a:gd name="connsiteY4" fmla="*/ 0 h 6941252"/>
              <a:gd name="connsiteX0" fmla="*/ 0 w 4057359"/>
              <a:gd name="connsiteY0" fmla="*/ 0 h 6863691"/>
              <a:gd name="connsiteX1" fmla="*/ 4057359 w 4057359"/>
              <a:gd name="connsiteY1" fmla="*/ 0 h 6863691"/>
              <a:gd name="connsiteX2" fmla="*/ 2926 w 4057359"/>
              <a:gd name="connsiteY2" fmla="*/ 6863691 h 6863691"/>
              <a:gd name="connsiteX3" fmla="*/ 0 w 4057359"/>
              <a:gd name="connsiteY3" fmla="*/ 6858000 h 6863691"/>
              <a:gd name="connsiteX4" fmla="*/ 0 w 4057359"/>
              <a:gd name="connsiteY4" fmla="*/ 0 h 6863691"/>
              <a:gd name="connsiteX0" fmla="*/ 0 w 3971634"/>
              <a:gd name="connsiteY0" fmla="*/ 8164 h 6871855"/>
              <a:gd name="connsiteX1" fmla="*/ 3971634 w 3971634"/>
              <a:gd name="connsiteY1" fmla="*/ 0 h 6871855"/>
              <a:gd name="connsiteX2" fmla="*/ 2926 w 3971634"/>
              <a:gd name="connsiteY2" fmla="*/ 6871855 h 6871855"/>
              <a:gd name="connsiteX3" fmla="*/ 0 w 3971634"/>
              <a:gd name="connsiteY3" fmla="*/ 6866164 h 6871855"/>
              <a:gd name="connsiteX4" fmla="*/ 0 w 3971634"/>
              <a:gd name="connsiteY4" fmla="*/ 8164 h 68718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71634" h="6871855">
                <a:moveTo>
                  <a:pt x="0" y="8164"/>
                </a:moveTo>
                <a:lnTo>
                  <a:pt x="3971634" y="0"/>
                </a:lnTo>
                <a:lnTo>
                  <a:pt x="2926" y="6871855"/>
                </a:lnTo>
                <a:lnTo>
                  <a:pt x="0" y="6866164"/>
                </a:lnTo>
                <a:lnTo>
                  <a:pt x="0" y="8164"/>
                </a:lnTo>
                <a:close/>
              </a:path>
            </a:pathLst>
          </a:custGeom>
          <a:solidFill>
            <a:schemeClr val="accent1"/>
          </a:solidFill>
        </p:spPr>
        <p:txBody>
          <a:bodyPr/>
          <a:lstStyle/>
          <a:p>
            <a:r>
              <a:rPr lang="en-US"/>
              <a:t>Drag picture to placeholder or click icon to add</a:t>
            </a:r>
          </a:p>
        </p:txBody>
      </p:sp>
      <p:cxnSp>
        <p:nvCxnSpPr>
          <p:cNvPr id="7" name="Straight Connector 6"/>
          <p:cNvCxnSpPr/>
          <p:nvPr userDrawn="1"/>
        </p:nvCxnSpPr>
        <p:spPr>
          <a:xfrm flipH="1">
            <a:off x="5663952" y="3552512"/>
            <a:ext cx="453594"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flipH="1">
            <a:off x="3555867" y="3552512"/>
            <a:ext cx="379893"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8102453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Red Chapter / Title_Subtitle_Number -  Conf">
    <p:spTree>
      <p:nvGrpSpPr>
        <p:cNvPr id="1" name=""/>
        <p:cNvGrpSpPr/>
        <p:nvPr/>
      </p:nvGrpSpPr>
      <p:grpSpPr>
        <a:xfrm>
          <a:off x="0" y="0"/>
          <a:ext cx="0" cy="0"/>
          <a:chOff x="0" y="0"/>
          <a:chExt cx="0" cy="0"/>
        </a:xfrm>
      </p:grpSpPr>
      <p:sp>
        <p:nvSpPr>
          <p:cNvPr id="14" name="Picture Placeholder 13"/>
          <p:cNvSpPr>
            <a:spLocks noGrp="1"/>
          </p:cNvSpPr>
          <p:nvPr>
            <p:ph type="pic" sz="quarter" idx="11"/>
          </p:nvPr>
        </p:nvSpPr>
        <p:spPr>
          <a:xfrm>
            <a:off x="37827" y="-8164"/>
            <a:ext cx="3971634" cy="6871855"/>
          </a:xfrm>
          <a:custGeom>
            <a:avLst/>
            <a:gdLst>
              <a:gd name="connsiteX0" fmla="*/ 0 w 4057359"/>
              <a:gd name="connsiteY0" fmla="*/ 0 h 6858000"/>
              <a:gd name="connsiteX1" fmla="*/ 4057359 w 4057359"/>
              <a:gd name="connsiteY1" fmla="*/ 0 h 6858000"/>
              <a:gd name="connsiteX2" fmla="*/ 4057359 w 4057359"/>
              <a:gd name="connsiteY2" fmla="*/ 6858000 h 6858000"/>
              <a:gd name="connsiteX3" fmla="*/ 0 w 4057359"/>
              <a:gd name="connsiteY3" fmla="*/ 6858000 h 6858000"/>
              <a:gd name="connsiteX4" fmla="*/ 0 w 4057359"/>
              <a:gd name="connsiteY4" fmla="*/ 0 h 6858000"/>
              <a:gd name="connsiteX0" fmla="*/ 29731 w 4087090"/>
              <a:gd name="connsiteY0" fmla="*/ 0 h 6871855"/>
              <a:gd name="connsiteX1" fmla="*/ 4087090 w 4087090"/>
              <a:gd name="connsiteY1" fmla="*/ 0 h 6871855"/>
              <a:gd name="connsiteX2" fmla="*/ 0 w 4087090"/>
              <a:gd name="connsiteY2" fmla="*/ 6871855 h 6871855"/>
              <a:gd name="connsiteX3" fmla="*/ 29731 w 4087090"/>
              <a:gd name="connsiteY3" fmla="*/ 6858000 h 6871855"/>
              <a:gd name="connsiteX4" fmla="*/ 29731 w 4087090"/>
              <a:gd name="connsiteY4" fmla="*/ 0 h 6871855"/>
              <a:gd name="connsiteX0" fmla="*/ 0 w 4057359"/>
              <a:gd name="connsiteY0" fmla="*/ 0 h 6941252"/>
              <a:gd name="connsiteX1" fmla="*/ 4057359 w 4057359"/>
              <a:gd name="connsiteY1" fmla="*/ 0 h 6941252"/>
              <a:gd name="connsiteX2" fmla="*/ 27419 w 4057359"/>
              <a:gd name="connsiteY2" fmla="*/ 6941252 h 6941252"/>
              <a:gd name="connsiteX3" fmla="*/ 0 w 4057359"/>
              <a:gd name="connsiteY3" fmla="*/ 6858000 h 6941252"/>
              <a:gd name="connsiteX4" fmla="*/ 0 w 4057359"/>
              <a:gd name="connsiteY4" fmla="*/ 0 h 6941252"/>
              <a:gd name="connsiteX0" fmla="*/ 0 w 4057359"/>
              <a:gd name="connsiteY0" fmla="*/ 0 h 6863691"/>
              <a:gd name="connsiteX1" fmla="*/ 4057359 w 4057359"/>
              <a:gd name="connsiteY1" fmla="*/ 0 h 6863691"/>
              <a:gd name="connsiteX2" fmla="*/ 2926 w 4057359"/>
              <a:gd name="connsiteY2" fmla="*/ 6863691 h 6863691"/>
              <a:gd name="connsiteX3" fmla="*/ 0 w 4057359"/>
              <a:gd name="connsiteY3" fmla="*/ 6858000 h 6863691"/>
              <a:gd name="connsiteX4" fmla="*/ 0 w 4057359"/>
              <a:gd name="connsiteY4" fmla="*/ 0 h 6863691"/>
              <a:gd name="connsiteX0" fmla="*/ 0 w 3971634"/>
              <a:gd name="connsiteY0" fmla="*/ 8164 h 6871855"/>
              <a:gd name="connsiteX1" fmla="*/ 3971634 w 3971634"/>
              <a:gd name="connsiteY1" fmla="*/ 0 h 6871855"/>
              <a:gd name="connsiteX2" fmla="*/ 2926 w 3971634"/>
              <a:gd name="connsiteY2" fmla="*/ 6871855 h 6871855"/>
              <a:gd name="connsiteX3" fmla="*/ 0 w 3971634"/>
              <a:gd name="connsiteY3" fmla="*/ 6866164 h 6871855"/>
              <a:gd name="connsiteX4" fmla="*/ 0 w 3971634"/>
              <a:gd name="connsiteY4" fmla="*/ 8164 h 68718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71634" h="6871855">
                <a:moveTo>
                  <a:pt x="0" y="8164"/>
                </a:moveTo>
                <a:lnTo>
                  <a:pt x="3971634" y="0"/>
                </a:lnTo>
                <a:lnTo>
                  <a:pt x="2926" y="6871855"/>
                </a:lnTo>
                <a:lnTo>
                  <a:pt x="0" y="6866164"/>
                </a:lnTo>
                <a:lnTo>
                  <a:pt x="0" y="8164"/>
                </a:lnTo>
                <a:close/>
              </a:path>
            </a:pathLst>
          </a:custGeom>
          <a:solidFill>
            <a:schemeClr val="accent1"/>
          </a:solidFill>
        </p:spPr>
        <p:txBody>
          <a:bodyPr/>
          <a:lstStyle/>
          <a:p>
            <a:r>
              <a:rPr lang="en-US"/>
              <a:t>Drag picture to placeholder or click icon to add</a:t>
            </a:r>
          </a:p>
        </p:txBody>
      </p:sp>
      <p:cxnSp>
        <p:nvCxnSpPr>
          <p:cNvPr id="20" name="Straight Connector 19"/>
          <p:cNvCxnSpPr/>
          <p:nvPr/>
        </p:nvCxnSpPr>
        <p:spPr>
          <a:xfrm flipH="1">
            <a:off x="5663952" y="3552512"/>
            <a:ext cx="453594"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5" name="Text Placeholder 4"/>
          <p:cNvSpPr>
            <a:spLocks noGrp="1"/>
          </p:cNvSpPr>
          <p:nvPr>
            <p:ph type="body" sz="quarter" idx="12" hasCustomPrompt="1"/>
          </p:nvPr>
        </p:nvSpPr>
        <p:spPr>
          <a:xfrm>
            <a:off x="9182100" y="3645024"/>
            <a:ext cx="2602532" cy="2029941"/>
          </a:xfrm>
          <a:prstGeom prst="rect">
            <a:avLst/>
          </a:prstGeom>
        </p:spPr>
        <p:txBody>
          <a:bodyPr vert="horz" anchor="b" anchorCtr="0"/>
          <a:lstStyle>
            <a:lvl1pPr algn="r">
              <a:spcBef>
                <a:spcPts val="0"/>
              </a:spcBef>
              <a:spcAft>
                <a:spcPts val="0"/>
              </a:spcAft>
              <a:defRPr sz="17000"/>
            </a:lvl1pPr>
            <a:lvl2pPr algn="just">
              <a:defRPr sz="17000"/>
            </a:lvl2pPr>
            <a:lvl3pPr algn="just">
              <a:defRPr sz="17000"/>
            </a:lvl3pPr>
            <a:lvl4pPr algn="just">
              <a:defRPr sz="17000"/>
            </a:lvl4pPr>
            <a:lvl5pPr algn="just">
              <a:defRPr sz="17000"/>
            </a:lvl5pPr>
          </a:lstStyle>
          <a:p>
            <a:pPr lvl="0"/>
            <a:r>
              <a:rPr lang="en-US" dirty="0"/>
              <a:t>N°</a:t>
            </a:r>
          </a:p>
        </p:txBody>
      </p:sp>
      <p:sp>
        <p:nvSpPr>
          <p:cNvPr id="8" name="Title 1"/>
          <p:cNvSpPr>
            <a:spLocks noGrp="1"/>
          </p:cNvSpPr>
          <p:nvPr>
            <p:ph type="ctrTitle" hasCustomPrompt="1"/>
          </p:nvPr>
        </p:nvSpPr>
        <p:spPr>
          <a:xfrm>
            <a:off x="3560644" y="644525"/>
            <a:ext cx="7120056" cy="2726186"/>
          </a:xfrm>
          <a:prstGeom prst="rect">
            <a:avLst/>
          </a:prstGeom>
        </p:spPr>
        <p:txBody>
          <a:bodyPr lIns="0" tIns="0" rIns="0" bIns="0" anchor="b" anchorCtr="0">
            <a:noAutofit/>
          </a:bodyPr>
          <a:lstStyle>
            <a:lvl1pPr algn="l">
              <a:defRPr sz="4000" b="1" i="0" cap="none" baseline="0">
                <a:solidFill>
                  <a:schemeClr val="accent1"/>
                </a:solidFill>
                <a:latin typeface="Source Sans Pro Black" charset="0"/>
                <a:ea typeface="Source Sans Pro Black" charset="0"/>
                <a:cs typeface="Source Sans Pro Black" charset="0"/>
              </a:defRPr>
            </a:lvl1pPr>
          </a:lstStyle>
          <a:p>
            <a:r>
              <a:rPr lang="en-US" dirty="0"/>
              <a:t>Click to edit master title style</a:t>
            </a:r>
          </a:p>
        </p:txBody>
      </p:sp>
      <p:sp>
        <p:nvSpPr>
          <p:cNvPr id="9" name="Text Placeholder 6"/>
          <p:cNvSpPr>
            <a:spLocks noGrp="1"/>
          </p:cNvSpPr>
          <p:nvPr>
            <p:ph type="body" sz="quarter" idx="10" hasCustomPrompt="1"/>
          </p:nvPr>
        </p:nvSpPr>
        <p:spPr>
          <a:xfrm>
            <a:off x="3560643" y="3645024"/>
            <a:ext cx="4119681" cy="2398589"/>
          </a:xfrm>
          <a:prstGeom prst="rect">
            <a:avLst/>
          </a:prstGeom>
        </p:spPr>
        <p:txBody>
          <a:bodyPr lIns="0" tIns="0" rIns="0" bIns="0"/>
          <a:lstStyle>
            <a:lvl1pPr>
              <a:defRPr sz="2600"/>
            </a:lvl1pPr>
          </a:lstStyle>
          <a:p>
            <a:pPr lvl="0"/>
            <a:r>
              <a:rPr lang="en-US" dirty="0"/>
              <a:t>Click to edit Intro text styles</a:t>
            </a:r>
          </a:p>
        </p:txBody>
      </p:sp>
      <p:cxnSp>
        <p:nvCxnSpPr>
          <p:cNvPr id="10" name="Straight Connector 9"/>
          <p:cNvCxnSpPr/>
          <p:nvPr/>
        </p:nvCxnSpPr>
        <p:spPr>
          <a:xfrm flipH="1">
            <a:off x="3555867" y="3552512"/>
            <a:ext cx="379893"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userDrawn="1"/>
        </p:nvCxnSpPr>
        <p:spPr>
          <a:xfrm flipH="1">
            <a:off x="5663952" y="3552512"/>
            <a:ext cx="453594"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userDrawn="1"/>
        </p:nvCxnSpPr>
        <p:spPr>
          <a:xfrm flipH="1">
            <a:off x="3555867" y="3552512"/>
            <a:ext cx="379893"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0924512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Red SubChapter / Title - Conf">
    <p:spTree>
      <p:nvGrpSpPr>
        <p:cNvPr id="1" name=""/>
        <p:cNvGrpSpPr/>
        <p:nvPr/>
      </p:nvGrpSpPr>
      <p:grpSpPr>
        <a:xfrm>
          <a:off x="0" y="0"/>
          <a:ext cx="0" cy="0"/>
          <a:chOff x="0" y="0"/>
          <a:chExt cx="0" cy="0"/>
        </a:xfrm>
      </p:grpSpPr>
      <p:sp>
        <p:nvSpPr>
          <p:cNvPr id="15" name="Rectangle 14"/>
          <p:cNvSpPr/>
          <p:nvPr/>
        </p:nvSpPr>
        <p:spPr>
          <a:xfrm>
            <a:off x="0" y="0"/>
            <a:ext cx="12192000" cy="6858000"/>
          </a:xfrm>
          <a:prstGeom prst="rect">
            <a:avLst/>
          </a:prstGeom>
          <a:solidFill>
            <a:srgbClr val="E642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4" name="Picture 2" descr="C:\Users\cmorineau\Marketing-Private\Marcom\Graphics\Artwork_Corp\Logos\Logo-microej-grey-h50.png"/>
          <p:cNvPicPr>
            <a:picLocks noChangeAspect="1" noChangeArrowheads="1"/>
          </p:cNvPicPr>
          <p:nvPr/>
        </p:nvPicPr>
        <p:blipFill>
          <a:blip r:embed="rId2" cstate="print">
            <a:biLevel thresh="25000"/>
            <a:extLst>
              <a:ext uri="{28A0092B-C50C-407E-A947-70E740481C1C}">
                <a14:useLocalDpi xmlns:a14="http://schemas.microsoft.com/office/drawing/2010/main" val="0"/>
              </a:ext>
            </a:extLst>
          </a:blip>
          <a:srcRect/>
          <a:stretch>
            <a:fillRect/>
          </a:stretch>
        </p:blipFill>
        <p:spPr bwMode="auto">
          <a:xfrm>
            <a:off x="11056039" y="454456"/>
            <a:ext cx="576064" cy="107175"/>
          </a:xfrm>
          <a:prstGeom prst="rect">
            <a:avLst/>
          </a:prstGeom>
          <a:noFill/>
          <a:extLst>
            <a:ext uri="{909E8E84-426E-40DD-AFC4-6F175D3DCCD1}">
              <a14:hiddenFill xmlns:a14="http://schemas.microsoft.com/office/drawing/2010/main">
                <a:solidFill>
                  <a:srgbClr val="FFFFFF"/>
                </a:solidFill>
              </a14:hiddenFill>
            </a:ext>
          </a:extLst>
        </p:spPr>
      </p:pic>
      <p:cxnSp>
        <p:nvCxnSpPr>
          <p:cNvPr id="19" name="Straight Connector 18"/>
          <p:cNvCxnSpPr/>
          <p:nvPr/>
        </p:nvCxnSpPr>
        <p:spPr>
          <a:xfrm>
            <a:off x="1657350" y="3429000"/>
            <a:ext cx="9023349"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20" name="Title 1"/>
          <p:cNvSpPr>
            <a:spLocks noGrp="1"/>
          </p:cNvSpPr>
          <p:nvPr>
            <p:ph type="ctrTitle" hasCustomPrompt="1"/>
          </p:nvPr>
        </p:nvSpPr>
        <p:spPr>
          <a:xfrm>
            <a:off x="1657350" y="1772816"/>
            <a:ext cx="9023349" cy="1512168"/>
          </a:xfrm>
          <a:prstGeom prst="rect">
            <a:avLst/>
          </a:prstGeom>
        </p:spPr>
        <p:txBody>
          <a:bodyPr lIns="0" tIns="0" rIns="0" bIns="0" anchor="b" anchorCtr="1">
            <a:noAutofit/>
          </a:bodyPr>
          <a:lstStyle>
            <a:lvl1pPr algn="ctr">
              <a:defRPr sz="3000" b="1" i="0" cap="all" baseline="0">
                <a:solidFill>
                  <a:schemeClr val="bg1"/>
                </a:solidFill>
                <a:latin typeface="Source Sans Pro Black" charset="0"/>
                <a:ea typeface="Source Sans Pro Black" charset="0"/>
                <a:cs typeface="Source Sans Pro Black" charset="0"/>
              </a:defRPr>
            </a:lvl1pPr>
          </a:lstStyle>
          <a:p>
            <a:r>
              <a:rPr lang="en-US" dirty="0"/>
              <a:t>Click to edit master title style</a:t>
            </a:r>
          </a:p>
        </p:txBody>
      </p:sp>
      <p:sp>
        <p:nvSpPr>
          <p:cNvPr id="6" name="Rectangle 5"/>
          <p:cNvSpPr/>
          <p:nvPr userDrawn="1"/>
        </p:nvSpPr>
        <p:spPr>
          <a:xfrm>
            <a:off x="0" y="0"/>
            <a:ext cx="12192000" cy="6858000"/>
          </a:xfrm>
          <a:prstGeom prst="rect">
            <a:avLst/>
          </a:prstGeom>
          <a:solidFill>
            <a:srgbClr val="E642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Picture 2" descr="C:\Users\cmorineau\Marketing-Private\Marcom\Graphics\Artwork_Corp\Logos\Logo-microej-grey-h50.png"/>
          <p:cNvPicPr>
            <a:picLocks noChangeAspect="1" noChangeArrowheads="1"/>
          </p:cNvPicPr>
          <p:nvPr userDrawn="1"/>
        </p:nvPicPr>
        <p:blipFill>
          <a:blip r:embed="rId2" cstate="print">
            <a:biLevel thresh="25000"/>
            <a:extLst>
              <a:ext uri="{28A0092B-C50C-407E-A947-70E740481C1C}">
                <a14:useLocalDpi xmlns:a14="http://schemas.microsoft.com/office/drawing/2010/main" val="0"/>
              </a:ext>
            </a:extLst>
          </a:blip>
          <a:srcRect/>
          <a:stretch>
            <a:fillRect/>
          </a:stretch>
        </p:blipFill>
        <p:spPr bwMode="auto">
          <a:xfrm>
            <a:off x="11056039" y="454456"/>
            <a:ext cx="576064" cy="107175"/>
          </a:xfrm>
          <a:prstGeom prst="rect">
            <a:avLst/>
          </a:prstGeom>
          <a:noFill/>
          <a:extLst>
            <a:ext uri="{909E8E84-426E-40DD-AFC4-6F175D3DCCD1}">
              <a14:hiddenFill xmlns:a14="http://schemas.microsoft.com/office/drawing/2010/main">
                <a:solidFill>
                  <a:srgbClr val="FFFFFF"/>
                </a:solidFill>
              </a14:hiddenFill>
            </a:ext>
          </a:extLst>
        </p:spPr>
      </p:pic>
      <p:cxnSp>
        <p:nvCxnSpPr>
          <p:cNvPr id="8" name="Straight Connector 7"/>
          <p:cNvCxnSpPr/>
          <p:nvPr userDrawn="1"/>
        </p:nvCxnSpPr>
        <p:spPr>
          <a:xfrm>
            <a:off x="1657350" y="3429000"/>
            <a:ext cx="9023349"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9" name="Footer Placeholder 11"/>
          <p:cNvSpPr txBox="1">
            <a:spLocks/>
          </p:cNvSpPr>
          <p:nvPr userDrawn="1"/>
        </p:nvSpPr>
        <p:spPr>
          <a:xfrm>
            <a:off x="550863" y="6315916"/>
            <a:ext cx="2390627" cy="137420"/>
          </a:xfrm>
          <a:prstGeom prst="rect">
            <a:avLst/>
          </a:prstGeom>
        </p:spPr>
        <p:txBody>
          <a:bodyPr vert="horz" lIns="0" tIns="0" rIns="0" bIns="0" numCol="1" rtlCol="0" anchor="t" anchorCtr="0"/>
          <a:lstStyle>
            <a:defPPr>
              <a:defRPr lang="en-US"/>
            </a:defPPr>
            <a:lvl1pPr marL="0" algn="l" defTabSz="914377" rtl="0" eaLnBrk="1" latinLnBrk="0" hangingPunct="1">
              <a:lnSpc>
                <a:spcPct val="100000"/>
              </a:lnSpc>
              <a:defRPr lang="en-US" sz="800" b="1" i="0" kern="1200" cap="none" spc="38" smtClean="0">
                <a:ln w="13500">
                  <a:noFill/>
                  <a:prstDash val="solid"/>
                </a:ln>
                <a:solidFill>
                  <a:schemeClr val="tx2">
                    <a:alpha val="95000"/>
                  </a:schemeClr>
                </a:solidFill>
                <a:effectLst/>
                <a:latin typeface="Source Sans Pro Black" charset="0"/>
                <a:ea typeface="Source Sans Pro Black" charset="0"/>
                <a:cs typeface="Source Sans Pro Black" charset="0"/>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r>
              <a:rPr lang="en-US" dirty="0">
                <a:solidFill>
                  <a:schemeClr val="bg1">
                    <a:alpha val="95000"/>
                  </a:schemeClr>
                </a:solidFill>
              </a:rPr>
              <a:t>© </a:t>
            </a:r>
            <a:r>
              <a:rPr lang="en-US" dirty="0">
                <a:solidFill>
                  <a:schemeClr val="bg1">
                    <a:alpha val="95000"/>
                  </a:schemeClr>
                </a:solidFill>
                <a:latin typeface="Brandon Grotesque Black" charset="0"/>
                <a:ea typeface="Brandon Grotesque Black" charset="0"/>
                <a:cs typeface="Brandon Grotesque Black" charset="0"/>
              </a:rPr>
              <a:t>MICROEJ</a:t>
            </a:r>
            <a:r>
              <a:rPr lang="en-US" dirty="0">
                <a:solidFill>
                  <a:schemeClr val="bg1">
                    <a:alpha val="95000"/>
                  </a:schemeClr>
                </a:solidFill>
              </a:rPr>
              <a:t> 2019 - C O N F I D E N T I A L</a:t>
            </a:r>
          </a:p>
        </p:txBody>
      </p:sp>
    </p:spTree>
    <p:extLst>
      <p:ext uri="{BB962C8B-B14F-4D97-AF65-F5344CB8AC3E}">
        <p14:creationId xmlns:p14="http://schemas.microsoft.com/office/powerpoint/2010/main" val="194942612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1_Title Only - Conf">
    <p:spTree>
      <p:nvGrpSpPr>
        <p:cNvPr id="1" name=""/>
        <p:cNvGrpSpPr/>
        <p:nvPr/>
      </p:nvGrpSpPr>
      <p:grpSpPr>
        <a:xfrm>
          <a:off x="0" y="0"/>
          <a:ext cx="0" cy="0"/>
          <a:chOff x="0" y="0"/>
          <a:chExt cx="0" cy="0"/>
        </a:xfrm>
      </p:grpSpPr>
      <p:sp>
        <p:nvSpPr>
          <p:cNvPr id="12" name="Title Placeholder 1"/>
          <p:cNvSpPr>
            <a:spLocks noGrp="1"/>
          </p:cNvSpPr>
          <p:nvPr>
            <p:ph type="title" hasCustomPrompt="1"/>
          </p:nvPr>
        </p:nvSpPr>
        <p:spPr>
          <a:xfrm>
            <a:off x="550863" y="644525"/>
            <a:ext cx="10129837" cy="465786"/>
          </a:xfrm>
          <a:prstGeom prst="rect">
            <a:avLst/>
          </a:prstGeom>
        </p:spPr>
        <p:txBody>
          <a:bodyPr vert="horz" wrap="square" lIns="0" tIns="0" rIns="0" bIns="0" numCol="1" rtlCol="0" anchor="b" anchorCtr="0">
            <a:noAutofit/>
          </a:bodyPr>
          <a:lstStyle>
            <a:lvl1pPr>
              <a:lnSpc>
                <a:spcPts val="3600"/>
              </a:lnSpc>
              <a:defRPr sz="4400"/>
            </a:lvl1pPr>
          </a:lstStyle>
          <a:p>
            <a:r>
              <a:rPr lang="en-US" dirty="0"/>
              <a:t>click to edit title</a:t>
            </a:r>
            <a:endParaRPr lang="en-US" noProof="0" dirty="0"/>
          </a:p>
        </p:txBody>
      </p:sp>
      <p:cxnSp>
        <p:nvCxnSpPr>
          <p:cNvPr id="13" name="Straight Connector 12"/>
          <p:cNvCxnSpPr/>
          <p:nvPr userDrawn="1"/>
        </p:nvCxnSpPr>
        <p:spPr>
          <a:xfrm>
            <a:off x="550863" y="1110312"/>
            <a:ext cx="1106487"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07405226"/>
      </p:ext>
    </p:extLst>
  </p:cSld>
  <p:clrMapOvr>
    <a:masterClrMapping/>
  </p:clrMapOvr>
  <p:extLst>
    <p:ext uri="{DCECCB84-F9BA-43D5-87BE-67443E8EF086}">
      <p15:sldGuideLst xmlns:p15="http://schemas.microsoft.com/office/powerpoint/2012/main"/>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1_Title-2lines_Only - Conf">
    <p:spTree>
      <p:nvGrpSpPr>
        <p:cNvPr id="1" name=""/>
        <p:cNvGrpSpPr/>
        <p:nvPr/>
      </p:nvGrpSpPr>
      <p:grpSpPr>
        <a:xfrm>
          <a:off x="0" y="0"/>
          <a:ext cx="0" cy="0"/>
          <a:chOff x="0" y="0"/>
          <a:chExt cx="0" cy="0"/>
        </a:xfrm>
      </p:grpSpPr>
      <p:sp>
        <p:nvSpPr>
          <p:cNvPr id="4" name="Title Placeholder 1"/>
          <p:cNvSpPr>
            <a:spLocks noGrp="1"/>
          </p:cNvSpPr>
          <p:nvPr>
            <p:ph type="title" hasCustomPrompt="1"/>
          </p:nvPr>
        </p:nvSpPr>
        <p:spPr>
          <a:xfrm>
            <a:off x="550863" y="476672"/>
            <a:ext cx="8631237" cy="921672"/>
          </a:xfrm>
          <a:prstGeom prst="rect">
            <a:avLst/>
          </a:prstGeom>
        </p:spPr>
        <p:txBody>
          <a:bodyPr vert="horz" wrap="square" lIns="0" tIns="0" rIns="0" bIns="0" numCol="1" rtlCol="0" anchor="b" anchorCtr="0">
            <a:noAutofit/>
          </a:bodyPr>
          <a:lstStyle>
            <a:lvl1pPr>
              <a:lnSpc>
                <a:spcPts val="3600"/>
              </a:lnSpc>
              <a:defRPr sz="4400"/>
            </a:lvl1pPr>
          </a:lstStyle>
          <a:p>
            <a:r>
              <a:rPr lang="en-US" dirty="0"/>
              <a:t>click to edit title</a:t>
            </a:r>
            <a:endParaRPr lang="en-US" noProof="0" dirty="0"/>
          </a:p>
        </p:txBody>
      </p:sp>
      <p:cxnSp>
        <p:nvCxnSpPr>
          <p:cNvPr id="5" name="Straight Connector 4"/>
          <p:cNvCxnSpPr/>
          <p:nvPr userDrawn="1"/>
        </p:nvCxnSpPr>
        <p:spPr>
          <a:xfrm>
            <a:off x="550863" y="1398344"/>
            <a:ext cx="1106487"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24705393"/>
      </p:ext>
    </p:extLst>
  </p:cSld>
  <p:clrMapOvr>
    <a:masterClrMapping/>
  </p:clrMapOvr>
  <p:extLst>
    <p:ext uri="{DCECCB84-F9BA-43D5-87BE-67443E8EF086}">
      <p15:sldGuideLst xmlns:p15="http://schemas.microsoft.com/office/powerpoint/2012/main"/>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1_1 Column / Title-2lines_Content - Conf">
    <p:spTree>
      <p:nvGrpSpPr>
        <p:cNvPr id="1" name=""/>
        <p:cNvGrpSpPr/>
        <p:nvPr/>
      </p:nvGrpSpPr>
      <p:grpSpPr>
        <a:xfrm>
          <a:off x="0" y="0"/>
          <a:ext cx="0" cy="0"/>
          <a:chOff x="0" y="0"/>
          <a:chExt cx="0" cy="0"/>
        </a:xfrm>
      </p:grpSpPr>
      <p:sp>
        <p:nvSpPr>
          <p:cNvPr id="11" name="Content Placeholder 3"/>
          <p:cNvSpPr>
            <a:spLocks noGrp="1"/>
          </p:cNvSpPr>
          <p:nvPr>
            <p:ph sz="half" idx="2" hasCustomPrompt="1"/>
          </p:nvPr>
        </p:nvSpPr>
        <p:spPr>
          <a:xfrm>
            <a:off x="550862" y="1293703"/>
            <a:ext cx="10129837" cy="4749909"/>
          </a:xfrm>
          <a:prstGeom prst="rect">
            <a:avLst/>
          </a:prstGeom>
        </p:spPr>
        <p:txBody>
          <a:bodyPr lIns="90000">
            <a:noAutofit/>
          </a:bodyPr>
          <a:lstStyle>
            <a:lvl1pPr>
              <a:defRPr sz="1600" b="0" i="0">
                <a:latin typeface="Source Sans Pro" charset="0"/>
                <a:ea typeface="Source Sans Pro" charset="0"/>
                <a:cs typeface="Source Sans Pro" charset="0"/>
              </a:defRPr>
            </a:lvl1pPr>
            <a:lvl2pPr>
              <a:defRPr sz="1600" b="0" i="0">
                <a:latin typeface="Source Sans Pro" charset="0"/>
                <a:ea typeface="Source Sans Pro" charset="0"/>
                <a:cs typeface="Source Sans Pro" charset="0"/>
              </a:defRPr>
            </a:lvl2pPr>
            <a:lvl3pPr>
              <a:defRPr sz="1600" b="0" i="0">
                <a:latin typeface="Source Sans Pro" charset="0"/>
                <a:ea typeface="Source Sans Pro" charset="0"/>
                <a:cs typeface="Source Sans Pro" charset="0"/>
              </a:defRPr>
            </a:lvl3pPr>
            <a:lvl4pPr>
              <a:defRPr sz="1600" b="0" i="0">
                <a:latin typeface="Source Sans Pro" charset="0"/>
                <a:ea typeface="Source Sans Pro" charset="0"/>
                <a:cs typeface="Source Sans Pro" charset="0"/>
              </a:defRPr>
            </a:lvl4pPr>
            <a:lvl5pPr>
              <a:defRPr sz="1600"/>
            </a:lvl5pPr>
            <a:lvl6pPr>
              <a:defRPr sz="1600"/>
            </a:lvl6pPr>
            <a:lvl7pPr>
              <a:defRPr sz="1600"/>
            </a:lvl7pPr>
            <a:lvl8pPr>
              <a:defRPr sz="1600"/>
            </a:lvl8pPr>
            <a:lvl9pPr>
              <a:defRPr sz="1600"/>
            </a:lvl9pPr>
          </a:lstStyle>
          <a:p>
            <a:pPr lvl="0"/>
            <a:r>
              <a:rPr lang="en-US" noProof="0" dirty="0"/>
              <a:t>Click to edit content</a:t>
            </a:r>
          </a:p>
          <a:p>
            <a:pPr lvl="1"/>
            <a:r>
              <a:rPr lang="en-US" noProof="0" dirty="0"/>
              <a:t>Second level</a:t>
            </a:r>
          </a:p>
          <a:p>
            <a:pPr lvl="2"/>
            <a:r>
              <a:rPr lang="en-US" noProof="0" dirty="0"/>
              <a:t>Third level</a:t>
            </a:r>
          </a:p>
        </p:txBody>
      </p:sp>
      <p:cxnSp>
        <p:nvCxnSpPr>
          <p:cNvPr id="10" name="Straight Connector 9"/>
          <p:cNvCxnSpPr/>
          <p:nvPr userDrawn="1"/>
        </p:nvCxnSpPr>
        <p:spPr>
          <a:xfrm>
            <a:off x="550863" y="1110312"/>
            <a:ext cx="1106487"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4" name="Title Placeholder 1"/>
          <p:cNvSpPr>
            <a:spLocks noGrp="1"/>
          </p:cNvSpPr>
          <p:nvPr>
            <p:ph type="title" hasCustomPrompt="1"/>
          </p:nvPr>
        </p:nvSpPr>
        <p:spPr>
          <a:xfrm>
            <a:off x="550863" y="644525"/>
            <a:ext cx="10129837" cy="465786"/>
          </a:xfrm>
          <a:prstGeom prst="rect">
            <a:avLst/>
          </a:prstGeom>
        </p:spPr>
        <p:txBody>
          <a:bodyPr vert="horz" wrap="square" lIns="0" tIns="0" rIns="0" bIns="0" numCol="1" rtlCol="0" anchor="b" anchorCtr="0">
            <a:noAutofit/>
          </a:bodyPr>
          <a:lstStyle>
            <a:lvl1pPr>
              <a:lnSpc>
                <a:spcPts val="3600"/>
              </a:lnSpc>
              <a:defRPr sz="4400"/>
            </a:lvl1pPr>
          </a:lstStyle>
          <a:p>
            <a:r>
              <a:rPr lang="en-US" dirty="0"/>
              <a:t>click to edit title</a:t>
            </a:r>
            <a:endParaRPr lang="en-US" noProof="0" dirty="0"/>
          </a:p>
        </p:txBody>
      </p:sp>
    </p:spTree>
    <p:extLst>
      <p:ext uri="{BB962C8B-B14F-4D97-AF65-F5344CB8AC3E}">
        <p14:creationId xmlns:p14="http://schemas.microsoft.com/office/powerpoint/2010/main" val="124133372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1_Column / Title-2lines_Content - Conf">
    <p:spTree>
      <p:nvGrpSpPr>
        <p:cNvPr id="1" name=""/>
        <p:cNvGrpSpPr/>
        <p:nvPr/>
      </p:nvGrpSpPr>
      <p:grpSpPr>
        <a:xfrm>
          <a:off x="0" y="0"/>
          <a:ext cx="0" cy="0"/>
          <a:chOff x="0" y="0"/>
          <a:chExt cx="0" cy="0"/>
        </a:xfrm>
      </p:grpSpPr>
      <p:sp>
        <p:nvSpPr>
          <p:cNvPr id="11" name="Content Placeholder 3"/>
          <p:cNvSpPr>
            <a:spLocks noGrp="1"/>
          </p:cNvSpPr>
          <p:nvPr>
            <p:ph sz="half" idx="2" hasCustomPrompt="1"/>
          </p:nvPr>
        </p:nvSpPr>
        <p:spPr>
          <a:xfrm>
            <a:off x="550862" y="1606476"/>
            <a:ext cx="10129837" cy="4437137"/>
          </a:xfrm>
          <a:prstGeom prst="rect">
            <a:avLst/>
          </a:prstGeom>
        </p:spPr>
        <p:txBody>
          <a:bodyPr lIns="90000">
            <a:noAutofit/>
          </a:bodyPr>
          <a:lstStyle>
            <a:lvl1pPr>
              <a:defRPr sz="1600" b="0" i="0">
                <a:latin typeface="Source Sans Pro" charset="0"/>
                <a:ea typeface="Source Sans Pro" charset="0"/>
                <a:cs typeface="Source Sans Pro" charset="0"/>
              </a:defRPr>
            </a:lvl1pPr>
            <a:lvl2pPr>
              <a:defRPr sz="1600" b="0" i="0">
                <a:latin typeface="Source Sans Pro" charset="0"/>
                <a:ea typeface="Source Sans Pro" charset="0"/>
                <a:cs typeface="Source Sans Pro" charset="0"/>
              </a:defRPr>
            </a:lvl2pPr>
            <a:lvl3pPr>
              <a:defRPr sz="1600" b="0" i="0">
                <a:latin typeface="Source Sans Pro" charset="0"/>
                <a:ea typeface="Source Sans Pro" charset="0"/>
                <a:cs typeface="Source Sans Pro" charset="0"/>
              </a:defRPr>
            </a:lvl3pPr>
            <a:lvl4pPr>
              <a:defRPr sz="1600" b="0" i="0">
                <a:latin typeface="Source Sans Pro" charset="0"/>
                <a:ea typeface="Source Sans Pro" charset="0"/>
                <a:cs typeface="Source Sans Pro" charset="0"/>
              </a:defRPr>
            </a:lvl4pPr>
            <a:lvl5pPr>
              <a:defRPr sz="1600"/>
            </a:lvl5pPr>
            <a:lvl6pPr>
              <a:defRPr sz="1600"/>
            </a:lvl6pPr>
            <a:lvl7pPr>
              <a:defRPr sz="1600"/>
            </a:lvl7pPr>
            <a:lvl8pPr>
              <a:defRPr sz="1600"/>
            </a:lvl8pPr>
            <a:lvl9pPr>
              <a:defRPr sz="1600"/>
            </a:lvl9pPr>
          </a:lstStyle>
          <a:p>
            <a:pPr lvl="0"/>
            <a:r>
              <a:rPr lang="en-US" noProof="0" dirty="0"/>
              <a:t>Click to edit content</a:t>
            </a:r>
          </a:p>
          <a:p>
            <a:pPr lvl="1"/>
            <a:r>
              <a:rPr lang="en-US" noProof="0" dirty="0"/>
              <a:t>Second level</a:t>
            </a:r>
          </a:p>
          <a:p>
            <a:pPr lvl="2"/>
            <a:r>
              <a:rPr lang="en-US" noProof="0" dirty="0"/>
              <a:t>Third level</a:t>
            </a:r>
          </a:p>
        </p:txBody>
      </p:sp>
      <p:sp>
        <p:nvSpPr>
          <p:cNvPr id="15" name="Title Placeholder 1"/>
          <p:cNvSpPr>
            <a:spLocks noGrp="1"/>
          </p:cNvSpPr>
          <p:nvPr>
            <p:ph type="title" hasCustomPrompt="1"/>
          </p:nvPr>
        </p:nvSpPr>
        <p:spPr>
          <a:xfrm>
            <a:off x="550863" y="476672"/>
            <a:ext cx="8631237" cy="921672"/>
          </a:xfrm>
          <a:prstGeom prst="rect">
            <a:avLst/>
          </a:prstGeom>
        </p:spPr>
        <p:txBody>
          <a:bodyPr vert="horz" wrap="square" lIns="0" tIns="0" rIns="0" bIns="0" numCol="1" rtlCol="0" anchor="b" anchorCtr="0">
            <a:noAutofit/>
          </a:bodyPr>
          <a:lstStyle>
            <a:lvl1pPr>
              <a:lnSpc>
                <a:spcPts val="3600"/>
              </a:lnSpc>
              <a:defRPr sz="4400"/>
            </a:lvl1pPr>
          </a:lstStyle>
          <a:p>
            <a:r>
              <a:rPr lang="en-US" dirty="0"/>
              <a:t>click to edit title</a:t>
            </a:r>
            <a:endParaRPr lang="en-US" noProof="0" dirty="0"/>
          </a:p>
        </p:txBody>
      </p:sp>
      <p:cxnSp>
        <p:nvCxnSpPr>
          <p:cNvPr id="16" name="Straight Connector 15"/>
          <p:cNvCxnSpPr/>
          <p:nvPr userDrawn="1"/>
        </p:nvCxnSpPr>
        <p:spPr>
          <a:xfrm>
            <a:off x="550863" y="1398344"/>
            <a:ext cx="1106487"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00517845"/>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1_1 Column / Title_Subtitle_Content - Conf">
    <p:spTree>
      <p:nvGrpSpPr>
        <p:cNvPr id="1" name=""/>
        <p:cNvGrpSpPr/>
        <p:nvPr/>
      </p:nvGrpSpPr>
      <p:grpSpPr>
        <a:xfrm>
          <a:off x="0" y="0"/>
          <a:ext cx="0" cy="0"/>
          <a:chOff x="0" y="0"/>
          <a:chExt cx="0" cy="0"/>
        </a:xfrm>
      </p:grpSpPr>
      <p:sp>
        <p:nvSpPr>
          <p:cNvPr id="4" name="Text Placeholder 2"/>
          <p:cNvSpPr>
            <a:spLocks noGrp="1"/>
          </p:cNvSpPr>
          <p:nvPr>
            <p:ph type="body" idx="1" hasCustomPrompt="1"/>
          </p:nvPr>
        </p:nvSpPr>
        <p:spPr>
          <a:xfrm>
            <a:off x="550861" y="1293703"/>
            <a:ext cx="10129838" cy="432049"/>
          </a:xfrm>
          <a:prstGeom prst="rect">
            <a:avLst/>
          </a:prstGeom>
        </p:spPr>
        <p:txBody>
          <a:bodyPr lIns="0" tIns="0" rIns="0" bIns="0" anchor="t" anchorCtr="0">
            <a:noAutofit/>
          </a:bodyPr>
          <a:lstStyle>
            <a:lvl1pPr marL="0" indent="0">
              <a:lnSpc>
                <a:spcPts val="2000"/>
              </a:lnSpc>
              <a:buNone/>
              <a:defRPr sz="1800" b="1" i="0" cap="all" baseline="0">
                <a:solidFill>
                  <a:schemeClr val="tx1"/>
                </a:solidFill>
                <a:latin typeface="Source Sans Pro" charset="0"/>
                <a:ea typeface="Source Sans Pro" charset="0"/>
                <a:cs typeface="Source Sans Pro" charset="0"/>
              </a:defRPr>
            </a:lvl1pPr>
            <a:lvl2pPr marL="457143" indent="0">
              <a:buNone/>
              <a:defRPr sz="2000" b="1"/>
            </a:lvl2pPr>
            <a:lvl3pPr marL="914286" indent="0">
              <a:buNone/>
              <a:defRPr sz="1800" b="1"/>
            </a:lvl3pPr>
            <a:lvl4pPr marL="1371430" indent="0">
              <a:buNone/>
              <a:defRPr sz="1600" b="1"/>
            </a:lvl4pPr>
            <a:lvl5pPr marL="1828573" indent="0">
              <a:buNone/>
              <a:defRPr sz="1600" b="1"/>
            </a:lvl5pPr>
            <a:lvl6pPr marL="2285718" indent="0">
              <a:buNone/>
              <a:defRPr sz="1600" b="1"/>
            </a:lvl6pPr>
            <a:lvl7pPr marL="2742858" indent="0">
              <a:buNone/>
              <a:defRPr sz="1600" b="1"/>
            </a:lvl7pPr>
            <a:lvl8pPr marL="3200000" indent="0">
              <a:buNone/>
              <a:defRPr sz="1600" b="1"/>
            </a:lvl8pPr>
            <a:lvl9pPr marL="3657143" indent="0">
              <a:buNone/>
              <a:defRPr sz="1600" b="1"/>
            </a:lvl9pPr>
          </a:lstStyle>
          <a:p>
            <a:pPr lvl="0"/>
            <a:r>
              <a:rPr lang="en-US" noProof="0" dirty="0"/>
              <a:t>Click to edit title style</a:t>
            </a:r>
          </a:p>
        </p:txBody>
      </p:sp>
      <p:sp>
        <p:nvSpPr>
          <p:cNvPr id="5" name="Content Placeholder 3"/>
          <p:cNvSpPr>
            <a:spLocks noGrp="1"/>
          </p:cNvSpPr>
          <p:nvPr>
            <p:ph sz="half" idx="11" hasCustomPrompt="1"/>
          </p:nvPr>
        </p:nvSpPr>
        <p:spPr>
          <a:xfrm>
            <a:off x="550863" y="1869759"/>
            <a:ext cx="10129836" cy="4173853"/>
          </a:xfrm>
          <a:prstGeom prst="rect">
            <a:avLst/>
          </a:prstGeom>
        </p:spPr>
        <p:txBody>
          <a:bodyPr lIns="90000">
            <a:noAutofit/>
          </a:bodyPr>
          <a:lstStyle>
            <a:lvl1pPr>
              <a:defRPr sz="1600" b="0" i="0">
                <a:latin typeface="Source Sans Pro" charset="0"/>
                <a:ea typeface="Source Sans Pro" charset="0"/>
                <a:cs typeface="Source Sans Pro" charset="0"/>
              </a:defRPr>
            </a:lvl1pPr>
            <a:lvl2pPr>
              <a:defRPr sz="1600" b="0" i="0">
                <a:latin typeface="Source Sans Pro" charset="0"/>
                <a:ea typeface="Source Sans Pro" charset="0"/>
                <a:cs typeface="Source Sans Pro" charset="0"/>
              </a:defRPr>
            </a:lvl2pPr>
            <a:lvl3pPr>
              <a:defRPr sz="1600" b="0" i="0">
                <a:latin typeface="Source Sans Pro" charset="0"/>
                <a:ea typeface="Source Sans Pro" charset="0"/>
                <a:cs typeface="Source Sans Pro" charset="0"/>
              </a:defRPr>
            </a:lvl3pPr>
            <a:lvl4pPr>
              <a:defRPr sz="1600" b="0" i="0">
                <a:latin typeface="Source Sans Pro" charset="0"/>
                <a:ea typeface="Source Sans Pro" charset="0"/>
                <a:cs typeface="Source Sans Pro" charset="0"/>
              </a:defRPr>
            </a:lvl4pPr>
            <a:lvl5pPr>
              <a:defRPr sz="1600"/>
            </a:lvl5pPr>
            <a:lvl6pPr>
              <a:defRPr sz="1600"/>
            </a:lvl6pPr>
            <a:lvl7pPr>
              <a:defRPr sz="1600"/>
            </a:lvl7pPr>
            <a:lvl8pPr>
              <a:defRPr sz="1600"/>
            </a:lvl8pPr>
            <a:lvl9pPr>
              <a:defRPr sz="1600"/>
            </a:lvl9pPr>
          </a:lstStyle>
          <a:p>
            <a:pPr lvl="0"/>
            <a:r>
              <a:rPr lang="en-US" noProof="0" dirty="0"/>
              <a:t>Click to edit content</a:t>
            </a:r>
          </a:p>
          <a:p>
            <a:pPr lvl="1"/>
            <a:r>
              <a:rPr lang="en-US" noProof="0" dirty="0"/>
              <a:t>Second level</a:t>
            </a:r>
          </a:p>
          <a:p>
            <a:pPr lvl="2"/>
            <a:r>
              <a:rPr lang="en-US" noProof="0" dirty="0"/>
              <a:t>Third level</a:t>
            </a:r>
          </a:p>
        </p:txBody>
      </p:sp>
      <p:cxnSp>
        <p:nvCxnSpPr>
          <p:cNvPr id="14" name="Straight Connector 13"/>
          <p:cNvCxnSpPr/>
          <p:nvPr userDrawn="1"/>
        </p:nvCxnSpPr>
        <p:spPr>
          <a:xfrm>
            <a:off x="550863" y="1110312"/>
            <a:ext cx="1106487"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5" name="Title Placeholder 1"/>
          <p:cNvSpPr>
            <a:spLocks noGrp="1"/>
          </p:cNvSpPr>
          <p:nvPr>
            <p:ph type="title" hasCustomPrompt="1"/>
          </p:nvPr>
        </p:nvSpPr>
        <p:spPr>
          <a:xfrm>
            <a:off x="550863" y="644525"/>
            <a:ext cx="10129837" cy="465786"/>
          </a:xfrm>
          <a:prstGeom prst="rect">
            <a:avLst/>
          </a:prstGeom>
        </p:spPr>
        <p:txBody>
          <a:bodyPr vert="horz" wrap="square" lIns="0" tIns="0" rIns="0" bIns="0" numCol="1" rtlCol="0" anchor="b" anchorCtr="0">
            <a:noAutofit/>
          </a:bodyPr>
          <a:lstStyle>
            <a:lvl1pPr>
              <a:lnSpc>
                <a:spcPts val="3600"/>
              </a:lnSpc>
              <a:defRPr sz="4400"/>
            </a:lvl1pPr>
          </a:lstStyle>
          <a:p>
            <a:r>
              <a:rPr lang="en-US" dirty="0"/>
              <a:t>click to edit title</a:t>
            </a:r>
            <a:endParaRPr lang="en-US" noProof="0" dirty="0"/>
          </a:p>
        </p:txBody>
      </p:sp>
    </p:spTree>
    <p:extLst>
      <p:ext uri="{BB962C8B-B14F-4D97-AF65-F5344CB8AC3E}">
        <p14:creationId xmlns:p14="http://schemas.microsoft.com/office/powerpoint/2010/main" val="48405219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1_1 Columns / Title_Content+picture">
    <p:spTree>
      <p:nvGrpSpPr>
        <p:cNvPr id="1" name=""/>
        <p:cNvGrpSpPr/>
        <p:nvPr/>
      </p:nvGrpSpPr>
      <p:grpSpPr>
        <a:xfrm>
          <a:off x="0" y="0"/>
          <a:ext cx="0" cy="0"/>
          <a:chOff x="0" y="0"/>
          <a:chExt cx="0" cy="0"/>
        </a:xfrm>
      </p:grpSpPr>
      <p:sp>
        <p:nvSpPr>
          <p:cNvPr id="6" name="Content Placeholder 3"/>
          <p:cNvSpPr>
            <a:spLocks noGrp="1"/>
          </p:cNvSpPr>
          <p:nvPr>
            <p:ph sz="half" idx="11" hasCustomPrompt="1"/>
          </p:nvPr>
        </p:nvSpPr>
        <p:spPr>
          <a:xfrm>
            <a:off x="550863" y="1293703"/>
            <a:ext cx="4999583" cy="4749910"/>
          </a:xfrm>
          <a:prstGeom prst="rect">
            <a:avLst/>
          </a:prstGeom>
        </p:spPr>
        <p:txBody>
          <a:bodyPr lIns="90000">
            <a:noAutofit/>
          </a:bodyPr>
          <a:lstStyle>
            <a:lvl1pPr>
              <a:defRPr sz="1600" b="0" i="0">
                <a:latin typeface="Source Sans Pro" charset="0"/>
                <a:ea typeface="Source Sans Pro" charset="0"/>
                <a:cs typeface="Source Sans Pro" charset="0"/>
              </a:defRPr>
            </a:lvl1pPr>
            <a:lvl2pPr>
              <a:defRPr sz="1600" b="0" i="0">
                <a:latin typeface="Source Sans Pro" charset="0"/>
                <a:ea typeface="Source Sans Pro" charset="0"/>
                <a:cs typeface="Source Sans Pro" charset="0"/>
              </a:defRPr>
            </a:lvl2pPr>
            <a:lvl3pPr>
              <a:defRPr sz="1600" b="0" i="0">
                <a:latin typeface="Source Sans Pro" charset="0"/>
                <a:ea typeface="Source Sans Pro" charset="0"/>
                <a:cs typeface="Source Sans Pro" charset="0"/>
              </a:defRPr>
            </a:lvl3pPr>
            <a:lvl4pPr>
              <a:defRPr sz="1600" b="0" i="0">
                <a:latin typeface="Source Sans Pro" charset="0"/>
                <a:ea typeface="Source Sans Pro" charset="0"/>
                <a:cs typeface="Source Sans Pro" charset="0"/>
              </a:defRPr>
            </a:lvl4pPr>
            <a:lvl5pPr>
              <a:defRPr sz="1600"/>
            </a:lvl5pPr>
            <a:lvl6pPr>
              <a:defRPr sz="1600"/>
            </a:lvl6pPr>
            <a:lvl7pPr>
              <a:defRPr sz="1600"/>
            </a:lvl7pPr>
            <a:lvl8pPr>
              <a:defRPr sz="1600"/>
            </a:lvl8pPr>
            <a:lvl9pPr>
              <a:defRPr sz="1600"/>
            </a:lvl9pPr>
          </a:lstStyle>
          <a:p>
            <a:pPr lvl="0"/>
            <a:r>
              <a:rPr lang="en-US" noProof="0" dirty="0"/>
              <a:t>Click to edit content</a:t>
            </a:r>
          </a:p>
          <a:p>
            <a:pPr lvl="1"/>
            <a:r>
              <a:rPr lang="en-US" noProof="0" dirty="0"/>
              <a:t>Second level</a:t>
            </a:r>
          </a:p>
          <a:p>
            <a:pPr lvl="2"/>
            <a:r>
              <a:rPr lang="en-US" noProof="0" dirty="0"/>
              <a:t>Third level</a:t>
            </a:r>
          </a:p>
        </p:txBody>
      </p:sp>
      <p:sp>
        <p:nvSpPr>
          <p:cNvPr id="8" name="Content Placeholder 3"/>
          <p:cNvSpPr>
            <a:spLocks noGrp="1"/>
          </p:cNvSpPr>
          <p:nvPr>
            <p:ph sz="half" idx="12" hasCustomPrompt="1"/>
          </p:nvPr>
        </p:nvSpPr>
        <p:spPr>
          <a:xfrm>
            <a:off x="5681117" y="1293703"/>
            <a:ext cx="4999583" cy="4749910"/>
          </a:xfrm>
          <a:prstGeom prst="rect">
            <a:avLst/>
          </a:prstGeom>
        </p:spPr>
        <p:txBody>
          <a:bodyPr lIns="90000">
            <a:noAutofit/>
          </a:bodyPr>
          <a:lstStyle>
            <a:lvl1pPr>
              <a:defRPr sz="1600" b="0" i="0">
                <a:latin typeface="Source Sans Pro" charset="0"/>
                <a:ea typeface="Source Sans Pro" charset="0"/>
                <a:cs typeface="Source Sans Pro" charset="0"/>
              </a:defRPr>
            </a:lvl1pPr>
            <a:lvl2pPr>
              <a:defRPr sz="1600" b="0" i="0">
                <a:latin typeface="Source Sans Pro" charset="0"/>
                <a:ea typeface="Source Sans Pro" charset="0"/>
                <a:cs typeface="Source Sans Pro" charset="0"/>
              </a:defRPr>
            </a:lvl2pPr>
            <a:lvl3pPr>
              <a:defRPr sz="1600" b="0" i="0">
                <a:latin typeface="Source Sans Pro" charset="0"/>
                <a:ea typeface="Source Sans Pro" charset="0"/>
                <a:cs typeface="Source Sans Pro" charset="0"/>
              </a:defRPr>
            </a:lvl3pPr>
            <a:lvl4pPr>
              <a:defRPr sz="1600" b="0" i="0">
                <a:latin typeface="Source Sans Pro" charset="0"/>
                <a:ea typeface="Source Sans Pro" charset="0"/>
                <a:cs typeface="Source Sans Pro" charset="0"/>
              </a:defRPr>
            </a:lvl4pPr>
            <a:lvl5pPr>
              <a:defRPr sz="1600"/>
            </a:lvl5pPr>
            <a:lvl6pPr>
              <a:defRPr sz="1600"/>
            </a:lvl6pPr>
            <a:lvl7pPr>
              <a:defRPr sz="1600"/>
            </a:lvl7pPr>
            <a:lvl8pPr>
              <a:defRPr sz="1600"/>
            </a:lvl8pPr>
            <a:lvl9pPr>
              <a:defRPr sz="1600"/>
            </a:lvl9pPr>
          </a:lstStyle>
          <a:p>
            <a:pPr lvl="0"/>
            <a:r>
              <a:rPr lang="en-US" noProof="0" dirty="0"/>
              <a:t>Click to edit content</a:t>
            </a:r>
          </a:p>
          <a:p>
            <a:pPr lvl="1"/>
            <a:r>
              <a:rPr lang="en-US" noProof="0" dirty="0"/>
              <a:t>Second level</a:t>
            </a:r>
          </a:p>
          <a:p>
            <a:pPr lvl="2"/>
            <a:r>
              <a:rPr lang="en-US" noProof="0" dirty="0"/>
              <a:t>Third level</a:t>
            </a:r>
          </a:p>
        </p:txBody>
      </p:sp>
      <p:cxnSp>
        <p:nvCxnSpPr>
          <p:cNvPr id="10" name="Straight Connector 9"/>
          <p:cNvCxnSpPr/>
          <p:nvPr userDrawn="1"/>
        </p:nvCxnSpPr>
        <p:spPr>
          <a:xfrm>
            <a:off x="550863" y="1110312"/>
            <a:ext cx="1106487"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1" name="Title Placeholder 1"/>
          <p:cNvSpPr>
            <a:spLocks noGrp="1"/>
          </p:cNvSpPr>
          <p:nvPr>
            <p:ph type="title" hasCustomPrompt="1"/>
          </p:nvPr>
        </p:nvSpPr>
        <p:spPr>
          <a:xfrm>
            <a:off x="550863" y="644525"/>
            <a:ext cx="10129837" cy="465786"/>
          </a:xfrm>
          <a:prstGeom prst="rect">
            <a:avLst/>
          </a:prstGeom>
        </p:spPr>
        <p:txBody>
          <a:bodyPr vert="horz" wrap="square" lIns="0" tIns="0" rIns="0" bIns="0" numCol="1" rtlCol="0" anchor="b" anchorCtr="0">
            <a:noAutofit/>
          </a:bodyPr>
          <a:lstStyle>
            <a:lvl1pPr>
              <a:lnSpc>
                <a:spcPts val="3600"/>
              </a:lnSpc>
              <a:defRPr sz="4400"/>
            </a:lvl1pPr>
          </a:lstStyle>
          <a:p>
            <a:r>
              <a:rPr lang="en-US" dirty="0"/>
              <a:t>click to edit title</a:t>
            </a:r>
            <a:endParaRPr lang="en-US" noProof="0" dirty="0"/>
          </a:p>
        </p:txBody>
      </p:sp>
    </p:spTree>
    <p:extLst>
      <p:ext uri="{BB962C8B-B14F-4D97-AF65-F5344CB8AC3E}">
        <p14:creationId xmlns:p14="http://schemas.microsoft.com/office/powerpoint/2010/main" val="1535242450"/>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1_2 Columns / Title_Content - Conf">
    <p:spTree>
      <p:nvGrpSpPr>
        <p:cNvPr id="1" name=""/>
        <p:cNvGrpSpPr/>
        <p:nvPr/>
      </p:nvGrpSpPr>
      <p:grpSpPr>
        <a:xfrm>
          <a:off x="0" y="0"/>
          <a:ext cx="0" cy="0"/>
          <a:chOff x="0" y="0"/>
          <a:chExt cx="0" cy="0"/>
        </a:xfrm>
      </p:grpSpPr>
      <p:sp>
        <p:nvSpPr>
          <p:cNvPr id="7" name="Content Placeholder 3"/>
          <p:cNvSpPr>
            <a:spLocks noGrp="1"/>
          </p:cNvSpPr>
          <p:nvPr>
            <p:ph sz="half" idx="11" hasCustomPrompt="1"/>
          </p:nvPr>
        </p:nvSpPr>
        <p:spPr>
          <a:xfrm>
            <a:off x="550863" y="1293703"/>
            <a:ext cx="10129837" cy="4749910"/>
          </a:xfrm>
          <a:prstGeom prst="rect">
            <a:avLst/>
          </a:prstGeom>
        </p:spPr>
        <p:txBody>
          <a:bodyPr lIns="90000" numCol="2">
            <a:noAutofit/>
          </a:bodyPr>
          <a:lstStyle>
            <a:lvl1pPr>
              <a:defRPr sz="1600" b="0" i="0">
                <a:latin typeface="Source Sans Pro" charset="0"/>
                <a:ea typeface="Source Sans Pro" charset="0"/>
                <a:cs typeface="Source Sans Pro" charset="0"/>
              </a:defRPr>
            </a:lvl1pPr>
            <a:lvl2pPr>
              <a:defRPr sz="1600" b="0" i="0">
                <a:latin typeface="Source Sans Pro" charset="0"/>
                <a:ea typeface="Source Sans Pro" charset="0"/>
                <a:cs typeface="Source Sans Pro" charset="0"/>
              </a:defRPr>
            </a:lvl2pPr>
            <a:lvl3pPr>
              <a:defRPr sz="1600" b="0" i="0">
                <a:latin typeface="Source Sans Pro" charset="0"/>
                <a:ea typeface="Source Sans Pro" charset="0"/>
                <a:cs typeface="Source Sans Pro" charset="0"/>
              </a:defRPr>
            </a:lvl3pPr>
            <a:lvl4pPr>
              <a:defRPr sz="1600" b="0" i="0">
                <a:latin typeface="Source Sans Pro" charset="0"/>
                <a:ea typeface="Source Sans Pro" charset="0"/>
                <a:cs typeface="Source Sans Pro" charset="0"/>
              </a:defRPr>
            </a:lvl4pPr>
            <a:lvl5pPr>
              <a:defRPr sz="1600"/>
            </a:lvl5pPr>
            <a:lvl6pPr>
              <a:defRPr sz="1600"/>
            </a:lvl6pPr>
            <a:lvl7pPr>
              <a:defRPr sz="1600"/>
            </a:lvl7pPr>
            <a:lvl8pPr>
              <a:defRPr sz="1600"/>
            </a:lvl8pPr>
            <a:lvl9pPr>
              <a:defRPr sz="1600"/>
            </a:lvl9pPr>
          </a:lstStyle>
          <a:p>
            <a:pPr lvl="0"/>
            <a:r>
              <a:rPr lang="en-US" noProof="0" dirty="0"/>
              <a:t>Click to edit content</a:t>
            </a:r>
          </a:p>
          <a:p>
            <a:pPr lvl="1"/>
            <a:r>
              <a:rPr lang="en-US" noProof="0" dirty="0"/>
              <a:t>Second level</a:t>
            </a:r>
          </a:p>
          <a:p>
            <a:pPr lvl="2"/>
            <a:r>
              <a:rPr lang="en-US" noProof="0" dirty="0"/>
              <a:t>Third level</a:t>
            </a:r>
          </a:p>
        </p:txBody>
      </p:sp>
      <p:cxnSp>
        <p:nvCxnSpPr>
          <p:cNvPr id="6" name="Straight Connector 5"/>
          <p:cNvCxnSpPr/>
          <p:nvPr userDrawn="1"/>
        </p:nvCxnSpPr>
        <p:spPr>
          <a:xfrm>
            <a:off x="550863" y="1110312"/>
            <a:ext cx="1106487"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8" name="Title Placeholder 1"/>
          <p:cNvSpPr>
            <a:spLocks noGrp="1"/>
          </p:cNvSpPr>
          <p:nvPr>
            <p:ph type="title" hasCustomPrompt="1"/>
          </p:nvPr>
        </p:nvSpPr>
        <p:spPr>
          <a:xfrm>
            <a:off x="550863" y="644525"/>
            <a:ext cx="10129837" cy="465786"/>
          </a:xfrm>
          <a:prstGeom prst="rect">
            <a:avLst/>
          </a:prstGeom>
        </p:spPr>
        <p:txBody>
          <a:bodyPr vert="horz" wrap="square" lIns="0" tIns="0" rIns="0" bIns="0" numCol="1" rtlCol="0" anchor="b" anchorCtr="0">
            <a:noAutofit/>
          </a:bodyPr>
          <a:lstStyle>
            <a:lvl1pPr>
              <a:lnSpc>
                <a:spcPts val="3600"/>
              </a:lnSpc>
              <a:defRPr sz="4400"/>
            </a:lvl1pPr>
          </a:lstStyle>
          <a:p>
            <a:r>
              <a:rPr lang="en-US" dirty="0"/>
              <a:t>click to edit title</a:t>
            </a:r>
            <a:endParaRPr lang="en-US" noProof="0" dirty="0"/>
          </a:p>
        </p:txBody>
      </p:sp>
    </p:spTree>
    <p:extLst>
      <p:ext uri="{BB962C8B-B14F-4D97-AF65-F5344CB8AC3E}">
        <p14:creationId xmlns:p14="http://schemas.microsoft.com/office/powerpoint/2010/main" val="2269548946"/>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1_2 Column / Title_Subtitle_Content - Conf">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554378" y="1293703"/>
            <a:ext cx="4996068" cy="432049"/>
          </a:xfrm>
          <a:prstGeom prst="rect">
            <a:avLst/>
          </a:prstGeom>
        </p:spPr>
        <p:txBody>
          <a:bodyPr lIns="0" tIns="0" rIns="0" bIns="0" anchor="t" anchorCtr="0">
            <a:noAutofit/>
          </a:bodyPr>
          <a:lstStyle>
            <a:lvl1pPr marL="0" indent="0">
              <a:lnSpc>
                <a:spcPts val="2000"/>
              </a:lnSpc>
              <a:buNone/>
              <a:defRPr sz="1800" b="1" i="0" cap="all" baseline="0">
                <a:solidFill>
                  <a:schemeClr val="tx1"/>
                </a:solidFill>
                <a:latin typeface="Source Sans Pro" charset="0"/>
                <a:ea typeface="Source Sans Pro" charset="0"/>
                <a:cs typeface="Source Sans Pro" charset="0"/>
              </a:defRPr>
            </a:lvl1pPr>
            <a:lvl2pPr marL="457143" indent="0">
              <a:buNone/>
              <a:defRPr sz="2000" b="1"/>
            </a:lvl2pPr>
            <a:lvl3pPr marL="914286" indent="0">
              <a:buNone/>
              <a:defRPr sz="1800" b="1"/>
            </a:lvl3pPr>
            <a:lvl4pPr marL="1371430" indent="0">
              <a:buNone/>
              <a:defRPr sz="1600" b="1"/>
            </a:lvl4pPr>
            <a:lvl5pPr marL="1828573" indent="0">
              <a:buNone/>
              <a:defRPr sz="1600" b="1"/>
            </a:lvl5pPr>
            <a:lvl6pPr marL="2285718" indent="0">
              <a:buNone/>
              <a:defRPr sz="1600" b="1"/>
            </a:lvl6pPr>
            <a:lvl7pPr marL="2742858" indent="0">
              <a:buNone/>
              <a:defRPr sz="1600" b="1"/>
            </a:lvl7pPr>
            <a:lvl8pPr marL="3200000" indent="0">
              <a:buNone/>
              <a:defRPr sz="1600" b="1"/>
            </a:lvl8pPr>
            <a:lvl9pPr marL="3657143" indent="0">
              <a:buNone/>
              <a:defRPr sz="1600" b="1"/>
            </a:lvl9pPr>
          </a:lstStyle>
          <a:p>
            <a:pPr lvl="0"/>
            <a:r>
              <a:rPr lang="en-US" noProof="0" dirty="0"/>
              <a:t>Click to edit title style</a:t>
            </a:r>
          </a:p>
        </p:txBody>
      </p:sp>
      <p:sp>
        <p:nvSpPr>
          <p:cNvPr id="9" name="Content Placeholder 3"/>
          <p:cNvSpPr>
            <a:spLocks noGrp="1"/>
          </p:cNvSpPr>
          <p:nvPr>
            <p:ph sz="half" idx="11" hasCustomPrompt="1"/>
          </p:nvPr>
        </p:nvSpPr>
        <p:spPr>
          <a:xfrm>
            <a:off x="550863" y="1869761"/>
            <a:ext cx="10129837" cy="4173852"/>
          </a:xfrm>
          <a:prstGeom prst="rect">
            <a:avLst/>
          </a:prstGeom>
        </p:spPr>
        <p:txBody>
          <a:bodyPr lIns="90000" numCol="2">
            <a:noAutofit/>
          </a:bodyPr>
          <a:lstStyle>
            <a:lvl1pPr>
              <a:defRPr sz="1600" b="0" i="0">
                <a:latin typeface="Source Sans Pro" charset="0"/>
                <a:ea typeface="Source Sans Pro" charset="0"/>
                <a:cs typeface="Source Sans Pro" charset="0"/>
              </a:defRPr>
            </a:lvl1pPr>
            <a:lvl2pPr>
              <a:defRPr sz="1600" b="0" i="0">
                <a:latin typeface="Source Sans Pro" charset="0"/>
                <a:ea typeface="Source Sans Pro" charset="0"/>
                <a:cs typeface="Source Sans Pro" charset="0"/>
              </a:defRPr>
            </a:lvl2pPr>
            <a:lvl3pPr>
              <a:defRPr sz="1600" b="0" i="0">
                <a:latin typeface="Source Sans Pro" charset="0"/>
                <a:ea typeface="Source Sans Pro" charset="0"/>
                <a:cs typeface="Source Sans Pro" charset="0"/>
              </a:defRPr>
            </a:lvl3pPr>
            <a:lvl4pPr>
              <a:defRPr sz="1400" b="0" i="0">
                <a:latin typeface="Source Sans Pro" charset="0"/>
                <a:ea typeface="Source Sans Pro" charset="0"/>
                <a:cs typeface="Source Sans Pro" charset="0"/>
              </a:defRPr>
            </a:lvl4pPr>
            <a:lvl5pPr>
              <a:defRPr sz="1600"/>
            </a:lvl5pPr>
            <a:lvl6pPr>
              <a:defRPr sz="1600"/>
            </a:lvl6pPr>
            <a:lvl7pPr>
              <a:defRPr sz="1600"/>
            </a:lvl7pPr>
            <a:lvl8pPr>
              <a:defRPr sz="1600"/>
            </a:lvl8pPr>
            <a:lvl9pPr>
              <a:defRPr sz="1600"/>
            </a:lvl9pPr>
          </a:lstStyle>
          <a:p>
            <a:pPr lvl="0"/>
            <a:r>
              <a:rPr lang="en-US" noProof="0" dirty="0"/>
              <a:t>Click to edit content</a:t>
            </a:r>
          </a:p>
          <a:p>
            <a:pPr lvl="1"/>
            <a:r>
              <a:rPr lang="en-US" noProof="0" dirty="0"/>
              <a:t>Second level</a:t>
            </a:r>
          </a:p>
          <a:p>
            <a:pPr lvl="2"/>
            <a:r>
              <a:rPr lang="en-US" noProof="0" dirty="0"/>
              <a:t>Third level</a:t>
            </a:r>
          </a:p>
        </p:txBody>
      </p:sp>
      <p:cxnSp>
        <p:nvCxnSpPr>
          <p:cNvPr id="7" name="Straight Connector 6"/>
          <p:cNvCxnSpPr/>
          <p:nvPr userDrawn="1"/>
        </p:nvCxnSpPr>
        <p:spPr>
          <a:xfrm>
            <a:off x="550863" y="1110312"/>
            <a:ext cx="1106487"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8" name="Title Placeholder 1"/>
          <p:cNvSpPr>
            <a:spLocks noGrp="1"/>
          </p:cNvSpPr>
          <p:nvPr>
            <p:ph type="title" hasCustomPrompt="1"/>
          </p:nvPr>
        </p:nvSpPr>
        <p:spPr>
          <a:xfrm>
            <a:off x="550863" y="644525"/>
            <a:ext cx="10129837" cy="465786"/>
          </a:xfrm>
          <a:prstGeom prst="rect">
            <a:avLst/>
          </a:prstGeom>
        </p:spPr>
        <p:txBody>
          <a:bodyPr vert="horz" wrap="square" lIns="0" tIns="0" rIns="0" bIns="0" numCol="1" rtlCol="0" anchor="b" anchorCtr="0">
            <a:noAutofit/>
          </a:bodyPr>
          <a:lstStyle>
            <a:lvl1pPr>
              <a:lnSpc>
                <a:spcPts val="3600"/>
              </a:lnSpc>
              <a:defRPr sz="4400"/>
            </a:lvl1pPr>
          </a:lstStyle>
          <a:p>
            <a:r>
              <a:rPr lang="en-US" dirty="0"/>
              <a:t>click to edit title</a:t>
            </a:r>
            <a:endParaRPr lang="en-US" noProof="0" dirty="0"/>
          </a:p>
        </p:txBody>
      </p:sp>
    </p:spTree>
    <p:extLst>
      <p:ext uri="{BB962C8B-B14F-4D97-AF65-F5344CB8AC3E}">
        <p14:creationId xmlns:p14="http://schemas.microsoft.com/office/powerpoint/2010/main" val="236161691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1_2 Columns/ Comparison - Conf">
    <p:spTree>
      <p:nvGrpSpPr>
        <p:cNvPr id="1" name=""/>
        <p:cNvGrpSpPr/>
        <p:nvPr/>
      </p:nvGrpSpPr>
      <p:grpSpPr>
        <a:xfrm>
          <a:off x="0" y="0"/>
          <a:ext cx="0" cy="0"/>
          <a:chOff x="0" y="0"/>
          <a:chExt cx="0" cy="0"/>
        </a:xfrm>
      </p:grpSpPr>
      <p:sp>
        <p:nvSpPr>
          <p:cNvPr id="7" name="Text Placeholder 2"/>
          <p:cNvSpPr>
            <a:spLocks noGrp="1"/>
          </p:cNvSpPr>
          <p:nvPr>
            <p:ph type="body" idx="1" hasCustomPrompt="1"/>
          </p:nvPr>
        </p:nvSpPr>
        <p:spPr>
          <a:xfrm>
            <a:off x="554378" y="1293703"/>
            <a:ext cx="4996068" cy="432049"/>
          </a:xfrm>
          <a:prstGeom prst="rect">
            <a:avLst/>
          </a:prstGeom>
        </p:spPr>
        <p:txBody>
          <a:bodyPr lIns="0" tIns="0" rIns="0" bIns="0" anchor="t" anchorCtr="0">
            <a:noAutofit/>
          </a:bodyPr>
          <a:lstStyle>
            <a:lvl1pPr marL="0" indent="0">
              <a:lnSpc>
                <a:spcPts val="2000"/>
              </a:lnSpc>
              <a:buNone/>
              <a:defRPr sz="1800" b="1" i="0" cap="all" baseline="0">
                <a:solidFill>
                  <a:schemeClr val="tx1"/>
                </a:solidFill>
                <a:latin typeface="Source Sans Pro" charset="0"/>
                <a:ea typeface="Source Sans Pro" charset="0"/>
                <a:cs typeface="Source Sans Pro" charset="0"/>
              </a:defRPr>
            </a:lvl1pPr>
            <a:lvl2pPr marL="457143" indent="0">
              <a:buNone/>
              <a:defRPr sz="2000" b="1"/>
            </a:lvl2pPr>
            <a:lvl3pPr marL="914286" indent="0">
              <a:buNone/>
              <a:defRPr sz="1800" b="1"/>
            </a:lvl3pPr>
            <a:lvl4pPr marL="1371430" indent="0">
              <a:buNone/>
              <a:defRPr sz="1600" b="1"/>
            </a:lvl4pPr>
            <a:lvl5pPr marL="1828573" indent="0">
              <a:buNone/>
              <a:defRPr sz="1600" b="1"/>
            </a:lvl5pPr>
            <a:lvl6pPr marL="2285718" indent="0">
              <a:buNone/>
              <a:defRPr sz="1600" b="1"/>
            </a:lvl6pPr>
            <a:lvl7pPr marL="2742858" indent="0">
              <a:buNone/>
              <a:defRPr sz="1600" b="1"/>
            </a:lvl7pPr>
            <a:lvl8pPr marL="3200000" indent="0">
              <a:buNone/>
              <a:defRPr sz="1600" b="1"/>
            </a:lvl8pPr>
            <a:lvl9pPr marL="3657143" indent="0">
              <a:buNone/>
              <a:defRPr sz="1600" b="1"/>
            </a:lvl9pPr>
          </a:lstStyle>
          <a:p>
            <a:pPr lvl="0"/>
            <a:r>
              <a:rPr lang="en-US" noProof="0" dirty="0"/>
              <a:t>Click to edit title style</a:t>
            </a:r>
          </a:p>
        </p:txBody>
      </p:sp>
      <p:sp>
        <p:nvSpPr>
          <p:cNvPr id="9" name="Content Placeholder 3"/>
          <p:cNvSpPr>
            <a:spLocks noGrp="1"/>
          </p:cNvSpPr>
          <p:nvPr>
            <p:ph sz="half" idx="13" hasCustomPrompt="1"/>
          </p:nvPr>
        </p:nvSpPr>
        <p:spPr>
          <a:xfrm>
            <a:off x="550863" y="1869761"/>
            <a:ext cx="4999583" cy="4173852"/>
          </a:xfrm>
          <a:prstGeom prst="rect">
            <a:avLst/>
          </a:prstGeom>
        </p:spPr>
        <p:txBody>
          <a:bodyPr lIns="90000">
            <a:noAutofit/>
          </a:bodyPr>
          <a:lstStyle>
            <a:lvl1pPr>
              <a:defRPr sz="1600" b="0" i="0">
                <a:latin typeface="Source Sans Pro" charset="0"/>
                <a:ea typeface="Source Sans Pro" charset="0"/>
                <a:cs typeface="Source Sans Pro" charset="0"/>
              </a:defRPr>
            </a:lvl1pPr>
            <a:lvl2pPr>
              <a:defRPr sz="1600" b="0" i="0">
                <a:latin typeface="Source Sans Pro" charset="0"/>
                <a:ea typeface="Source Sans Pro" charset="0"/>
                <a:cs typeface="Source Sans Pro" charset="0"/>
              </a:defRPr>
            </a:lvl2pPr>
            <a:lvl3pPr>
              <a:defRPr sz="1600" b="0" i="0">
                <a:latin typeface="Source Sans Pro" charset="0"/>
                <a:ea typeface="Source Sans Pro" charset="0"/>
                <a:cs typeface="Source Sans Pro" charset="0"/>
              </a:defRPr>
            </a:lvl3pPr>
            <a:lvl4pPr>
              <a:defRPr sz="1600" b="0" i="0">
                <a:latin typeface="Source Sans Pro" charset="0"/>
                <a:ea typeface="Source Sans Pro" charset="0"/>
                <a:cs typeface="Source Sans Pro" charset="0"/>
              </a:defRPr>
            </a:lvl4pPr>
            <a:lvl5pPr>
              <a:defRPr sz="1600"/>
            </a:lvl5pPr>
            <a:lvl6pPr>
              <a:defRPr sz="1600"/>
            </a:lvl6pPr>
            <a:lvl7pPr>
              <a:defRPr sz="1600"/>
            </a:lvl7pPr>
            <a:lvl8pPr>
              <a:defRPr sz="1600"/>
            </a:lvl8pPr>
            <a:lvl9pPr>
              <a:defRPr sz="1600"/>
            </a:lvl9pPr>
          </a:lstStyle>
          <a:p>
            <a:pPr lvl="0"/>
            <a:r>
              <a:rPr lang="en-US" noProof="0" dirty="0"/>
              <a:t>Click to edit content</a:t>
            </a:r>
          </a:p>
          <a:p>
            <a:pPr lvl="1"/>
            <a:r>
              <a:rPr lang="en-US" noProof="0" dirty="0"/>
              <a:t>Second level</a:t>
            </a:r>
          </a:p>
          <a:p>
            <a:pPr lvl="2"/>
            <a:r>
              <a:rPr lang="en-US" noProof="0" dirty="0"/>
              <a:t>Third level</a:t>
            </a:r>
          </a:p>
        </p:txBody>
      </p:sp>
      <p:sp>
        <p:nvSpPr>
          <p:cNvPr id="11" name="Text Placeholder 2"/>
          <p:cNvSpPr>
            <a:spLocks noGrp="1"/>
          </p:cNvSpPr>
          <p:nvPr>
            <p:ph type="body" idx="14" hasCustomPrompt="1"/>
          </p:nvPr>
        </p:nvSpPr>
        <p:spPr>
          <a:xfrm>
            <a:off x="5684632" y="1293703"/>
            <a:ext cx="4996068" cy="432049"/>
          </a:xfrm>
          <a:prstGeom prst="rect">
            <a:avLst/>
          </a:prstGeom>
        </p:spPr>
        <p:txBody>
          <a:bodyPr lIns="0" tIns="0" rIns="0" bIns="0" anchor="t" anchorCtr="0">
            <a:noAutofit/>
          </a:bodyPr>
          <a:lstStyle>
            <a:lvl1pPr marL="0" indent="0">
              <a:lnSpc>
                <a:spcPts val="2000"/>
              </a:lnSpc>
              <a:buNone/>
              <a:defRPr sz="1800" b="1" i="0" cap="all" baseline="0">
                <a:solidFill>
                  <a:schemeClr val="tx1"/>
                </a:solidFill>
                <a:latin typeface="Source Sans Pro" charset="0"/>
                <a:ea typeface="Source Sans Pro" charset="0"/>
                <a:cs typeface="Source Sans Pro" charset="0"/>
              </a:defRPr>
            </a:lvl1pPr>
            <a:lvl2pPr marL="457143" indent="0">
              <a:buNone/>
              <a:defRPr sz="2000" b="1"/>
            </a:lvl2pPr>
            <a:lvl3pPr marL="914286" indent="0">
              <a:buNone/>
              <a:defRPr sz="1800" b="1"/>
            </a:lvl3pPr>
            <a:lvl4pPr marL="1371430" indent="0">
              <a:buNone/>
              <a:defRPr sz="1600" b="1"/>
            </a:lvl4pPr>
            <a:lvl5pPr marL="1828573" indent="0">
              <a:buNone/>
              <a:defRPr sz="1600" b="1"/>
            </a:lvl5pPr>
            <a:lvl6pPr marL="2285718" indent="0">
              <a:buNone/>
              <a:defRPr sz="1600" b="1"/>
            </a:lvl6pPr>
            <a:lvl7pPr marL="2742858" indent="0">
              <a:buNone/>
              <a:defRPr sz="1600" b="1"/>
            </a:lvl7pPr>
            <a:lvl8pPr marL="3200000" indent="0">
              <a:buNone/>
              <a:defRPr sz="1600" b="1"/>
            </a:lvl8pPr>
            <a:lvl9pPr marL="3657143" indent="0">
              <a:buNone/>
              <a:defRPr sz="1600" b="1"/>
            </a:lvl9pPr>
          </a:lstStyle>
          <a:p>
            <a:pPr lvl="0"/>
            <a:r>
              <a:rPr lang="en-US" noProof="0" dirty="0"/>
              <a:t>Click to edit title style</a:t>
            </a:r>
          </a:p>
        </p:txBody>
      </p:sp>
      <p:sp>
        <p:nvSpPr>
          <p:cNvPr id="13" name="Content Placeholder 3"/>
          <p:cNvSpPr>
            <a:spLocks noGrp="1"/>
          </p:cNvSpPr>
          <p:nvPr>
            <p:ph sz="half" idx="15" hasCustomPrompt="1"/>
          </p:nvPr>
        </p:nvSpPr>
        <p:spPr>
          <a:xfrm>
            <a:off x="5681117" y="1869761"/>
            <a:ext cx="4999583" cy="4173852"/>
          </a:xfrm>
          <a:prstGeom prst="rect">
            <a:avLst/>
          </a:prstGeom>
        </p:spPr>
        <p:txBody>
          <a:bodyPr lIns="90000">
            <a:noAutofit/>
          </a:bodyPr>
          <a:lstStyle>
            <a:lvl1pPr>
              <a:defRPr sz="1600" b="0" i="0">
                <a:latin typeface="Source Sans Pro" charset="0"/>
                <a:ea typeface="Source Sans Pro" charset="0"/>
                <a:cs typeface="Source Sans Pro" charset="0"/>
              </a:defRPr>
            </a:lvl1pPr>
            <a:lvl2pPr>
              <a:defRPr sz="1600" b="0" i="0">
                <a:latin typeface="Source Sans Pro" charset="0"/>
                <a:ea typeface="Source Sans Pro" charset="0"/>
                <a:cs typeface="Source Sans Pro" charset="0"/>
              </a:defRPr>
            </a:lvl2pPr>
            <a:lvl3pPr>
              <a:defRPr sz="1600" b="0" i="0">
                <a:latin typeface="Source Sans Pro" charset="0"/>
                <a:ea typeface="Source Sans Pro" charset="0"/>
                <a:cs typeface="Source Sans Pro" charset="0"/>
              </a:defRPr>
            </a:lvl3pPr>
            <a:lvl4pPr>
              <a:defRPr sz="1600" b="0" i="0">
                <a:latin typeface="Source Sans Pro" charset="0"/>
                <a:ea typeface="Source Sans Pro" charset="0"/>
                <a:cs typeface="Source Sans Pro" charset="0"/>
              </a:defRPr>
            </a:lvl4pPr>
            <a:lvl5pPr>
              <a:defRPr sz="1600"/>
            </a:lvl5pPr>
            <a:lvl6pPr>
              <a:defRPr sz="1600"/>
            </a:lvl6pPr>
            <a:lvl7pPr>
              <a:defRPr sz="1600"/>
            </a:lvl7pPr>
            <a:lvl8pPr>
              <a:defRPr sz="1600"/>
            </a:lvl8pPr>
            <a:lvl9pPr>
              <a:defRPr sz="1600"/>
            </a:lvl9pPr>
          </a:lstStyle>
          <a:p>
            <a:pPr lvl="0"/>
            <a:r>
              <a:rPr lang="en-US" noProof="0" dirty="0"/>
              <a:t>Click to edit content</a:t>
            </a:r>
          </a:p>
          <a:p>
            <a:pPr lvl="1"/>
            <a:r>
              <a:rPr lang="en-US" noProof="0" dirty="0"/>
              <a:t>Second level</a:t>
            </a:r>
          </a:p>
          <a:p>
            <a:pPr lvl="2"/>
            <a:r>
              <a:rPr lang="en-US" noProof="0" dirty="0"/>
              <a:t>Third level</a:t>
            </a:r>
          </a:p>
        </p:txBody>
      </p:sp>
      <p:cxnSp>
        <p:nvCxnSpPr>
          <p:cNvPr id="10" name="Straight Connector 9"/>
          <p:cNvCxnSpPr/>
          <p:nvPr userDrawn="1"/>
        </p:nvCxnSpPr>
        <p:spPr>
          <a:xfrm>
            <a:off x="550863" y="1110312"/>
            <a:ext cx="1106487"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2" name="Title Placeholder 1"/>
          <p:cNvSpPr>
            <a:spLocks noGrp="1"/>
          </p:cNvSpPr>
          <p:nvPr>
            <p:ph type="title" hasCustomPrompt="1"/>
          </p:nvPr>
        </p:nvSpPr>
        <p:spPr>
          <a:xfrm>
            <a:off x="550863" y="644525"/>
            <a:ext cx="10129837" cy="465786"/>
          </a:xfrm>
          <a:prstGeom prst="rect">
            <a:avLst/>
          </a:prstGeom>
        </p:spPr>
        <p:txBody>
          <a:bodyPr vert="horz" wrap="square" lIns="0" tIns="0" rIns="0" bIns="0" numCol="1" rtlCol="0" anchor="b" anchorCtr="0">
            <a:noAutofit/>
          </a:bodyPr>
          <a:lstStyle>
            <a:lvl1pPr>
              <a:lnSpc>
                <a:spcPts val="3600"/>
              </a:lnSpc>
              <a:defRPr sz="4400"/>
            </a:lvl1pPr>
          </a:lstStyle>
          <a:p>
            <a:r>
              <a:rPr lang="en-US" dirty="0"/>
              <a:t>click to edit title</a:t>
            </a:r>
            <a:endParaRPr lang="en-US" noProof="0" dirty="0"/>
          </a:p>
        </p:txBody>
      </p:sp>
    </p:spTree>
    <p:extLst>
      <p:ext uri="{BB962C8B-B14F-4D97-AF65-F5344CB8AC3E}">
        <p14:creationId xmlns:p14="http://schemas.microsoft.com/office/powerpoint/2010/main" val="3212893785"/>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1_3 Column / Title_Content - Conf">
    <p:spTree>
      <p:nvGrpSpPr>
        <p:cNvPr id="1" name=""/>
        <p:cNvGrpSpPr/>
        <p:nvPr/>
      </p:nvGrpSpPr>
      <p:grpSpPr>
        <a:xfrm>
          <a:off x="0" y="0"/>
          <a:ext cx="0" cy="0"/>
          <a:chOff x="0" y="0"/>
          <a:chExt cx="0" cy="0"/>
        </a:xfrm>
      </p:grpSpPr>
      <p:sp>
        <p:nvSpPr>
          <p:cNvPr id="11" name="Content Placeholder 3"/>
          <p:cNvSpPr>
            <a:spLocks noGrp="1"/>
          </p:cNvSpPr>
          <p:nvPr>
            <p:ph sz="half" idx="2" hasCustomPrompt="1"/>
          </p:nvPr>
        </p:nvSpPr>
        <p:spPr>
          <a:xfrm>
            <a:off x="550862" y="1293703"/>
            <a:ext cx="10129837" cy="4749910"/>
          </a:xfrm>
          <a:prstGeom prst="rect">
            <a:avLst/>
          </a:prstGeom>
        </p:spPr>
        <p:txBody>
          <a:bodyPr lIns="90000" numCol="3">
            <a:noAutofit/>
          </a:bodyPr>
          <a:lstStyle>
            <a:lvl1pPr>
              <a:defRPr sz="1600" b="0" i="0">
                <a:latin typeface="Source Sans Pro" charset="0"/>
                <a:ea typeface="Source Sans Pro" charset="0"/>
                <a:cs typeface="Source Sans Pro" charset="0"/>
              </a:defRPr>
            </a:lvl1pPr>
            <a:lvl2pPr>
              <a:defRPr sz="1600" b="0" i="0">
                <a:latin typeface="Source Sans Pro" charset="0"/>
                <a:ea typeface="Source Sans Pro" charset="0"/>
                <a:cs typeface="Source Sans Pro" charset="0"/>
              </a:defRPr>
            </a:lvl2pPr>
            <a:lvl3pPr>
              <a:defRPr sz="1600" b="0" i="0">
                <a:latin typeface="Source Sans Pro" charset="0"/>
                <a:ea typeface="Source Sans Pro" charset="0"/>
                <a:cs typeface="Source Sans Pro" charset="0"/>
              </a:defRPr>
            </a:lvl3pPr>
            <a:lvl4pPr>
              <a:defRPr sz="1600" b="0" i="0">
                <a:latin typeface="Source Sans Pro" charset="0"/>
                <a:ea typeface="Source Sans Pro" charset="0"/>
                <a:cs typeface="Source Sans Pro" charset="0"/>
              </a:defRPr>
            </a:lvl4pPr>
            <a:lvl5pPr>
              <a:defRPr sz="1600"/>
            </a:lvl5pPr>
            <a:lvl6pPr>
              <a:defRPr sz="1600"/>
            </a:lvl6pPr>
            <a:lvl7pPr>
              <a:defRPr sz="1600"/>
            </a:lvl7pPr>
            <a:lvl8pPr>
              <a:defRPr sz="1600"/>
            </a:lvl8pPr>
            <a:lvl9pPr>
              <a:defRPr sz="1600"/>
            </a:lvl9pPr>
          </a:lstStyle>
          <a:p>
            <a:pPr lvl="0"/>
            <a:r>
              <a:rPr lang="en-US" noProof="0" dirty="0"/>
              <a:t>Click to edit content</a:t>
            </a:r>
          </a:p>
          <a:p>
            <a:pPr lvl="1"/>
            <a:r>
              <a:rPr lang="en-US" noProof="0" dirty="0"/>
              <a:t>Second level</a:t>
            </a:r>
          </a:p>
          <a:p>
            <a:pPr lvl="2"/>
            <a:r>
              <a:rPr lang="en-US" noProof="0" dirty="0"/>
              <a:t>Third level</a:t>
            </a:r>
          </a:p>
        </p:txBody>
      </p:sp>
      <p:sp>
        <p:nvSpPr>
          <p:cNvPr id="2" name="TextBox 1"/>
          <p:cNvSpPr txBox="1"/>
          <p:nvPr userDrawn="1"/>
        </p:nvSpPr>
        <p:spPr>
          <a:xfrm>
            <a:off x="-3481064" y="-2043608"/>
            <a:ext cx="2376264" cy="215444"/>
          </a:xfrm>
          <a:prstGeom prst="rect">
            <a:avLst/>
          </a:prstGeom>
          <a:noFill/>
        </p:spPr>
        <p:txBody>
          <a:bodyPr wrap="square" lIns="0" tIns="0" rIns="0" bIns="0" numCol="1" spcCol="288000" rtlCol="0">
            <a:spAutoFit/>
          </a:bodyPr>
          <a:lstStyle/>
          <a:p>
            <a:pPr indent="-180000" fontAlgn="auto" latinLnBrk="0">
              <a:spcBef>
                <a:spcPts val="600"/>
              </a:spcBef>
              <a:spcAft>
                <a:spcPts val="0"/>
              </a:spcAft>
            </a:pPr>
            <a:r>
              <a:rPr lang="en-US" sz="1400" b="0" i="0" dirty="0" err="1">
                <a:latin typeface="Source Sans Pro" charset="0"/>
                <a:ea typeface="Source Sans Pro" charset="0"/>
                <a:cs typeface="Source Sans Pro" charset="0"/>
              </a:rPr>
              <a:t>zfegrhtjyufgrtntcvb</a:t>
            </a:r>
            <a:endParaRPr lang="en-US" sz="1400" b="0" i="0" dirty="0">
              <a:latin typeface="Source Sans Pro" charset="0"/>
              <a:ea typeface="Source Sans Pro" charset="0"/>
              <a:cs typeface="Source Sans Pro" charset="0"/>
            </a:endParaRPr>
          </a:p>
        </p:txBody>
      </p:sp>
      <p:cxnSp>
        <p:nvCxnSpPr>
          <p:cNvPr id="9" name="Straight Connector 8"/>
          <p:cNvCxnSpPr/>
          <p:nvPr userDrawn="1"/>
        </p:nvCxnSpPr>
        <p:spPr>
          <a:xfrm>
            <a:off x="550863" y="1110312"/>
            <a:ext cx="1106487"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0" name="Title Placeholder 1"/>
          <p:cNvSpPr>
            <a:spLocks noGrp="1"/>
          </p:cNvSpPr>
          <p:nvPr>
            <p:ph type="title" hasCustomPrompt="1"/>
          </p:nvPr>
        </p:nvSpPr>
        <p:spPr>
          <a:xfrm>
            <a:off x="550863" y="644525"/>
            <a:ext cx="10129837" cy="465786"/>
          </a:xfrm>
          <a:prstGeom prst="rect">
            <a:avLst/>
          </a:prstGeom>
        </p:spPr>
        <p:txBody>
          <a:bodyPr vert="horz" wrap="square" lIns="0" tIns="0" rIns="0" bIns="0" numCol="1" rtlCol="0" anchor="b" anchorCtr="0">
            <a:noAutofit/>
          </a:bodyPr>
          <a:lstStyle>
            <a:lvl1pPr>
              <a:lnSpc>
                <a:spcPts val="3600"/>
              </a:lnSpc>
              <a:defRPr sz="4400"/>
            </a:lvl1pPr>
          </a:lstStyle>
          <a:p>
            <a:r>
              <a:rPr lang="en-US" dirty="0"/>
              <a:t>click to edit title</a:t>
            </a:r>
            <a:endParaRPr lang="en-US" noProof="0" dirty="0"/>
          </a:p>
        </p:txBody>
      </p:sp>
    </p:spTree>
    <p:extLst>
      <p:ext uri="{BB962C8B-B14F-4D97-AF65-F5344CB8AC3E}">
        <p14:creationId xmlns:p14="http://schemas.microsoft.com/office/powerpoint/2010/main" val="280516288"/>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1_3 Column / Title_Subtitle_Content - Conf">
    <p:spTree>
      <p:nvGrpSpPr>
        <p:cNvPr id="1" name=""/>
        <p:cNvGrpSpPr/>
        <p:nvPr/>
      </p:nvGrpSpPr>
      <p:grpSpPr>
        <a:xfrm>
          <a:off x="0" y="0"/>
          <a:ext cx="0" cy="0"/>
          <a:chOff x="0" y="0"/>
          <a:chExt cx="0" cy="0"/>
        </a:xfrm>
      </p:grpSpPr>
      <p:sp>
        <p:nvSpPr>
          <p:cNvPr id="4" name="Text Placeholder 2"/>
          <p:cNvSpPr>
            <a:spLocks noGrp="1"/>
          </p:cNvSpPr>
          <p:nvPr>
            <p:ph type="body" idx="1" hasCustomPrompt="1"/>
          </p:nvPr>
        </p:nvSpPr>
        <p:spPr>
          <a:xfrm>
            <a:off x="550861" y="1293703"/>
            <a:ext cx="10129838" cy="432049"/>
          </a:xfrm>
          <a:prstGeom prst="rect">
            <a:avLst/>
          </a:prstGeom>
        </p:spPr>
        <p:txBody>
          <a:bodyPr lIns="0" tIns="0" rIns="0" bIns="0" anchor="t" anchorCtr="0">
            <a:noAutofit/>
          </a:bodyPr>
          <a:lstStyle>
            <a:lvl1pPr marL="0" indent="0">
              <a:lnSpc>
                <a:spcPts val="2000"/>
              </a:lnSpc>
              <a:buNone/>
              <a:defRPr sz="1400" b="1" i="0" cap="all" baseline="0">
                <a:solidFill>
                  <a:schemeClr val="tx1"/>
                </a:solidFill>
                <a:latin typeface="Source Sans Pro" charset="0"/>
                <a:ea typeface="Source Sans Pro" charset="0"/>
                <a:cs typeface="Source Sans Pro" charset="0"/>
              </a:defRPr>
            </a:lvl1pPr>
            <a:lvl2pPr marL="457143" indent="0">
              <a:buNone/>
              <a:defRPr sz="2000" b="1"/>
            </a:lvl2pPr>
            <a:lvl3pPr marL="914286" indent="0">
              <a:buNone/>
              <a:defRPr sz="1800" b="1"/>
            </a:lvl3pPr>
            <a:lvl4pPr marL="1371430" indent="0">
              <a:buNone/>
              <a:defRPr sz="1600" b="1"/>
            </a:lvl4pPr>
            <a:lvl5pPr marL="1828573" indent="0">
              <a:buNone/>
              <a:defRPr sz="1600" b="1"/>
            </a:lvl5pPr>
            <a:lvl6pPr marL="2285718" indent="0">
              <a:buNone/>
              <a:defRPr sz="1600" b="1"/>
            </a:lvl6pPr>
            <a:lvl7pPr marL="2742858" indent="0">
              <a:buNone/>
              <a:defRPr sz="1600" b="1"/>
            </a:lvl7pPr>
            <a:lvl8pPr marL="3200000" indent="0">
              <a:buNone/>
              <a:defRPr sz="1600" b="1"/>
            </a:lvl8pPr>
            <a:lvl9pPr marL="3657143" indent="0">
              <a:buNone/>
              <a:defRPr sz="1600" b="1"/>
            </a:lvl9pPr>
          </a:lstStyle>
          <a:p>
            <a:pPr lvl="0"/>
            <a:r>
              <a:rPr lang="en-US" noProof="0" dirty="0"/>
              <a:t>Click to edit title style</a:t>
            </a:r>
          </a:p>
        </p:txBody>
      </p:sp>
      <p:sp>
        <p:nvSpPr>
          <p:cNvPr id="5" name="Content Placeholder 3"/>
          <p:cNvSpPr>
            <a:spLocks noGrp="1"/>
          </p:cNvSpPr>
          <p:nvPr>
            <p:ph sz="half" idx="11" hasCustomPrompt="1"/>
          </p:nvPr>
        </p:nvSpPr>
        <p:spPr>
          <a:xfrm>
            <a:off x="550863" y="1869760"/>
            <a:ext cx="10129836" cy="4173853"/>
          </a:xfrm>
          <a:prstGeom prst="rect">
            <a:avLst/>
          </a:prstGeom>
        </p:spPr>
        <p:txBody>
          <a:bodyPr lIns="90000" numCol="3">
            <a:noAutofit/>
          </a:bodyPr>
          <a:lstStyle>
            <a:lvl1pPr>
              <a:defRPr sz="1600" b="0" i="0">
                <a:latin typeface="Source Sans Pro" charset="0"/>
                <a:ea typeface="Source Sans Pro" charset="0"/>
                <a:cs typeface="Source Sans Pro" charset="0"/>
              </a:defRPr>
            </a:lvl1pPr>
            <a:lvl2pPr>
              <a:defRPr sz="1600" b="0" i="0">
                <a:latin typeface="Source Sans Pro" charset="0"/>
                <a:ea typeface="Source Sans Pro" charset="0"/>
                <a:cs typeface="Source Sans Pro" charset="0"/>
              </a:defRPr>
            </a:lvl2pPr>
            <a:lvl3pPr>
              <a:defRPr sz="1600" b="0" i="0">
                <a:latin typeface="Source Sans Pro" charset="0"/>
                <a:ea typeface="Source Sans Pro" charset="0"/>
                <a:cs typeface="Source Sans Pro" charset="0"/>
              </a:defRPr>
            </a:lvl3pPr>
            <a:lvl4pPr>
              <a:defRPr sz="1600" b="0" i="0">
                <a:latin typeface="Source Sans Pro" charset="0"/>
                <a:ea typeface="Source Sans Pro" charset="0"/>
                <a:cs typeface="Source Sans Pro" charset="0"/>
              </a:defRPr>
            </a:lvl4pPr>
            <a:lvl5pPr>
              <a:defRPr sz="1600"/>
            </a:lvl5pPr>
            <a:lvl6pPr>
              <a:defRPr sz="1600"/>
            </a:lvl6pPr>
            <a:lvl7pPr>
              <a:defRPr sz="1600"/>
            </a:lvl7pPr>
            <a:lvl8pPr>
              <a:defRPr sz="1600"/>
            </a:lvl8pPr>
            <a:lvl9pPr>
              <a:defRPr sz="1600"/>
            </a:lvl9pPr>
          </a:lstStyle>
          <a:p>
            <a:pPr lvl="0"/>
            <a:r>
              <a:rPr lang="en-US" noProof="0" dirty="0"/>
              <a:t>Click to edit content</a:t>
            </a:r>
          </a:p>
          <a:p>
            <a:pPr lvl="1"/>
            <a:r>
              <a:rPr lang="en-US" noProof="0" dirty="0"/>
              <a:t>Second level</a:t>
            </a:r>
          </a:p>
          <a:p>
            <a:pPr lvl="2"/>
            <a:r>
              <a:rPr lang="en-US" noProof="0" dirty="0"/>
              <a:t>Third level</a:t>
            </a:r>
          </a:p>
        </p:txBody>
      </p:sp>
      <p:cxnSp>
        <p:nvCxnSpPr>
          <p:cNvPr id="7" name="Straight Connector 6"/>
          <p:cNvCxnSpPr/>
          <p:nvPr userDrawn="1"/>
        </p:nvCxnSpPr>
        <p:spPr>
          <a:xfrm>
            <a:off x="550863" y="1110312"/>
            <a:ext cx="1106487"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0" name="Title Placeholder 1"/>
          <p:cNvSpPr>
            <a:spLocks noGrp="1"/>
          </p:cNvSpPr>
          <p:nvPr>
            <p:ph type="title" hasCustomPrompt="1"/>
          </p:nvPr>
        </p:nvSpPr>
        <p:spPr>
          <a:xfrm>
            <a:off x="550863" y="644525"/>
            <a:ext cx="10129837" cy="465786"/>
          </a:xfrm>
          <a:prstGeom prst="rect">
            <a:avLst/>
          </a:prstGeom>
        </p:spPr>
        <p:txBody>
          <a:bodyPr vert="horz" wrap="square" lIns="0" tIns="0" rIns="0" bIns="0" numCol="1" rtlCol="0" anchor="b" anchorCtr="0">
            <a:noAutofit/>
          </a:bodyPr>
          <a:lstStyle>
            <a:lvl1pPr>
              <a:lnSpc>
                <a:spcPts val="3600"/>
              </a:lnSpc>
              <a:defRPr sz="4400"/>
            </a:lvl1pPr>
          </a:lstStyle>
          <a:p>
            <a:r>
              <a:rPr lang="en-US" dirty="0"/>
              <a:t>click to edit title</a:t>
            </a:r>
            <a:endParaRPr lang="en-US" noProof="0" dirty="0"/>
          </a:p>
        </p:txBody>
      </p:sp>
    </p:spTree>
    <p:extLst>
      <p:ext uri="{BB962C8B-B14F-4D97-AF65-F5344CB8AC3E}">
        <p14:creationId xmlns:p14="http://schemas.microsoft.com/office/powerpoint/2010/main" val="3672234614"/>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1_3 Columns / Comparison - Conf">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551386" y="1293703"/>
            <a:ext cx="3007790" cy="432049"/>
          </a:xfrm>
          <a:prstGeom prst="rect">
            <a:avLst/>
          </a:prstGeom>
        </p:spPr>
        <p:txBody>
          <a:bodyPr lIns="0" tIns="0" rIns="0" bIns="0" anchor="t" anchorCtr="0">
            <a:noAutofit/>
          </a:bodyPr>
          <a:lstStyle>
            <a:lvl1pPr marL="0" indent="0">
              <a:lnSpc>
                <a:spcPts val="2000"/>
              </a:lnSpc>
              <a:buNone/>
              <a:defRPr sz="1800" b="1" i="0" cap="all" baseline="0">
                <a:solidFill>
                  <a:schemeClr val="tx1"/>
                </a:solidFill>
                <a:latin typeface="Source Sans Pro" charset="0"/>
                <a:ea typeface="Source Sans Pro" charset="0"/>
                <a:cs typeface="Source Sans Pro" charset="0"/>
              </a:defRPr>
            </a:lvl1pPr>
            <a:lvl2pPr marL="457143" indent="0">
              <a:buNone/>
              <a:defRPr sz="2000" b="1"/>
            </a:lvl2pPr>
            <a:lvl3pPr marL="914286" indent="0">
              <a:buNone/>
              <a:defRPr sz="1800" b="1"/>
            </a:lvl3pPr>
            <a:lvl4pPr marL="1371430" indent="0">
              <a:buNone/>
              <a:defRPr sz="1600" b="1"/>
            </a:lvl4pPr>
            <a:lvl5pPr marL="1828573" indent="0">
              <a:buNone/>
              <a:defRPr sz="1600" b="1"/>
            </a:lvl5pPr>
            <a:lvl6pPr marL="2285718" indent="0">
              <a:buNone/>
              <a:defRPr sz="1600" b="1"/>
            </a:lvl6pPr>
            <a:lvl7pPr marL="2742858" indent="0">
              <a:buNone/>
              <a:defRPr sz="1600" b="1"/>
            </a:lvl7pPr>
            <a:lvl8pPr marL="3200000" indent="0">
              <a:buNone/>
              <a:defRPr sz="1600" b="1"/>
            </a:lvl8pPr>
            <a:lvl9pPr marL="3657143" indent="0">
              <a:buNone/>
              <a:defRPr sz="1600" b="1"/>
            </a:lvl9pPr>
          </a:lstStyle>
          <a:p>
            <a:pPr lvl="0"/>
            <a:r>
              <a:rPr lang="en-US" noProof="0" dirty="0"/>
              <a:t>Click to edit title style</a:t>
            </a:r>
          </a:p>
        </p:txBody>
      </p:sp>
      <p:sp>
        <p:nvSpPr>
          <p:cNvPr id="14" name="Content Placeholder 3"/>
          <p:cNvSpPr>
            <a:spLocks noGrp="1"/>
          </p:cNvSpPr>
          <p:nvPr>
            <p:ph sz="half" idx="11" hasCustomPrompt="1"/>
          </p:nvPr>
        </p:nvSpPr>
        <p:spPr>
          <a:xfrm>
            <a:off x="551385" y="1869760"/>
            <a:ext cx="3007792" cy="4173853"/>
          </a:xfrm>
          <a:prstGeom prst="rect">
            <a:avLst/>
          </a:prstGeom>
        </p:spPr>
        <p:txBody>
          <a:bodyPr lIns="90000">
            <a:noAutofit/>
          </a:bodyPr>
          <a:lstStyle>
            <a:lvl1pPr>
              <a:defRPr sz="1600" b="0" i="0">
                <a:latin typeface="Source Sans Pro" charset="0"/>
                <a:ea typeface="Source Sans Pro" charset="0"/>
                <a:cs typeface="Source Sans Pro" charset="0"/>
              </a:defRPr>
            </a:lvl1pPr>
            <a:lvl2pPr>
              <a:defRPr sz="1600" b="0" i="0">
                <a:latin typeface="Source Sans Pro" charset="0"/>
                <a:ea typeface="Source Sans Pro" charset="0"/>
                <a:cs typeface="Source Sans Pro" charset="0"/>
              </a:defRPr>
            </a:lvl2pPr>
            <a:lvl3pPr>
              <a:defRPr sz="1600" b="0" i="0">
                <a:latin typeface="Source Sans Pro" charset="0"/>
                <a:ea typeface="Source Sans Pro" charset="0"/>
                <a:cs typeface="Source Sans Pro" charset="0"/>
              </a:defRPr>
            </a:lvl3pPr>
            <a:lvl4pPr>
              <a:defRPr sz="1600" b="0" i="0">
                <a:latin typeface="Source Sans Pro" charset="0"/>
                <a:ea typeface="Source Sans Pro" charset="0"/>
                <a:cs typeface="Source Sans Pro" charset="0"/>
              </a:defRPr>
            </a:lvl4pPr>
            <a:lvl5pPr>
              <a:defRPr sz="1600"/>
            </a:lvl5pPr>
            <a:lvl6pPr>
              <a:defRPr sz="1600"/>
            </a:lvl6pPr>
            <a:lvl7pPr>
              <a:defRPr sz="1600"/>
            </a:lvl7pPr>
            <a:lvl8pPr>
              <a:defRPr sz="1600"/>
            </a:lvl8pPr>
            <a:lvl9pPr>
              <a:defRPr sz="1600"/>
            </a:lvl9pPr>
          </a:lstStyle>
          <a:p>
            <a:pPr lvl="0"/>
            <a:r>
              <a:rPr lang="en-US" noProof="0" dirty="0"/>
              <a:t>Click to edit content</a:t>
            </a:r>
          </a:p>
          <a:p>
            <a:pPr lvl="1"/>
            <a:r>
              <a:rPr lang="en-US" noProof="0" dirty="0"/>
              <a:t>Second level</a:t>
            </a:r>
          </a:p>
          <a:p>
            <a:pPr lvl="2"/>
            <a:r>
              <a:rPr lang="en-US" noProof="0" dirty="0"/>
              <a:t>Third level</a:t>
            </a:r>
          </a:p>
          <a:p>
            <a:pPr lvl="3"/>
            <a:r>
              <a:rPr lang="en-US" noProof="0" dirty="0"/>
              <a:t>Fourth level</a:t>
            </a:r>
          </a:p>
          <a:p>
            <a:pPr lvl="3"/>
            <a:r>
              <a:rPr lang="en-US" noProof="0" dirty="0"/>
              <a:t>	Fifth level</a:t>
            </a:r>
          </a:p>
        </p:txBody>
      </p:sp>
      <p:cxnSp>
        <p:nvCxnSpPr>
          <p:cNvPr id="11" name="Straight Connector 10"/>
          <p:cNvCxnSpPr/>
          <p:nvPr userDrawn="1"/>
        </p:nvCxnSpPr>
        <p:spPr>
          <a:xfrm>
            <a:off x="550863" y="1110312"/>
            <a:ext cx="1106487"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9" name="Text Placeholder 2"/>
          <p:cNvSpPr>
            <a:spLocks noGrp="1"/>
          </p:cNvSpPr>
          <p:nvPr>
            <p:ph type="body" idx="16" hasCustomPrompt="1"/>
          </p:nvPr>
        </p:nvSpPr>
        <p:spPr>
          <a:xfrm>
            <a:off x="4149839" y="1293703"/>
            <a:ext cx="3007790" cy="432049"/>
          </a:xfrm>
          <a:prstGeom prst="rect">
            <a:avLst/>
          </a:prstGeom>
        </p:spPr>
        <p:txBody>
          <a:bodyPr lIns="0" tIns="0" rIns="0" bIns="0" anchor="t" anchorCtr="0">
            <a:noAutofit/>
          </a:bodyPr>
          <a:lstStyle>
            <a:lvl1pPr marL="0" indent="0">
              <a:lnSpc>
                <a:spcPts val="2000"/>
              </a:lnSpc>
              <a:buNone/>
              <a:defRPr sz="1800" b="1" i="0" cap="all" baseline="0">
                <a:solidFill>
                  <a:schemeClr val="tx1"/>
                </a:solidFill>
                <a:latin typeface="Source Sans Pro" charset="0"/>
                <a:ea typeface="Source Sans Pro" charset="0"/>
                <a:cs typeface="Source Sans Pro" charset="0"/>
              </a:defRPr>
            </a:lvl1pPr>
            <a:lvl2pPr marL="457143" indent="0">
              <a:buNone/>
              <a:defRPr sz="2000" b="1"/>
            </a:lvl2pPr>
            <a:lvl3pPr marL="914286" indent="0">
              <a:buNone/>
              <a:defRPr sz="1800" b="1"/>
            </a:lvl3pPr>
            <a:lvl4pPr marL="1371430" indent="0">
              <a:buNone/>
              <a:defRPr sz="1600" b="1"/>
            </a:lvl4pPr>
            <a:lvl5pPr marL="1828573" indent="0">
              <a:buNone/>
              <a:defRPr sz="1600" b="1"/>
            </a:lvl5pPr>
            <a:lvl6pPr marL="2285718" indent="0">
              <a:buNone/>
              <a:defRPr sz="1600" b="1"/>
            </a:lvl6pPr>
            <a:lvl7pPr marL="2742858" indent="0">
              <a:buNone/>
              <a:defRPr sz="1600" b="1"/>
            </a:lvl7pPr>
            <a:lvl8pPr marL="3200000" indent="0">
              <a:buNone/>
              <a:defRPr sz="1600" b="1"/>
            </a:lvl8pPr>
            <a:lvl9pPr marL="3657143" indent="0">
              <a:buNone/>
              <a:defRPr sz="1600" b="1"/>
            </a:lvl9pPr>
          </a:lstStyle>
          <a:p>
            <a:pPr lvl="0"/>
            <a:r>
              <a:rPr lang="en-US" noProof="0" dirty="0"/>
              <a:t>Click to edit title style</a:t>
            </a:r>
          </a:p>
        </p:txBody>
      </p:sp>
      <p:sp>
        <p:nvSpPr>
          <p:cNvPr id="20" name="Content Placeholder 3"/>
          <p:cNvSpPr>
            <a:spLocks noGrp="1"/>
          </p:cNvSpPr>
          <p:nvPr>
            <p:ph sz="half" idx="17" hasCustomPrompt="1"/>
          </p:nvPr>
        </p:nvSpPr>
        <p:spPr>
          <a:xfrm>
            <a:off x="4149838" y="1869760"/>
            <a:ext cx="3007792" cy="4173853"/>
          </a:xfrm>
          <a:prstGeom prst="rect">
            <a:avLst/>
          </a:prstGeom>
        </p:spPr>
        <p:txBody>
          <a:bodyPr lIns="90000">
            <a:noAutofit/>
          </a:bodyPr>
          <a:lstStyle>
            <a:lvl1pPr>
              <a:defRPr sz="1600" b="0" i="0">
                <a:latin typeface="Source Sans Pro" charset="0"/>
                <a:ea typeface="Source Sans Pro" charset="0"/>
                <a:cs typeface="Source Sans Pro" charset="0"/>
              </a:defRPr>
            </a:lvl1pPr>
            <a:lvl2pPr>
              <a:defRPr sz="1600" b="0" i="0">
                <a:latin typeface="Source Sans Pro" charset="0"/>
                <a:ea typeface="Source Sans Pro" charset="0"/>
                <a:cs typeface="Source Sans Pro" charset="0"/>
              </a:defRPr>
            </a:lvl2pPr>
            <a:lvl3pPr>
              <a:defRPr sz="1600" b="0" i="0">
                <a:latin typeface="Source Sans Pro" charset="0"/>
                <a:ea typeface="Source Sans Pro" charset="0"/>
                <a:cs typeface="Source Sans Pro" charset="0"/>
              </a:defRPr>
            </a:lvl3pPr>
            <a:lvl4pPr>
              <a:defRPr sz="1600" b="0" i="0">
                <a:latin typeface="Source Sans Pro" charset="0"/>
                <a:ea typeface="Source Sans Pro" charset="0"/>
                <a:cs typeface="Source Sans Pro" charset="0"/>
              </a:defRPr>
            </a:lvl4pPr>
            <a:lvl5pPr>
              <a:defRPr sz="1600"/>
            </a:lvl5pPr>
            <a:lvl6pPr>
              <a:defRPr sz="1600"/>
            </a:lvl6pPr>
            <a:lvl7pPr>
              <a:defRPr sz="1600"/>
            </a:lvl7pPr>
            <a:lvl8pPr>
              <a:defRPr sz="1600"/>
            </a:lvl8pPr>
            <a:lvl9pPr>
              <a:defRPr sz="1600"/>
            </a:lvl9pPr>
          </a:lstStyle>
          <a:p>
            <a:pPr lvl="0"/>
            <a:r>
              <a:rPr lang="en-US" noProof="0" dirty="0"/>
              <a:t>Click to edit content</a:t>
            </a:r>
          </a:p>
          <a:p>
            <a:pPr lvl="1"/>
            <a:r>
              <a:rPr lang="en-US" noProof="0" dirty="0"/>
              <a:t>Second level</a:t>
            </a:r>
          </a:p>
          <a:p>
            <a:pPr lvl="2"/>
            <a:r>
              <a:rPr lang="en-US" noProof="0" dirty="0"/>
              <a:t>Third level</a:t>
            </a:r>
          </a:p>
          <a:p>
            <a:pPr lvl="3"/>
            <a:r>
              <a:rPr lang="en-US" noProof="0" dirty="0"/>
              <a:t>Fourth level</a:t>
            </a:r>
          </a:p>
          <a:p>
            <a:pPr lvl="3"/>
            <a:r>
              <a:rPr lang="en-US" noProof="0" dirty="0"/>
              <a:t>	Fifth level</a:t>
            </a:r>
          </a:p>
        </p:txBody>
      </p:sp>
      <p:sp>
        <p:nvSpPr>
          <p:cNvPr id="23" name="Text Placeholder 2"/>
          <p:cNvSpPr>
            <a:spLocks noGrp="1"/>
          </p:cNvSpPr>
          <p:nvPr>
            <p:ph type="body" idx="18" hasCustomPrompt="1"/>
          </p:nvPr>
        </p:nvSpPr>
        <p:spPr>
          <a:xfrm>
            <a:off x="7680325" y="1293703"/>
            <a:ext cx="3007790" cy="432049"/>
          </a:xfrm>
          <a:prstGeom prst="rect">
            <a:avLst/>
          </a:prstGeom>
        </p:spPr>
        <p:txBody>
          <a:bodyPr lIns="0" tIns="0" rIns="0" bIns="0" anchor="t" anchorCtr="0">
            <a:noAutofit/>
          </a:bodyPr>
          <a:lstStyle>
            <a:lvl1pPr marL="0" indent="0">
              <a:lnSpc>
                <a:spcPts val="2000"/>
              </a:lnSpc>
              <a:buNone/>
              <a:defRPr sz="1800" b="1" i="0" cap="all" baseline="0">
                <a:solidFill>
                  <a:schemeClr val="tx1"/>
                </a:solidFill>
                <a:latin typeface="Source Sans Pro" charset="0"/>
                <a:ea typeface="Source Sans Pro" charset="0"/>
                <a:cs typeface="Source Sans Pro" charset="0"/>
              </a:defRPr>
            </a:lvl1pPr>
            <a:lvl2pPr marL="457143" indent="0">
              <a:buNone/>
              <a:defRPr sz="2000" b="1"/>
            </a:lvl2pPr>
            <a:lvl3pPr marL="914286" indent="0">
              <a:buNone/>
              <a:defRPr sz="1800" b="1"/>
            </a:lvl3pPr>
            <a:lvl4pPr marL="1371430" indent="0">
              <a:buNone/>
              <a:defRPr sz="1600" b="1"/>
            </a:lvl4pPr>
            <a:lvl5pPr marL="1828573" indent="0">
              <a:buNone/>
              <a:defRPr sz="1600" b="1"/>
            </a:lvl5pPr>
            <a:lvl6pPr marL="2285718" indent="0">
              <a:buNone/>
              <a:defRPr sz="1600" b="1"/>
            </a:lvl6pPr>
            <a:lvl7pPr marL="2742858" indent="0">
              <a:buNone/>
              <a:defRPr sz="1600" b="1"/>
            </a:lvl7pPr>
            <a:lvl8pPr marL="3200000" indent="0">
              <a:buNone/>
              <a:defRPr sz="1600" b="1"/>
            </a:lvl8pPr>
            <a:lvl9pPr marL="3657143" indent="0">
              <a:buNone/>
              <a:defRPr sz="1600" b="1"/>
            </a:lvl9pPr>
          </a:lstStyle>
          <a:p>
            <a:pPr lvl="0"/>
            <a:r>
              <a:rPr lang="en-US" noProof="0" dirty="0"/>
              <a:t>Click to edit title style</a:t>
            </a:r>
          </a:p>
        </p:txBody>
      </p:sp>
      <p:sp>
        <p:nvSpPr>
          <p:cNvPr id="24" name="Content Placeholder 3"/>
          <p:cNvSpPr>
            <a:spLocks noGrp="1"/>
          </p:cNvSpPr>
          <p:nvPr>
            <p:ph sz="half" idx="19" hasCustomPrompt="1"/>
          </p:nvPr>
        </p:nvSpPr>
        <p:spPr>
          <a:xfrm>
            <a:off x="7680324" y="1869760"/>
            <a:ext cx="3007792" cy="4173853"/>
          </a:xfrm>
          <a:prstGeom prst="rect">
            <a:avLst/>
          </a:prstGeom>
        </p:spPr>
        <p:txBody>
          <a:bodyPr lIns="90000">
            <a:noAutofit/>
          </a:bodyPr>
          <a:lstStyle>
            <a:lvl1pPr>
              <a:defRPr sz="1600" b="0" i="0">
                <a:latin typeface="Source Sans Pro" charset="0"/>
                <a:ea typeface="Source Sans Pro" charset="0"/>
                <a:cs typeface="Source Sans Pro" charset="0"/>
              </a:defRPr>
            </a:lvl1pPr>
            <a:lvl2pPr>
              <a:defRPr sz="1600" b="0" i="0">
                <a:latin typeface="Source Sans Pro" charset="0"/>
                <a:ea typeface="Source Sans Pro" charset="0"/>
                <a:cs typeface="Source Sans Pro" charset="0"/>
              </a:defRPr>
            </a:lvl2pPr>
            <a:lvl3pPr>
              <a:defRPr sz="1600" b="0" i="0">
                <a:latin typeface="Source Sans Pro" charset="0"/>
                <a:ea typeface="Source Sans Pro" charset="0"/>
                <a:cs typeface="Source Sans Pro" charset="0"/>
              </a:defRPr>
            </a:lvl3pPr>
            <a:lvl4pPr>
              <a:defRPr sz="1600" b="0" i="0">
                <a:latin typeface="Source Sans Pro" charset="0"/>
                <a:ea typeface="Source Sans Pro" charset="0"/>
                <a:cs typeface="Source Sans Pro" charset="0"/>
              </a:defRPr>
            </a:lvl4pPr>
            <a:lvl5pPr>
              <a:defRPr sz="1600"/>
            </a:lvl5pPr>
            <a:lvl6pPr>
              <a:defRPr sz="1600"/>
            </a:lvl6pPr>
            <a:lvl7pPr>
              <a:defRPr sz="1600"/>
            </a:lvl7pPr>
            <a:lvl8pPr>
              <a:defRPr sz="1600"/>
            </a:lvl8pPr>
            <a:lvl9pPr>
              <a:defRPr sz="1600"/>
            </a:lvl9pPr>
          </a:lstStyle>
          <a:p>
            <a:pPr lvl="0"/>
            <a:r>
              <a:rPr lang="en-US" noProof="0" dirty="0"/>
              <a:t>Click to edit content</a:t>
            </a:r>
          </a:p>
          <a:p>
            <a:pPr lvl="1"/>
            <a:r>
              <a:rPr lang="en-US" noProof="0" dirty="0"/>
              <a:t>Second level</a:t>
            </a:r>
          </a:p>
          <a:p>
            <a:pPr lvl="2"/>
            <a:r>
              <a:rPr lang="en-US" noProof="0" dirty="0"/>
              <a:t>Third level</a:t>
            </a:r>
          </a:p>
          <a:p>
            <a:pPr lvl="3"/>
            <a:r>
              <a:rPr lang="en-US" noProof="0" dirty="0"/>
              <a:t>Fourth level</a:t>
            </a:r>
          </a:p>
          <a:p>
            <a:pPr lvl="3"/>
            <a:r>
              <a:rPr lang="en-US" noProof="0" dirty="0"/>
              <a:t>	Fifth level</a:t>
            </a:r>
          </a:p>
        </p:txBody>
      </p:sp>
      <p:sp>
        <p:nvSpPr>
          <p:cNvPr id="25" name="Title Placeholder 1"/>
          <p:cNvSpPr>
            <a:spLocks noGrp="1"/>
          </p:cNvSpPr>
          <p:nvPr>
            <p:ph type="title" hasCustomPrompt="1"/>
          </p:nvPr>
        </p:nvSpPr>
        <p:spPr>
          <a:xfrm>
            <a:off x="550863" y="644525"/>
            <a:ext cx="10129837" cy="465786"/>
          </a:xfrm>
          <a:prstGeom prst="rect">
            <a:avLst/>
          </a:prstGeom>
        </p:spPr>
        <p:txBody>
          <a:bodyPr vert="horz" wrap="square" lIns="0" tIns="0" rIns="0" bIns="0" numCol="1" rtlCol="0" anchor="b" anchorCtr="0">
            <a:noAutofit/>
          </a:bodyPr>
          <a:lstStyle>
            <a:lvl1pPr>
              <a:lnSpc>
                <a:spcPts val="3600"/>
              </a:lnSpc>
              <a:defRPr sz="4400"/>
            </a:lvl1pPr>
          </a:lstStyle>
          <a:p>
            <a:r>
              <a:rPr lang="en-US" dirty="0"/>
              <a:t>click to edit title</a:t>
            </a:r>
            <a:endParaRPr lang="en-US" noProof="0" dirty="0"/>
          </a:p>
        </p:txBody>
      </p:sp>
    </p:spTree>
    <p:extLst>
      <p:ext uri="{BB962C8B-B14F-4D97-AF65-F5344CB8AC3E}">
        <p14:creationId xmlns:p14="http://schemas.microsoft.com/office/powerpoint/2010/main" val="2583686064"/>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1_Blank - Conf">
    <p:spTree>
      <p:nvGrpSpPr>
        <p:cNvPr id="1" name=""/>
        <p:cNvGrpSpPr/>
        <p:nvPr/>
      </p:nvGrpSpPr>
      <p:grpSpPr>
        <a:xfrm>
          <a:off x="0" y="0"/>
          <a:ext cx="0" cy="0"/>
          <a:chOff x="0" y="0"/>
          <a:chExt cx="0" cy="0"/>
        </a:xfrm>
      </p:grpSpPr>
    </p:spTree>
    <p:extLst>
      <p:ext uri="{BB962C8B-B14F-4D97-AF65-F5344CB8AC3E}">
        <p14:creationId xmlns:p14="http://schemas.microsoft.com/office/powerpoint/2010/main" val="2775828138"/>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1_Introduce Page - Conf">
    <p:spTree>
      <p:nvGrpSpPr>
        <p:cNvPr id="1" name=""/>
        <p:cNvGrpSpPr/>
        <p:nvPr/>
      </p:nvGrpSpPr>
      <p:grpSpPr>
        <a:xfrm>
          <a:off x="0" y="0"/>
          <a:ext cx="0" cy="0"/>
          <a:chOff x="0" y="0"/>
          <a:chExt cx="0" cy="0"/>
        </a:xfrm>
      </p:grpSpPr>
      <p:cxnSp>
        <p:nvCxnSpPr>
          <p:cNvPr id="5" name="Straight Connector 4"/>
          <p:cNvCxnSpPr/>
          <p:nvPr userDrawn="1"/>
        </p:nvCxnSpPr>
        <p:spPr>
          <a:xfrm>
            <a:off x="5663952" y="2132856"/>
            <a:ext cx="864096" cy="0"/>
          </a:xfrm>
          <a:prstGeom prst="line">
            <a:avLst/>
          </a:prstGeom>
        </p:spPr>
        <p:style>
          <a:lnRef idx="1">
            <a:schemeClr val="accent1"/>
          </a:lnRef>
          <a:fillRef idx="0">
            <a:schemeClr val="accent1"/>
          </a:fillRef>
          <a:effectRef idx="0">
            <a:schemeClr val="accent1"/>
          </a:effectRef>
          <a:fontRef idx="minor">
            <a:schemeClr val="tx1"/>
          </a:fontRef>
        </p:style>
      </p:cxnSp>
      <p:sp>
        <p:nvSpPr>
          <p:cNvPr id="6" name="Title Placeholder 1"/>
          <p:cNvSpPr txBox="1">
            <a:spLocks/>
          </p:cNvSpPr>
          <p:nvPr userDrawn="1"/>
        </p:nvSpPr>
        <p:spPr>
          <a:xfrm>
            <a:off x="4145146" y="1455167"/>
            <a:ext cx="3901709" cy="461665"/>
          </a:xfrm>
          <a:prstGeom prst="rect">
            <a:avLst/>
          </a:prstGeom>
        </p:spPr>
        <p:txBody>
          <a:bodyPr vert="horz" wrap="none" lIns="0" tIns="0" rIns="0" bIns="0" numCol="1" rtlCol="0" anchor="b" anchorCtr="1">
            <a:spAutoFit/>
          </a:bodyPr>
          <a:lstStyle>
            <a:lvl1pPr algn="l" defTabSz="914286" rtl="0" eaLnBrk="1" latinLnBrk="0" hangingPunct="1">
              <a:lnSpc>
                <a:spcPts val="3600"/>
              </a:lnSpc>
              <a:spcBef>
                <a:spcPct val="0"/>
              </a:spcBef>
              <a:buNone/>
              <a:defRPr sz="4400" b="0" i="0" kern="1200" cap="small" baseline="0">
                <a:solidFill>
                  <a:schemeClr val="tx1"/>
                </a:solidFill>
                <a:latin typeface="Source Sans Pro" charset="0"/>
                <a:ea typeface="Source Sans Pro" charset="0"/>
                <a:cs typeface="Source Sans Pro" charset="0"/>
              </a:defRPr>
            </a:lvl1pPr>
          </a:lstStyle>
          <a:p>
            <a:pPr algn="ctr"/>
            <a:r>
              <a:rPr lang="en-US" dirty="0"/>
              <a:t>click to edit title</a:t>
            </a:r>
          </a:p>
        </p:txBody>
      </p:sp>
      <p:sp>
        <p:nvSpPr>
          <p:cNvPr id="8" name="Content Placeholder 3"/>
          <p:cNvSpPr>
            <a:spLocks noGrp="1"/>
          </p:cNvSpPr>
          <p:nvPr>
            <p:ph sz="half" idx="11" hasCustomPrompt="1"/>
          </p:nvPr>
        </p:nvSpPr>
        <p:spPr>
          <a:xfrm>
            <a:off x="1031082" y="2479536"/>
            <a:ext cx="10129837" cy="3564077"/>
          </a:xfrm>
          <a:prstGeom prst="rect">
            <a:avLst/>
          </a:prstGeom>
        </p:spPr>
        <p:txBody>
          <a:bodyPr lIns="90000" anchor="t" anchorCtr="1">
            <a:noAutofit/>
          </a:bodyPr>
          <a:lstStyle>
            <a:lvl1pPr>
              <a:defRPr sz="1600" b="0" i="0">
                <a:latin typeface="Source Sans Pro" charset="0"/>
                <a:ea typeface="Source Sans Pro" charset="0"/>
                <a:cs typeface="Source Sans Pro" charset="0"/>
              </a:defRPr>
            </a:lvl1pPr>
            <a:lvl2pPr>
              <a:defRPr sz="1600" b="0" i="0">
                <a:latin typeface="Source Sans Pro" charset="0"/>
                <a:ea typeface="Source Sans Pro" charset="0"/>
                <a:cs typeface="Source Sans Pro" charset="0"/>
              </a:defRPr>
            </a:lvl2pPr>
            <a:lvl3pPr>
              <a:defRPr sz="1600" b="0" i="0">
                <a:latin typeface="Source Sans Pro" charset="0"/>
                <a:ea typeface="Source Sans Pro" charset="0"/>
                <a:cs typeface="Source Sans Pro" charset="0"/>
              </a:defRPr>
            </a:lvl3pPr>
            <a:lvl4pPr>
              <a:defRPr sz="1600" b="0" i="0">
                <a:latin typeface="Source Sans Pro" charset="0"/>
                <a:ea typeface="Source Sans Pro" charset="0"/>
                <a:cs typeface="Source Sans Pro" charset="0"/>
              </a:defRPr>
            </a:lvl4pPr>
            <a:lvl5pPr>
              <a:defRPr sz="1600"/>
            </a:lvl5pPr>
            <a:lvl6pPr>
              <a:defRPr sz="1600"/>
            </a:lvl6pPr>
            <a:lvl7pPr>
              <a:defRPr sz="1600"/>
            </a:lvl7pPr>
            <a:lvl8pPr>
              <a:defRPr sz="1600"/>
            </a:lvl8pPr>
            <a:lvl9pPr>
              <a:defRPr sz="1600"/>
            </a:lvl9pPr>
          </a:lstStyle>
          <a:p>
            <a:pPr lvl="0"/>
            <a:r>
              <a:rPr lang="en-US" noProof="0" dirty="0"/>
              <a:t>Click to edit content</a:t>
            </a:r>
          </a:p>
          <a:p>
            <a:pPr lvl="1"/>
            <a:r>
              <a:rPr lang="en-US" noProof="0" dirty="0"/>
              <a:t>Second level</a:t>
            </a:r>
          </a:p>
          <a:p>
            <a:pPr lvl="2"/>
            <a:r>
              <a:rPr lang="en-US" noProof="0" dirty="0"/>
              <a:t>Third level</a:t>
            </a:r>
          </a:p>
        </p:txBody>
      </p:sp>
    </p:spTree>
    <p:extLst>
      <p:ext uri="{BB962C8B-B14F-4D97-AF65-F5344CB8AC3E}">
        <p14:creationId xmlns:p14="http://schemas.microsoft.com/office/powerpoint/2010/main" val="3166011907"/>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Legal - Disclaimer &amp; Confidentiality">
    <p:spTree>
      <p:nvGrpSpPr>
        <p:cNvPr id="1" name=""/>
        <p:cNvGrpSpPr/>
        <p:nvPr/>
      </p:nvGrpSpPr>
      <p:grpSpPr>
        <a:xfrm>
          <a:off x="0" y="0"/>
          <a:ext cx="0" cy="0"/>
          <a:chOff x="0" y="0"/>
          <a:chExt cx="0" cy="0"/>
        </a:xfrm>
      </p:grpSpPr>
      <p:sp>
        <p:nvSpPr>
          <p:cNvPr id="6" name="Rectangle 5"/>
          <p:cNvSpPr/>
          <p:nvPr/>
        </p:nvSpPr>
        <p:spPr>
          <a:xfrm>
            <a:off x="1031082" y="1556791"/>
            <a:ext cx="10129837" cy="461665"/>
          </a:xfrm>
          <a:prstGeom prst="rect">
            <a:avLst/>
          </a:prstGeom>
        </p:spPr>
        <p:txBody>
          <a:bodyPr wrap="square">
            <a:spAutoFit/>
          </a:bodyPr>
          <a:lstStyle/>
          <a:p>
            <a:pPr algn="ctr"/>
            <a:r>
              <a:rPr lang="fr-FR" sz="2400" dirty="0"/>
              <a:t>DISCLAIMER &amp; CONFIDENTIALITY</a:t>
            </a:r>
            <a:endParaRPr lang="en-US" sz="2400" dirty="0"/>
          </a:p>
        </p:txBody>
      </p:sp>
      <p:cxnSp>
        <p:nvCxnSpPr>
          <p:cNvPr id="15" name="Straight Connector 14"/>
          <p:cNvCxnSpPr/>
          <p:nvPr/>
        </p:nvCxnSpPr>
        <p:spPr>
          <a:xfrm>
            <a:off x="5663952" y="2132856"/>
            <a:ext cx="864096" cy="0"/>
          </a:xfrm>
          <a:prstGeom prst="line">
            <a:avLst/>
          </a:prstGeom>
        </p:spPr>
        <p:style>
          <a:lnRef idx="1">
            <a:schemeClr val="accent1"/>
          </a:lnRef>
          <a:fillRef idx="0">
            <a:schemeClr val="accent1"/>
          </a:fillRef>
          <a:effectRef idx="0">
            <a:schemeClr val="accent1"/>
          </a:effectRef>
          <a:fontRef idx="minor">
            <a:schemeClr val="tx1"/>
          </a:fontRef>
        </p:style>
      </p:cxnSp>
      <p:sp>
        <p:nvSpPr>
          <p:cNvPr id="5" name="Rectangle 4"/>
          <p:cNvSpPr/>
          <p:nvPr userDrawn="1"/>
        </p:nvSpPr>
        <p:spPr>
          <a:xfrm>
            <a:off x="1031082" y="1556791"/>
            <a:ext cx="10129837" cy="461665"/>
          </a:xfrm>
          <a:prstGeom prst="rect">
            <a:avLst/>
          </a:prstGeom>
        </p:spPr>
        <p:txBody>
          <a:bodyPr wrap="square">
            <a:spAutoFit/>
          </a:bodyPr>
          <a:lstStyle/>
          <a:p>
            <a:pPr algn="ctr"/>
            <a:r>
              <a:rPr lang="fr-FR" sz="2400" dirty="0"/>
              <a:t>DISCLAIMER &amp; CONFIDENTIALITY</a:t>
            </a:r>
            <a:endParaRPr lang="en-US" sz="2400" dirty="0"/>
          </a:p>
        </p:txBody>
      </p:sp>
      <p:cxnSp>
        <p:nvCxnSpPr>
          <p:cNvPr id="8" name="Straight Connector 7"/>
          <p:cNvCxnSpPr/>
          <p:nvPr userDrawn="1"/>
        </p:nvCxnSpPr>
        <p:spPr>
          <a:xfrm>
            <a:off x="5663952" y="2132856"/>
            <a:ext cx="864096" cy="0"/>
          </a:xfrm>
          <a:prstGeom prst="line">
            <a:avLst/>
          </a:prstGeom>
        </p:spPr>
        <p:style>
          <a:lnRef idx="1">
            <a:schemeClr val="accent1"/>
          </a:lnRef>
          <a:fillRef idx="0">
            <a:schemeClr val="accent1"/>
          </a:fillRef>
          <a:effectRef idx="0">
            <a:schemeClr val="accent1"/>
          </a:effectRef>
          <a:fontRef idx="minor">
            <a:schemeClr val="tx1"/>
          </a:fontRef>
        </p:style>
      </p:cxnSp>
      <p:sp>
        <p:nvSpPr>
          <p:cNvPr id="9" name="TextBox 8"/>
          <p:cNvSpPr txBox="1"/>
          <p:nvPr userDrawn="1"/>
        </p:nvSpPr>
        <p:spPr>
          <a:xfrm>
            <a:off x="1031082" y="2479536"/>
            <a:ext cx="10129837" cy="2970044"/>
          </a:xfrm>
          <a:prstGeom prst="rect">
            <a:avLst/>
          </a:prstGeom>
          <a:noFill/>
        </p:spPr>
        <p:txBody>
          <a:bodyPr vert="horz" wrap="square" lIns="0" tIns="0" rIns="0" bIns="0" numCol="1" spcCol="288000" rtlCol="0" anchor="t" anchorCtr="0">
            <a:spAutoFit/>
          </a:bodyPr>
          <a:lstStyle/>
          <a:p>
            <a:pPr marL="0" marR="0" indent="0" algn="ctr" defTabSz="914377" rtl="0" eaLnBrk="1" fontAlgn="auto" latinLnBrk="0" hangingPunct="1">
              <a:lnSpc>
                <a:spcPct val="100000"/>
              </a:lnSpc>
              <a:spcBef>
                <a:spcPts val="0"/>
              </a:spcBef>
              <a:spcAft>
                <a:spcPts val="600"/>
              </a:spcAft>
              <a:buClrTx/>
              <a:buSzTx/>
              <a:buFontTx/>
              <a:buNone/>
              <a:tabLst/>
              <a:defRPr/>
            </a:pPr>
            <a:r>
              <a:rPr lang="en-US" sz="1400" b="0" i="0" kern="1200" spc="0" dirty="0">
                <a:ln>
                  <a:noFill/>
                </a:ln>
                <a:solidFill>
                  <a:schemeClr val="tx2"/>
                </a:solidFill>
                <a:latin typeface="Source Sans Pro Light" charset="0"/>
                <a:ea typeface="Source Sans Pro Light" charset="0"/>
                <a:cs typeface="Source Sans Pro Light" charset="0"/>
              </a:rPr>
              <a:t>All rights reserved. Information, technical data and tutorials contained in this document are confidential and proprietary under copyright Law of Industrial Smart Software Technology (</a:t>
            </a:r>
            <a:r>
              <a:rPr lang="en-US" sz="1400" b="0" i="0" kern="1200" spc="0" dirty="0" err="1">
                <a:ln>
                  <a:noFill/>
                </a:ln>
                <a:solidFill>
                  <a:schemeClr val="tx2"/>
                </a:solidFill>
                <a:latin typeface="Source Sans Pro Light" charset="0"/>
                <a:ea typeface="Source Sans Pro Light" charset="0"/>
                <a:cs typeface="Source Sans Pro Light" charset="0"/>
              </a:rPr>
              <a:t>MicroEJ</a:t>
            </a:r>
            <a:r>
              <a:rPr lang="en-US" sz="1400" b="0" i="0" kern="1200" spc="0" dirty="0">
                <a:ln>
                  <a:noFill/>
                </a:ln>
                <a:solidFill>
                  <a:schemeClr val="tx2"/>
                </a:solidFill>
                <a:latin typeface="Source Sans Pro Light" charset="0"/>
                <a:ea typeface="Source Sans Pro Light" charset="0"/>
                <a:cs typeface="Source Sans Pro Light" charset="0"/>
              </a:rPr>
              <a:t> S.A.) operating under the brand name </a:t>
            </a:r>
            <a:r>
              <a:rPr lang="en-US" sz="1400" b="0" i="0" kern="1200" spc="0" dirty="0" err="1">
                <a:ln>
                  <a:noFill/>
                </a:ln>
                <a:solidFill>
                  <a:schemeClr val="tx2"/>
                </a:solidFill>
                <a:latin typeface="Source Sans Pro Light" charset="0"/>
                <a:ea typeface="Source Sans Pro Light" charset="0"/>
                <a:cs typeface="Source Sans Pro Light" charset="0"/>
              </a:rPr>
              <a:t>MicroEJ</a:t>
            </a:r>
            <a:r>
              <a:rPr lang="en-US" sz="1400" b="0" i="0" kern="1200" spc="0" dirty="0">
                <a:ln>
                  <a:noFill/>
                </a:ln>
                <a:solidFill>
                  <a:schemeClr val="tx2"/>
                </a:solidFill>
                <a:latin typeface="Source Sans Pro Light" charset="0"/>
                <a:ea typeface="Source Sans Pro Light" charset="0"/>
                <a:cs typeface="Source Sans Pro Light" charset="0"/>
              </a:rPr>
              <a:t>®. Without written permission from </a:t>
            </a:r>
            <a:r>
              <a:rPr lang="en-US" sz="1400" b="0" i="0" kern="1200" spc="0" dirty="0" err="1">
                <a:ln>
                  <a:noFill/>
                </a:ln>
                <a:solidFill>
                  <a:schemeClr val="tx2"/>
                </a:solidFill>
                <a:latin typeface="Source Sans Pro Light" charset="0"/>
                <a:ea typeface="Source Sans Pro Light" charset="0"/>
                <a:cs typeface="Source Sans Pro Light" charset="0"/>
              </a:rPr>
              <a:t>MicroEJ</a:t>
            </a:r>
            <a:r>
              <a:rPr lang="en-US" sz="1400" b="0" i="0" kern="1200" spc="0" dirty="0">
                <a:ln>
                  <a:noFill/>
                </a:ln>
                <a:solidFill>
                  <a:schemeClr val="tx2"/>
                </a:solidFill>
                <a:latin typeface="Source Sans Pro Light" charset="0"/>
                <a:ea typeface="Source Sans Pro Light" charset="0"/>
                <a:cs typeface="Source Sans Pro Light" charset="0"/>
              </a:rPr>
              <a:t> S.A., copying or sending parts of the document or the entire document by any means to third parties is not permitted. Granted authorizations for using parts of the document or the entire document do not mean </a:t>
            </a:r>
            <a:r>
              <a:rPr lang="en-US" sz="1400" b="0" i="0" kern="1200" spc="0" dirty="0" err="1">
                <a:ln>
                  <a:noFill/>
                </a:ln>
                <a:solidFill>
                  <a:schemeClr val="tx2"/>
                </a:solidFill>
                <a:latin typeface="Source Sans Pro Light" charset="0"/>
                <a:ea typeface="Source Sans Pro Light" charset="0"/>
                <a:cs typeface="Source Sans Pro Light" charset="0"/>
              </a:rPr>
              <a:t>MicroEJ</a:t>
            </a:r>
            <a:r>
              <a:rPr lang="en-US" sz="1400" b="0" i="0" kern="1200" spc="0" dirty="0">
                <a:ln>
                  <a:noFill/>
                </a:ln>
                <a:solidFill>
                  <a:schemeClr val="tx2"/>
                </a:solidFill>
                <a:latin typeface="Source Sans Pro Light" charset="0"/>
                <a:ea typeface="Source Sans Pro Light" charset="0"/>
                <a:cs typeface="Source Sans Pro Light" charset="0"/>
              </a:rPr>
              <a:t> S.A. gives public full access rights.</a:t>
            </a:r>
          </a:p>
          <a:p>
            <a:pPr marL="0" algn="ctr" defTabSz="914377" rtl="0" eaLnBrk="1" latinLnBrk="0" hangingPunct="1">
              <a:spcBef>
                <a:spcPts val="0"/>
              </a:spcBef>
              <a:spcAft>
                <a:spcPts val="600"/>
              </a:spcAft>
            </a:pPr>
            <a:endParaRPr lang="en-US" sz="1400" b="0" i="0" kern="1200" spc="0" dirty="0">
              <a:ln>
                <a:noFill/>
              </a:ln>
              <a:solidFill>
                <a:schemeClr val="tx2"/>
              </a:solidFill>
              <a:latin typeface="Source Sans Pro Light" charset="0"/>
              <a:ea typeface="Source Sans Pro Light" charset="0"/>
              <a:cs typeface="Source Sans Pro Light" charset="0"/>
            </a:endParaRPr>
          </a:p>
          <a:p>
            <a:pPr marL="0" algn="ctr" defTabSz="914377" rtl="0" eaLnBrk="1" latinLnBrk="0" hangingPunct="1">
              <a:spcBef>
                <a:spcPts val="0"/>
              </a:spcBef>
              <a:spcAft>
                <a:spcPts val="600"/>
              </a:spcAft>
            </a:pPr>
            <a:r>
              <a:rPr lang="en-US" sz="1400" b="0" i="0" kern="1200" spc="0" dirty="0">
                <a:ln>
                  <a:noFill/>
                </a:ln>
                <a:solidFill>
                  <a:schemeClr val="tx2"/>
                </a:solidFill>
                <a:latin typeface="Source Sans Pro Light" charset="0"/>
                <a:ea typeface="Source Sans Pro Light" charset="0"/>
                <a:cs typeface="Source Sans Pro Light" charset="0"/>
              </a:rPr>
              <a:t>The information contained herein is not warranted to be error-free.</a:t>
            </a:r>
          </a:p>
          <a:p>
            <a:pPr marL="0" algn="ctr" defTabSz="914377" rtl="0" eaLnBrk="1" latinLnBrk="0" hangingPunct="1">
              <a:spcBef>
                <a:spcPts val="0"/>
              </a:spcBef>
              <a:spcAft>
                <a:spcPts val="600"/>
              </a:spcAft>
            </a:pPr>
            <a:r>
              <a:rPr lang="en-US" sz="1400" b="0" i="0" kern="1200" spc="0" dirty="0">
                <a:ln>
                  <a:noFill/>
                </a:ln>
                <a:solidFill>
                  <a:schemeClr val="tx2"/>
                </a:solidFill>
                <a:latin typeface="Source Sans Pro Light" charset="0"/>
                <a:ea typeface="Source Sans Pro Light" charset="0"/>
                <a:cs typeface="Source Sans Pro Light" charset="0"/>
              </a:rPr>
              <a:t>IS2T® and </a:t>
            </a:r>
            <a:r>
              <a:rPr lang="en-US" sz="1400" b="0" i="0" kern="1200" spc="0" dirty="0" err="1">
                <a:ln>
                  <a:noFill/>
                </a:ln>
                <a:solidFill>
                  <a:schemeClr val="tx2"/>
                </a:solidFill>
                <a:latin typeface="Source Sans Pro Light" charset="0"/>
                <a:ea typeface="Source Sans Pro Light" charset="0"/>
                <a:cs typeface="Source Sans Pro Light" charset="0"/>
              </a:rPr>
              <a:t>MicroEJ</a:t>
            </a:r>
            <a:r>
              <a:rPr lang="en-US" sz="1400" b="0" i="0" kern="1200" spc="0" dirty="0">
                <a:ln>
                  <a:noFill/>
                </a:ln>
                <a:solidFill>
                  <a:schemeClr val="tx2"/>
                </a:solidFill>
                <a:latin typeface="Source Sans Pro Light" charset="0"/>
                <a:ea typeface="Source Sans Pro Light" charset="0"/>
                <a:cs typeface="Source Sans Pro Light" charset="0"/>
              </a:rPr>
              <a:t>® and all relative logos are trademarks or registered trademarks of IS2T S.A. in France and other Countries.</a:t>
            </a:r>
          </a:p>
          <a:p>
            <a:pPr marL="0" algn="ctr" defTabSz="914377" rtl="0" eaLnBrk="1" latinLnBrk="0" hangingPunct="1">
              <a:spcBef>
                <a:spcPts val="0"/>
              </a:spcBef>
              <a:spcAft>
                <a:spcPts val="600"/>
              </a:spcAft>
            </a:pPr>
            <a:r>
              <a:rPr lang="en-US" sz="1400" b="0" i="0" kern="1200" spc="0" dirty="0">
                <a:ln>
                  <a:noFill/>
                </a:ln>
                <a:solidFill>
                  <a:schemeClr val="tx2"/>
                </a:solidFill>
                <a:latin typeface="Source Sans Pro Light" charset="0"/>
                <a:ea typeface="Source Sans Pro Light" charset="0"/>
                <a:cs typeface="Source Sans Pro Light" charset="0"/>
              </a:rPr>
              <a:t>Java™ is Sun Microsystems’ trademark for a technology for developing application software and deploying it in cross-platform, networked environments. When it is used in this site without adding the “™” symbol, it includes implementations of the technology by companies other than Sun. Java™, all Java-based marks and all related logos are trademarks or registered trademarks of Sun Microsystems </a:t>
            </a:r>
            <a:r>
              <a:rPr lang="en-US" sz="1400" b="0" i="0" kern="1200" spc="0" dirty="0" err="1">
                <a:ln>
                  <a:noFill/>
                </a:ln>
                <a:solidFill>
                  <a:schemeClr val="tx2"/>
                </a:solidFill>
                <a:latin typeface="Source Sans Pro Light" charset="0"/>
                <a:ea typeface="Source Sans Pro Light" charset="0"/>
                <a:cs typeface="Source Sans Pro Light" charset="0"/>
              </a:rPr>
              <a:t>Inc</a:t>
            </a:r>
            <a:r>
              <a:rPr lang="en-US" sz="1400" b="0" i="0" kern="1200" spc="0" dirty="0">
                <a:ln>
                  <a:noFill/>
                </a:ln>
                <a:solidFill>
                  <a:schemeClr val="tx2"/>
                </a:solidFill>
                <a:latin typeface="Source Sans Pro Light" charset="0"/>
                <a:ea typeface="Source Sans Pro Light" charset="0"/>
                <a:cs typeface="Source Sans Pro Light" charset="0"/>
              </a:rPr>
              <a:t>, in the United States and other Countries.</a:t>
            </a:r>
          </a:p>
          <a:p>
            <a:pPr marL="0" algn="ctr" defTabSz="914377" rtl="0" eaLnBrk="1" latinLnBrk="0" hangingPunct="1">
              <a:spcBef>
                <a:spcPts val="0"/>
              </a:spcBef>
              <a:spcAft>
                <a:spcPts val="600"/>
              </a:spcAft>
            </a:pPr>
            <a:r>
              <a:rPr lang="en-US" sz="1400" b="0" i="0" kern="1200" spc="0" dirty="0">
                <a:ln>
                  <a:noFill/>
                </a:ln>
                <a:solidFill>
                  <a:schemeClr val="tx2"/>
                </a:solidFill>
                <a:latin typeface="Source Sans Pro Light" charset="0"/>
                <a:ea typeface="Source Sans Pro Light" charset="0"/>
                <a:cs typeface="Source Sans Pro Light" charset="0"/>
              </a:rPr>
              <a:t>Other trademarks are proprietary of their respective owners.</a:t>
            </a:r>
          </a:p>
        </p:txBody>
      </p:sp>
    </p:spTree>
    <p:extLst>
      <p:ext uri="{BB962C8B-B14F-4D97-AF65-F5344CB8AC3E}">
        <p14:creationId xmlns:p14="http://schemas.microsoft.com/office/powerpoint/2010/main" val="3868634212"/>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cSld name="END Slider - Conf">
    <p:spTree>
      <p:nvGrpSpPr>
        <p:cNvPr id="1" name=""/>
        <p:cNvGrpSpPr/>
        <p:nvPr/>
      </p:nvGrpSpPr>
      <p:grpSpPr>
        <a:xfrm>
          <a:off x="0" y="0"/>
          <a:ext cx="0" cy="0"/>
          <a:chOff x="0" y="0"/>
          <a:chExt cx="0" cy="0"/>
        </a:xfrm>
      </p:grpSpPr>
      <p:sp>
        <p:nvSpPr>
          <p:cNvPr id="5" name="Rectangle 1"/>
          <p:cNvSpPr/>
          <p:nvPr/>
        </p:nvSpPr>
        <p:spPr>
          <a:xfrm rot="1800000">
            <a:off x="4954333" y="-1094769"/>
            <a:ext cx="8109376" cy="10728642"/>
          </a:xfrm>
          <a:custGeom>
            <a:avLst/>
            <a:gdLst>
              <a:gd name="connsiteX0" fmla="*/ 0 w 4673328"/>
              <a:gd name="connsiteY0" fmla="*/ 0 h 12601313"/>
              <a:gd name="connsiteX1" fmla="*/ 4673328 w 4673328"/>
              <a:gd name="connsiteY1" fmla="*/ 0 h 12601313"/>
              <a:gd name="connsiteX2" fmla="*/ 4673328 w 4673328"/>
              <a:gd name="connsiteY2" fmla="*/ 12601313 h 12601313"/>
              <a:gd name="connsiteX3" fmla="*/ 0 w 4673328"/>
              <a:gd name="connsiteY3" fmla="*/ 12601313 h 12601313"/>
              <a:gd name="connsiteX4" fmla="*/ 0 w 4673328"/>
              <a:gd name="connsiteY4" fmla="*/ 0 h 12601313"/>
              <a:gd name="connsiteX0" fmla="*/ 0 w 4682599"/>
              <a:gd name="connsiteY0" fmla="*/ 0 h 12601313"/>
              <a:gd name="connsiteX1" fmla="*/ 4673328 w 4682599"/>
              <a:gd name="connsiteY1" fmla="*/ 0 h 12601313"/>
              <a:gd name="connsiteX2" fmla="*/ 4682599 w 4682599"/>
              <a:gd name="connsiteY2" fmla="*/ 9540063 h 12601313"/>
              <a:gd name="connsiteX3" fmla="*/ 0 w 4682599"/>
              <a:gd name="connsiteY3" fmla="*/ 12601313 h 12601313"/>
              <a:gd name="connsiteX4" fmla="*/ 0 w 4682599"/>
              <a:gd name="connsiteY4" fmla="*/ 0 h 12601313"/>
              <a:gd name="connsiteX0" fmla="*/ 5974 w 4688573"/>
              <a:gd name="connsiteY0" fmla="*/ 0 h 12239273"/>
              <a:gd name="connsiteX1" fmla="*/ 4679302 w 4688573"/>
              <a:gd name="connsiteY1" fmla="*/ 0 h 12239273"/>
              <a:gd name="connsiteX2" fmla="*/ 4688573 w 4688573"/>
              <a:gd name="connsiteY2" fmla="*/ 9540063 h 12239273"/>
              <a:gd name="connsiteX3" fmla="*/ 0 w 4688573"/>
              <a:gd name="connsiteY3" fmla="*/ 12239273 h 12239273"/>
              <a:gd name="connsiteX4" fmla="*/ 5974 w 4688573"/>
              <a:gd name="connsiteY4" fmla="*/ 0 h 12239273"/>
              <a:gd name="connsiteX0" fmla="*/ 5974 w 4688573"/>
              <a:gd name="connsiteY0" fmla="*/ 0 h 12239273"/>
              <a:gd name="connsiteX1" fmla="*/ 4676822 w 4688573"/>
              <a:gd name="connsiteY1" fmla="*/ 1402474 h 12239273"/>
              <a:gd name="connsiteX2" fmla="*/ 4688573 w 4688573"/>
              <a:gd name="connsiteY2" fmla="*/ 9540063 h 12239273"/>
              <a:gd name="connsiteX3" fmla="*/ 0 w 4688573"/>
              <a:gd name="connsiteY3" fmla="*/ 12239273 h 12239273"/>
              <a:gd name="connsiteX4" fmla="*/ 5974 w 4688573"/>
              <a:gd name="connsiteY4" fmla="*/ 0 h 12239273"/>
              <a:gd name="connsiteX0" fmla="*/ 650 w 4688647"/>
              <a:gd name="connsiteY0" fmla="*/ 2773313 h 10836799"/>
              <a:gd name="connsiteX1" fmla="*/ 4676896 w 4688647"/>
              <a:gd name="connsiteY1" fmla="*/ 0 h 10836799"/>
              <a:gd name="connsiteX2" fmla="*/ 4688647 w 4688647"/>
              <a:gd name="connsiteY2" fmla="*/ 8137589 h 10836799"/>
              <a:gd name="connsiteX3" fmla="*/ 74 w 4688647"/>
              <a:gd name="connsiteY3" fmla="*/ 10836799 h 10836799"/>
              <a:gd name="connsiteX4" fmla="*/ 650 w 4688647"/>
              <a:gd name="connsiteY4" fmla="*/ 2773313 h 10836799"/>
              <a:gd name="connsiteX0" fmla="*/ 650 w 4688647"/>
              <a:gd name="connsiteY0" fmla="*/ 2740720 h 10804206"/>
              <a:gd name="connsiteX1" fmla="*/ 4662974 w 4688647"/>
              <a:gd name="connsiteY1" fmla="*/ 0 h 10804206"/>
              <a:gd name="connsiteX2" fmla="*/ 4688647 w 4688647"/>
              <a:gd name="connsiteY2" fmla="*/ 8104996 h 10804206"/>
              <a:gd name="connsiteX3" fmla="*/ 74 w 4688647"/>
              <a:gd name="connsiteY3" fmla="*/ 10804206 h 10804206"/>
              <a:gd name="connsiteX4" fmla="*/ 650 w 4688647"/>
              <a:gd name="connsiteY4" fmla="*/ 2740720 h 10804206"/>
              <a:gd name="connsiteX0" fmla="*/ 650 w 4688647"/>
              <a:gd name="connsiteY0" fmla="*/ 2414351 h 10477837"/>
              <a:gd name="connsiteX1" fmla="*/ 4622225 w 4688647"/>
              <a:gd name="connsiteY1" fmla="*/ 0 h 10477837"/>
              <a:gd name="connsiteX2" fmla="*/ 4688647 w 4688647"/>
              <a:gd name="connsiteY2" fmla="*/ 7778627 h 10477837"/>
              <a:gd name="connsiteX3" fmla="*/ 74 w 4688647"/>
              <a:gd name="connsiteY3" fmla="*/ 10477837 h 10477837"/>
              <a:gd name="connsiteX4" fmla="*/ 650 w 4688647"/>
              <a:gd name="connsiteY4" fmla="*/ 2414351 h 10477837"/>
              <a:gd name="connsiteX0" fmla="*/ 650 w 4688647"/>
              <a:gd name="connsiteY0" fmla="*/ 2665156 h 10728642"/>
              <a:gd name="connsiteX1" fmla="*/ 4673861 w 4688647"/>
              <a:gd name="connsiteY1" fmla="*/ 0 h 10728642"/>
              <a:gd name="connsiteX2" fmla="*/ 4688647 w 4688647"/>
              <a:gd name="connsiteY2" fmla="*/ 8029432 h 10728642"/>
              <a:gd name="connsiteX3" fmla="*/ 74 w 4688647"/>
              <a:gd name="connsiteY3" fmla="*/ 10728642 h 10728642"/>
              <a:gd name="connsiteX4" fmla="*/ 650 w 4688647"/>
              <a:gd name="connsiteY4" fmla="*/ 2665156 h 10728642"/>
              <a:gd name="connsiteX0" fmla="*/ 650 w 8109376"/>
              <a:gd name="connsiteY0" fmla="*/ 2665156 h 10728642"/>
              <a:gd name="connsiteX1" fmla="*/ 4673861 w 8109376"/>
              <a:gd name="connsiteY1" fmla="*/ 0 h 10728642"/>
              <a:gd name="connsiteX2" fmla="*/ 8109376 w 8109376"/>
              <a:gd name="connsiteY2" fmla="*/ 6035100 h 10728642"/>
              <a:gd name="connsiteX3" fmla="*/ 74 w 8109376"/>
              <a:gd name="connsiteY3" fmla="*/ 10728642 h 10728642"/>
              <a:gd name="connsiteX4" fmla="*/ 650 w 8109376"/>
              <a:gd name="connsiteY4" fmla="*/ 2665156 h 10728642"/>
              <a:gd name="connsiteX0" fmla="*/ 650 w 8109376"/>
              <a:gd name="connsiteY0" fmla="*/ 2665156 h 10728642"/>
              <a:gd name="connsiteX1" fmla="*/ 4673861 w 8109376"/>
              <a:gd name="connsiteY1" fmla="*/ 0 h 10728642"/>
              <a:gd name="connsiteX2" fmla="*/ 8109376 w 8109376"/>
              <a:gd name="connsiteY2" fmla="*/ 6035100 h 10728642"/>
              <a:gd name="connsiteX3" fmla="*/ 74 w 8109376"/>
              <a:gd name="connsiteY3" fmla="*/ 10728642 h 10728642"/>
              <a:gd name="connsiteX4" fmla="*/ 650 w 8109376"/>
              <a:gd name="connsiteY4" fmla="*/ 2665156 h 10728642"/>
              <a:gd name="connsiteX0" fmla="*/ 650 w 8109376"/>
              <a:gd name="connsiteY0" fmla="*/ 2665156 h 10728642"/>
              <a:gd name="connsiteX1" fmla="*/ 4673861 w 8109376"/>
              <a:gd name="connsiteY1" fmla="*/ 0 h 10728642"/>
              <a:gd name="connsiteX2" fmla="*/ 8109376 w 8109376"/>
              <a:gd name="connsiteY2" fmla="*/ 6035100 h 10728642"/>
              <a:gd name="connsiteX3" fmla="*/ 74 w 8109376"/>
              <a:gd name="connsiteY3" fmla="*/ 10728642 h 10728642"/>
              <a:gd name="connsiteX4" fmla="*/ 650 w 8109376"/>
              <a:gd name="connsiteY4" fmla="*/ 2665156 h 10728642"/>
              <a:gd name="connsiteX0" fmla="*/ 650 w 8109376"/>
              <a:gd name="connsiteY0" fmla="*/ 2665156 h 10728642"/>
              <a:gd name="connsiteX1" fmla="*/ 4673861 w 8109376"/>
              <a:gd name="connsiteY1" fmla="*/ 0 h 10728642"/>
              <a:gd name="connsiteX2" fmla="*/ 8109376 w 8109376"/>
              <a:gd name="connsiteY2" fmla="*/ 6035100 h 10728642"/>
              <a:gd name="connsiteX3" fmla="*/ 74 w 8109376"/>
              <a:gd name="connsiteY3" fmla="*/ 10728642 h 10728642"/>
              <a:gd name="connsiteX4" fmla="*/ 650 w 8109376"/>
              <a:gd name="connsiteY4" fmla="*/ 2665156 h 107286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09376" h="10728642">
                <a:moveTo>
                  <a:pt x="650" y="2665156"/>
                </a:moveTo>
                <a:lnTo>
                  <a:pt x="4673861" y="0"/>
                </a:lnTo>
                <a:cubicBezTo>
                  <a:pt x="5668654" y="1793772"/>
                  <a:pt x="7081028" y="4183207"/>
                  <a:pt x="8109376" y="6035100"/>
                </a:cubicBezTo>
                <a:lnTo>
                  <a:pt x="74" y="10728642"/>
                </a:lnTo>
                <a:cubicBezTo>
                  <a:pt x="2065" y="6648884"/>
                  <a:pt x="-1341" y="6744914"/>
                  <a:pt x="650" y="2665156"/>
                </a:cubicBezTo>
                <a:close/>
              </a:path>
            </a:pathLst>
          </a:custGeom>
          <a:solidFill>
            <a:srgbClr val="E642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431493" y="3140968"/>
            <a:ext cx="3155056" cy="1012772"/>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1083" y="1700808"/>
            <a:ext cx="3663604" cy="3657510"/>
          </a:xfrm>
          <a:prstGeom prst="rect">
            <a:avLst/>
          </a:prstGeom>
        </p:spPr>
      </p:pic>
      <p:sp>
        <p:nvSpPr>
          <p:cNvPr id="8" name="Title 51"/>
          <p:cNvSpPr txBox="1">
            <a:spLocks/>
          </p:cNvSpPr>
          <p:nvPr/>
        </p:nvSpPr>
        <p:spPr>
          <a:xfrm>
            <a:off x="623392" y="836712"/>
            <a:ext cx="7018635" cy="1008112"/>
          </a:xfrm>
          <a:prstGeom prst="rect">
            <a:avLst/>
          </a:prstGeom>
        </p:spPr>
        <p:txBody>
          <a:bodyPr/>
          <a:lstStyle>
            <a:lvl1pPr algn="l" defTabSz="914286" rtl="0" eaLnBrk="1" latinLnBrk="0" hangingPunct="1">
              <a:spcBef>
                <a:spcPct val="0"/>
              </a:spcBef>
              <a:buNone/>
              <a:defRPr sz="3600" b="0" i="0" kern="1200" cap="small" baseline="0">
                <a:solidFill>
                  <a:schemeClr val="tx1"/>
                </a:solidFill>
                <a:latin typeface="+mj-lt"/>
                <a:ea typeface="Calibri Light" charset="0"/>
                <a:cs typeface="Calibri Light" charset="0"/>
              </a:defRPr>
            </a:lvl1pPr>
          </a:lstStyle>
          <a:p>
            <a:r>
              <a:rPr lang="en-US" sz="8000" b="0" i="1" spc="600" dirty="0">
                <a:latin typeface="Source Sans Pro ExtraLight" charset="0"/>
                <a:ea typeface="Source Sans Pro ExtraLight" charset="0"/>
                <a:cs typeface="Source Sans Pro ExtraLight" charset="0"/>
              </a:rPr>
              <a:t>Thank you </a:t>
            </a:r>
          </a:p>
        </p:txBody>
      </p:sp>
      <p:sp>
        <p:nvSpPr>
          <p:cNvPr id="9" name="Rectangle 8"/>
          <p:cNvSpPr/>
          <p:nvPr/>
        </p:nvSpPr>
        <p:spPr>
          <a:xfrm>
            <a:off x="2495600" y="1988839"/>
            <a:ext cx="2698175" cy="369332"/>
          </a:xfrm>
          <a:prstGeom prst="rect">
            <a:avLst/>
          </a:prstGeom>
        </p:spPr>
        <p:txBody>
          <a:bodyPr wrap="none">
            <a:spAutoFit/>
          </a:bodyPr>
          <a:lstStyle/>
          <a:p>
            <a:r>
              <a:rPr lang="en-US" b="0" i="1" spc="300" dirty="0">
                <a:latin typeface="Source Sans Pro Light" charset="0"/>
                <a:ea typeface="Source Sans Pro Light" charset="0"/>
                <a:cs typeface="Source Sans Pro Light" charset="0"/>
              </a:rPr>
              <a:t>for your attention !</a:t>
            </a:r>
          </a:p>
        </p:txBody>
      </p:sp>
      <p:sp>
        <p:nvSpPr>
          <p:cNvPr id="10" name="Rectangle 1"/>
          <p:cNvSpPr/>
          <p:nvPr userDrawn="1"/>
        </p:nvSpPr>
        <p:spPr>
          <a:xfrm rot="1800000">
            <a:off x="4954333" y="-1094769"/>
            <a:ext cx="8109376" cy="10728642"/>
          </a:xfrm>
          <a:custGeom>
            <a:avLst/>
            <a:gdLst>
              <a:gd name="connsiteX0" fmla="*/ 0 w 4673328"/>
              <a:gd name="connsiteY0" fmla="*/ 0 h 12601313"/>
              <a:gd name="connsiteX1" fmla="*/ 4673328 w 4673328"/>
              <a:gd name="connsiteY1" fmla="*/ 0 h 12601313"/>
              <a:gd name="connsiteX2" fmla="*/ 4673328 w 4673328"/>
              <a:gd name="connsiteY2" fmla="*/ 12601313 h 12601313"/>
              <a:gd name="connsiteX3" fmla="*/ 0 w 4673328"/>
              <a:gd name="connsiteY3" fmla="*/ 12601313 h 12601313"/>
              <a:gd name="connsiteX4" fmla="*/ 0 w 4673328"/>
              <a:gd name="connsiteY4" fmla="*/ 0 h 12601313"/>
              <a:gd name="connsiteX0" fmla="*/ 0 w 4682599"/>
              <a:gd name="connsiteY0" fmla="*/ 0 h 12601313"/>
              <a:gd name="connsiteX1" fmla="*/ 4673328 w 4682599"/>
              <a:gd name="connsiteY1" fmla="*/ 0 h 12601313"/>
              <a:gd name="connsiteX2" fmla="*/ 4682599 w 4682599"/>
              <a:gd name="connsiteY2" fmla="*/ 9540063 h 12601313"/>
              <a:gd name="connsiteX3" fmla="*/ 0 w 4682599"/>
              <a:gd name="connsiteY3" fmla="*/ 12601313 h 12601313"/>
              <a:gd name="connsiteX4" fmla="*/ 0 w 4682599"/>
              <a:gd name="connsiteY4" fmla="*/ 0 h 12601313"/>
              <a:gd name="connsiteX0" fmla="*/ 5974 w 4688573"/>
              <a:gd name="connsiteY0" fmla="*/ 0 h 12239273"/>
              <a:gd name="connsiteX1" fmla="*/ 4679302 w 4688573"/>
              <a:gd name="connsiteY1" fmla="*/ 0 h 12239273"/>
              <a:gd name="connsiteX2" fmla="*/ 4688573 w 4688573"/>
              <a:gd name="connsiteY2" fmla="*/ 9540063 h 12239273"/>
              <a:gd name="connsiteX3" fmla="*/ 0 w 4688573"/>
              <a:gd name="connsiteY3" fmla="*/ 12239273 h 12239273"/>
              <a:gd name="connsiteX4" fmla="*/ 5974 w 4688573"/>
              <a:gd name="connsiteY4" fmla="*/ 0 h 12239273"/>
              <a:gd name="connsiteX0" fmla="*/ 5974 w 4688573"/>
              <a:gd name="connsiteY0" fmla="*/ 0 h 12239273"/>
              <a:gd name="connsiteX1" fmla="*/ 4676822 w 4688573"/>
              <a:gd name="connsiteY1" fmla="*/ 1402474 h 12239273"/>
              <a:gd name="connsiteX2" fmla="*/ 4688573 w 4688573"/>
              <a:gd name="connsiteY2" fmla="*/ 9540063 h 12239273"/>
              <a:gd name="connsiteX3" fmla="*/ 0 w 4688573"/>
              <a:gd name="connsiteY3" fmla="*/ 12239273 h 12239273"/>
              <a:gd name="connsiteX4" fmla="*/ 5974 w 4688573"/>
              <a:gd name="connsiteY4" fmla="*/ 0 h 12239273"/>
              <a:gd name="connsiteX0" fmla="*/ 650 w 4688647"/>
              <a:gd name="connsiteY0" fmla="*/ 2773313 h 10836799"/>
              <a:gd name="connsiteX1" fmla="*/ 4676896 w 4688647"/>
              <a:gd name="connsiteY1" fmla="*/ 0 h 10836799"/>
              <a:gd name="connsiteX2" fmla="*/ 4688647 w 4688647"/>
              <a:gd name="connsiteY2" fmla="*/ 8137589 h 10836799"/>
              <a:gd name="connsiteX3" fmla="*/ 74 w 4688647"/>
              <a:gd name="connsiteY3" fmla="*/ 10836799 h 10836799"/>
              <a:gd name="connsiteX4" fmla="*/ 650 w 4688647"/>
              <a:gd name="connsiteY4" fmla="*/ 2773313 h 10836799"/>
              <a:gd name="connsiteX0" fmla="*/ 650 w 4688647"/>
              <a:gd name="connsiteY0" fmla="*/ 2740720 h 10804206"/>
              <a:gd name="connsiteX1" fmla="*/ 4662974 w 4688647"/>
              <a:gd name="connsiteY1" fmla="*/ 0 h 10804206"/>
              <a:gd name="connsiteX2" fmla="*/ 4688647 w 4688647"/>
              <a:gd name="connsiteY2" fmla="*/ 8104996 h 10804206"/>
              <a:gd name="connsiteX3" fmla="*/ 74 w 4688647"/>
              <a:gd name="connsiteY3" fmla="*/ 10804206 h 10804206"/>
              <a:gd name="connsiteX4" fmla="*/ 650 w 4688647"/>
              <a:gd name="connsiteY4" fmla="*/ 2740720 h 10804206"/>
              <a:gd name="connsiteX0" fmla="*/ 650 w 4688647"/>
              <a:gd name="connsiteY0" fmla="*/ 2414351 h 10477837"/>
              <a:gd name="connsiteX1" fmla="*/ 4622225 w 4688647"/>
              <a:gd name="connsiteY1" fmla="*/ 0 h 10477837"/>
              <a:gd name="connsiteX2" fmla="*/ 4688647 w 4688647"/>
              <a:gd name="connsiteY2" fmla="*/ 7778627 h 10477837"/>
              <a:gd name="connsiteX3" fmla="*/ 74 w 4688647"/>
              <a:gd name="connsiteY3" fmla="*/ 10477837 h 10477837"/>
              <a:gd name="connsiteX4" fmla="*/ 650 w 4688647"/>
              <a:gd name="connsiteY4" fmla="*/ 2414351 h 10477837"/>
              <a:gd name="connsiteX0" fmla="*/ 650 w 4688647"/>
              <a:gd name="connsiteY0" fmla="*/ 2665156 h 10728642"/>
              <a:gd name="connsiteX1" fmla="*/ 4673861 w 4688647"/>
              <a:gd name="connsiteY1" fmla="*/ 0 h 10728642"/>
              <a:gd name="connsiteX2" fmla="*/ 4688647 w 4688647"/>
              <a:gd name="connsiteY2" fmla="*/ 8029432 h 10728642"/>
              <a:gd name="connsiteX3" fmla="*/ 74 w 4688647"/>
              <a:gd name="connsiteY3" fmla="*/ 10728642 h 10728642"/>
              <a:gd name="connsiteX4" fmla="*/ 650 w 4688647"/>
              <a:gd name="connsiteY4" fmla="*/ 2665156 h 10728642"/>
              <a:gd name="connsiteX0" fmla="*/ 650 w 8109376"/>
              <a:gd name="connsiteY0" fmla="*/ 2665156 h 10728642"/>
              <a:gd name="connsiteX1" fmla="*/ 4673861 w 8109376"/>
              <a:gd name="connsiteY1" fmla="*/ 0 h 10728642"/>
              <a:gd name="connsiteX2" fmla="*/ 8109376 w 8109376"/>
              <a:gd name="connsiteY2" fmla="*/ 6035100 h 10728642"/>
              <a:gd name="connsiteX3" fmla="*/ 74 w 8109376"/>
              <a:gd name="connsiteY3" fmla="*/ 10728642 h 10728642"/>
              <a:gd name="connsiteX4" fmla="*/ 650 w 8109376"/>
              <a:gd name="connsiteY4" fmla="*/ 2665156 h 10728642"/>
              <a:gd name="connsiteX0" fmla="*/ 650 w 8109376"/>
              <a:gd name="connsiteY0" fmla="*/ 2665156 h 10728642"/>
              <a:gd name="connsiteX1" fmla="*/ 4673861 w 8109376"/>
              <a:gd name="connsiteY1" fmla="*/ 0 h 10728642"/>
              <a:gd name="connsiteX2" fmla="*/ 8109376 w 8109376"/>
              <a:gd name="connsiteY2" fmla="*/ 6035100 h 10728642"/>
              <a:gd name="connsiteX3" fmla="*/ 74 w 8109376"/>
              <a:gd name="connsiteY3" fmla="*/ 10728642 h 10728642"/>
              <a:gd name="connsiteX4" fmla="*/ 650 w 8109376"/>
              <a:gd name="connsiteY4" fmla="*/ 2665156 h 10728642"/>
              <a:gd name="connsiteX0" fmla="*/ 650 w 8109376"/>
              <a:gd name="connsiteY0" fmla="*/ 2665156 h 10728642"/>
              <a:gd name="connsiteX1" fmla="*/ 4673861 w 8109376"/>
              <a:gd name="connsiteY1" fmla="*/ 0 h 10728642"/>
              <a:gd name="connsiteX2" fmla="*/ 8109376 w 8109376"/>
              <a:gd name="connsiteY2" fmla="*/ 6035100 h 10728642"/>
              <a:gd name="connsiteX3" fmla="*/ 74 w 8109376"/>
              <a:gd name="connsiteY3" fmla="*/ 10728642 h 10728642"/>
              <a:gd name="connsiteX4" fmla="*/ 650 w 8109376"/>
              <a:gd name="connsiteY4" fmla="*/ 2665156 h 10728642"/>
              <a:gd name="connsiteX0" fmla="*/ 650 w 8109376"/>
              <a:gd name="connsiteY0" fmla="*/ 2665156 h 10728642"/>
              <a:gd name="connsiteX1" fmla="*/ 4673861 w 8109376"/>
              <a:gd name="connsiteY1" fmla="*/ 0 h 10728642"/>
              <a:gd name="connsiteX2" fmla="*/ 8109376 w 8109376"/>
              <a:gd name="connsiteY2" fmla="*/ 6035100 h 10728642"/>
              <a:gd name="connsiteX3" fmla="*/ 74 w 8109376"/>
              <a:gd name="connsiteY3" fmla="*/ 10728642 h 10728642"/>
              <a:gd name="connsiteX4" fmla="*/ 650 w 8109376"/>
              <a:gd name="connsiteY4" fmla="*/ 2665156 h 107286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09376" h="10728642">
                <a:moveTo>
                  <a:pt x="650" y="2665156"/>
                </a:moveTo>
                <a:lnTo>
                  <a:pt x="4673861" y="0"/>
                </a:lnTo>
                <a:cubicBezTo>
                  <a:pt x="5668654" y="1793772"/>
                  <a:pt x="7081028" y="4183207"/>
                  <a:pt x="8109376" y="6035100"/>
                </a:cubicBezTo>
                <a:lnTo>
                  <a:pt x="74" y="10728642"/>
                </a:lnTo>
                <a:cubicBezTo>
                  <a:pt x="2065" y="6648884"/>
                  <a:pt x="-1341" y="6744914"/>
                  <a:pt x="650" y="2665156"/>
                </a:cubicBezTo>
                <a:close/>
              </a:path>
            </a:pathLst>
          </a:custGeom>
          <a:solidFill>
            <a:srgbClr val="E642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 name="Picture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431493" y="3140968"/>
            <a:ext cx="3155056" cy="1012772"/>
          </a:xfrm>
          <a:prstGeom prst="rect">
            <a:avLst/>
          </a:prstGeom>
        </p:spPr>
      </p:pic>
      <p:pic>
        <p:nvPicPr>
          <p:cNvPr id="12" name="Picture 1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81083" y="1700808"/>
            <a:ext cx="3663604" cy="3657510"/>
          </a:xfrm>
          <a:prstGeom prst="rect">
            <a:avLst/>
          </a:prstGeom>
        </p:spPr>
      </p:pic>
      <p:sp>
        <p:nvSpPr>
          <p:cNvPr id="13" name="Title 51"/>
          <p:cNvSpPr txBox="1">
            <a:spLocks/>
          </p:cNvSpPr>
          <p:nvPr userDrawn="1"/>
        </p:nvSpPr>
        <p:spPr>
          <a:xfrm>
            <a:off x="623392" y="836712"/>
            <a:ext cx="7018635" cy="1008112"/>
          </a:xfrm>
          <a:prstGeom prst="rect">
            <a:avLst/>
          </a:prstGeom>
        </p:spPr>
        <p:txBody>
          <a:bodyPr/>
          <a:lstStyle>
            <a:lvl1pPr algn="l" defTabSz="914286" rtl="0" eaLnBrk="1" latinLnBrk="0" hangingPunct="1">
              <a:spcBef>
                <a:spcPct val="0"/>
              </a:spcBef>
              <a:buNone/>
              <a:defRPr sz="3600" b="0" i="0" kern="1200" cap="small" baseline="0">
                <a:solidFill>
                  <a:schemeClr val="tx1"/>
                </a:solidFill>
                <a:latin typeface="+mj-lt"/>
                <a:ea typeface="Calibri Light" charset="0"/>
                <a:cs typeface="Calibri Light" charset="0"/>
              </a:defRPr>
            </a:lvl1pPr>
          </a:lstStyle>
          <a:p>
            <a:r>
              <a:rPr lang="en-US" sz="8000" b="0" i="1" spc="600" dirty="0">
                <a:latin typeface="Source Sans Pro ExtraLight" charset="0"/>
                <a:ea typeface="Source Sans Pro ExtraLight" charset="0"/>
                <a:cs typeface="Source Sans Pro ExtraLight" charset="0"/>
              </a:rPr>
              <a:t>Thank you </a:t>
            </a:r>
          </a:p>
        </p:txBody>
      </p:sp>
      <p:sp>
        <p:nvSpPr>
          <p:cNvPr id="14" name="Rectangle 13"/>
          <p:cNvSpPr/>
          <p:nvPr userDrawn="1"/>
        </p:nvSpPr>
        <p:spPr>
          <a:xfrm>
            <a:off x="2495600" y="1988839"/>
            <a:ext cx="2698175" cy="369332"/>
          </a:xfrm>
          <a:prstGeom prst="rect">
            <a:avLst/>
          </a:prstGeom>
        </p:spPr>
        <p:txBody>
          <a:bodyPr wrap="none">
            <a:spAutoFit/>
          </a:bodyPr>
          <a:lstStyle/>
          <a:p>
            <a:r>
              <a:rPr lang="en-US" b="0" i="1" spc="300" dirty="0">
                <a:latin typeface="Source Sans Pro Light" charset="0"/>
                <a:ea typeface="Source Sans Pro Light" charset="0"/>
                <a:cs typeface="Source Sans Pro Light" charset="0"/>
              </a:rPr>
              <a:t>for your attention !</a:t>
            </a:r>
          </a:p>
        </p:txBody>
      </p:sp>
    </p:spTree>
    <p:extLst>
      <p:ext uri="{BB962C8B-B14F-4D97-AF65-F5344CB8AC3E}">
        <p14:creationId xmlns:p14="http://schemas.microsoft.com/office/powerpoint/2010/main" val="2315948544"/>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cSld name="1_CoverPage">
    <p:spTree>
      <p:nvGrpSpPr>
        <p:cNvPr id="1" name=""/>
        <p:cNvGrpSpPr/>
        <p:nvPr/>
      </p:nvGrpSpPr>
      <p:grpSpPr>
        <a:xfrm>
          <a:off x="0" y="0"/>
          <a:ext cx="0" cy="0"/>
          <a:chOff x="0" y="0"/>
          <a:chExt cx="0" cy="0"/>
        </a:xfrm>
      </p:grpSpPr>
      <p:sp>
        <p:nvSpPr>
          <p:cNvPr id="18" name="Picture Placeholder 13"/>
          <p:cNvSpPr>
            <a:spLocks noGrp="1"/>
          </p:cNvSpPr>
          <p:nvPr>
            <p:ph type="pic" sz="quarter" idx="11"/>
          </p:nvPr>
        </p:nvSpPr>
        <p:spPr>
          <a:xfrm>
            <a:off x="0" y="1"/>
            <a:ext cx="8588779" cy="6881149"/>
          </a:xfrm>
          <a:custGeom>
            <a:avLst/>
            <a:gdLst>
              <a:gd name="connsiteX0" fmla="*/ 0 w 4057359"/>
              <a:gd name="connsiteY0" fmla="*/ 0 h 6858000"/>
              <a:gd name="connsiteX1" fmla="*/ 4057359 w 4057359"/>
              <a:gd name="connsiteY1" fmla="*/ 0 h 6858000"/>
              <a:gd name="connsiteX2" fmla="*/ 4057359 w 4057359"/>
              <a:gd name="connsiteY2" fmla="*/ 6858000 h 6858000"/>
              <a:gd name="connsiteX3" fmla="*/ 0 w 4057359"/>
              <a:gd name="connsiteY3" fmla="*/ 6858000 h 6858000"/>
              <a:gd name="connsiteX4" fmla="*/ 0 w 4057359"/>
              <a:gd name="connsiteY4" fmla="*/ 0 h 6858000"/>
              <a:gd name="connsiteX0" fmla="*/ 29731 w 4087090"/>
              <a:gd name="connsiteY0" fmla="*/ 0 h 6871855"/>
              <a:gd name="connsiteX1" fmla="*/ 4087090 w 4087090"/>
              <a:gd name="connsiteY1" fmla="*/ 0 h 6871855"/>
              <a:gd name="connsiteX2" fmla="*/ 0 w 4087090"/>
              <a:gd name="connsiteY2" fmla="*/ 6871855 h 6871855"/>
              <a:gd name="connsiteX3" fmla="*/ 29731 w 4087090"/>
              <a:gd name="connsiteY3" fmla="*/ 6858000 h 6871855"/>
              <a:gd name="connsiteX4" fmla="*/ 29731 w 4087090"/>
              <a:gd name="connsiteY4" fmla="*/ 0 h 6871855"/>
              <a:gd name="connsiteX0" fmla="*/ 0 w 4057359"/>
              <a:gd name="connsiteY0" fmla="*/ 0 h 6941252"/>
              <a:gd name="connsiteX1" fmla="*/ 4057359 w 4057359"/>
              <a:gd name="connsiteY1" fmla="*/ 0 h 6941252"/>
              <a:gd name="connsiteX2" fmla="*/ 27419 w 4057359"/>
              <a:gd name="connsiteY2" fmla="*/ 6941252 h 6941252"/>
              <a:gd name="connsiteX3" fmla="*/ 0 w 4057359"/>
              <a:gd name="connsiteY3" fmla="*/ 6858000 h 6941252"/>
              <a:gd name="connsiteX4" fmla="*/ 0 w 4057359"/>
              <a:gd name="connsiteY4" fmla="*/ 0 h 6941252"/>
              <a:gd name="connsiteX0" fmla="*/ 0 w 4057359"/>
              <a:gd name="connsiteY0" fmla="*/ 0 h 6863691"/>
              <a:gd name="connsiteX1" fmla="*/ 4057359 w 4057359"/>
              <a:gd name="connsiteY1" fmla="*/ 0 h 6863691"/>
              <a:gd name="connsiteX2" fmla="*/ 2926 w 4057359"/>
              <a:gd name="connsiteY2" fmla="*/ 6863691 h 6863691"/>
              <a:gd name="connsiteX3" fmla="*/ 0 w 4057359"/>
              <a:gd name="connsiteY3" fmla="*/ 6858000 h 6863691"/>
              <a:gd name="connsiteX4" fmla="*/ 0 w 4057359"/>
              <a:gd name="connsiteY4" fmla="*/ 0 h 6863691"/>
              <a:gd name="connsiteX0" fmla="*/ 0 w 3971634"/>
              <a:gd name="connsiteY0" fmla="*/ 8164 h 6871855"/>
              <a:gd name="connsiteX1" fmla="*/ 3971634 w 3971634"/>
              <a:gd name="connsiteY1" fmla="*/ 0 h 6871855"/>
              <a:gd name="connsiteX2" fmla="*/ 2926 w 3971634"/>
              <a:gd name="connsiteY2" fmla="*/ 6871855 h 6871855"/>
              <a:gd name="connsiteX3" fmla="*/ 0 w 3971634"/>
              <a:gd name="connsiteY3" fmla="*/ 6866164 h 6871855"/>
              <a:gd name="connsiteX4" fmla="*/ 0 w 3971634"/>
              <a:gd name="connsiteY4" fmla="*/ 8164 h 6871855"/>
              <a:gd name="connsiteX0" fmla="*/ 0 w 3971634"/>
              <a:gd name="connsiteY0" fmla="*/ 8164 h 6871855"/>
              <a:gd name="connsiteX1" fmla="*/ 3971634 w 3971634"/>
              <a:gd name="connsiteY1" fmla="*/ 0 h 6871855"/>
              <a:gd name="connsiteX2" fmla="*/ 2926 w 3971634"/>
              <a:gd name="connsiteY2" fmla="*/ 6871855 h 6871855"/>
              <a:gd name="connsiteX3" fmla="*/ 0 w 3971634"/>
              <a:gd name="connsiteY3" fmla="*/ 6866164 h 6871855"/>
              <a:gd name="connsiteX4" fmla="*/ 0 w 3971634"/>
              <a:gd name="connsiteY4" fmla="*/ 8164 h 6871855"/>
              <a:gd name="connsiteX0" fmla="*/ 0 w 3971634"/>
              <a:gd name="connsiteY0" fmla="*/ 8164 h 6871855"/>
              <a:gd name="connsiteX1" fmla="*/ 3971634 w 3971634"/>
              <a:gd name="connsiteY1" fmla="*/ 0 h 6871855"/>
              <a:gd name="connsiteX2" fmla="*/ 2926 w 3971634"/>
              <a:gd name="connsiteY2" fmla="*/ 6871855 h 6871855"/>
              <a:gd name="connsiteX3" fmla="*/ 717631 w 3971634"/>
              <a:gd name="connsiteY3" fmla="*/ 6866164 h 6871855"/>
              <a:gd name="connsiteX4" fmla="*/ 0 w 3971634"/>
              <a:gd name="connsiteY4" fmla="*/ 8164 h 6871855"/>
              <a:gd name="connsiteX0" fmla="*/ 0 w 4621225"/>
              <a:gd name="connsiteY0" fmla="*/ 8164 h 6883429"/>
              <a:gd name="connsiteX1" fmla="*/ 3971634 w 4621225"/>
              <a:gd name="connsiteY1" fmla="*/ 0 h 6883429"/>
              <a:gd name="connsiteX2" fmla="*/ 4621225 w 4621225"/>
              <a:gd name="connsiteY2" fmla="*/ 6883429 h 6883429"/>
              <a:gd name="connsiteX3" fmla="*/ 717631 w 4621225"/>
              <a:gd name="connsiteY3" fmla="*/ 6866164 h 6883429"/>
              <a:gd name="connsiteX4" fmla="*/ 0 w 4621225"/>
              <a:gd name="connsiteY4" fmla="*/ 8164 h 6883429"/>
              <a:gd name="connsiteX0" fmla="*/ 0 w 9133943"/>
              <a:gd name="connsiteY0" fmla="*/ 8164 h 6883429"/>
              <a:gd name="connsiteX1" fmla="*/ 9133943 w 9133943"/>
              <a:gd name="connsiteY1" fmla="*/ 0 h 6883429"/>
              <a:gd name="connsiteX2" fmla="*/ 4621225 w 9133943"/>
              <a:gd name="connsiteY2" fmla="*/ 6883429 h 6883429"/>
              <a:gd name="connsiteX3" fmla="*/ 717631 w 9133943"/>
              <a:gd name="connsiteY3" fmla="*/ 6866164 h 6883429"/>
              <a:gd name="connsiteX4" fmla="*/ 0 w 9133943"/>
              <a:gd name="connsiteY4" fmla="*/ 8164 h 6883429"/>
              <a:gd name="connsiteX0" fmla="*/ 0 w 9133943"/>
              <a:gd name="connsiteY0" fmla="*/ 8164 h 6889313"/>
              <a:gd name="connsiteX1" fmla="*/ 9133943 w 9133943"/>
              <a:gd name="connsiteY1" fmla="*/ 0 h 6889313"/>
              <a:gd name="connsiteX2" fmla="*/ 4621225 w 9133943"/>
              <a:gd name="connsiteY2" fmla="*/ 6883429 h 6889313"/>
              <a:gd name="connsiteX3" fmla="*/ 1 w 9133943"/>
              <a:gd name="connsiteY3" fmla="*/ 6889313 h 6889313"/>
              <a:gd name="connsiteX4" fmla="*/ 0 w 9133943"/>
              <a:gd name="connsiteY4" fmla="*/ 8164 h 6889313"/>
              <a:gd name="connsiteX0" fmla="*/ 0 w 9133943"/>
              <a:gd name="connsiteY0" fmla="*/ 8164 h 6889313"/>
              <a:gd name="connsiteX1" fmla="*/ 9133943 w 9133943"/>
              <a:gd name="connsiteY1" fmla="*/ 0 h 6889313"/>
              <a:gd name="connsiteX2" fmla="*/ 4621225 w 9133943"/>
              <a:gd name="connsiteY2" fmla="*/ 6673455 h 6889313"/>
              <a:gd name="connsiteX3" fmla="*/ 1 w 9133943"/>
              <a:gd name="connsiteY3" fmla="*/ 6889313 h 6889313"/>
              <a:gd name="connsiteX4" fmla="*/ 0 w 9133943"/>
              <a:gd name="connsiteY4" fmla="*/ 8164 h 6889313"/>
              <a:gd name="connsiteX0" fmla="*/ 0 w 9133943"/>
              <a:gd name="connsiteY0" fmla="*/ 8164 h 6889313"/>
              <a:gd name="connsiteX1" fmla="*/ 9133943 w 9133943"/>
              <a:gd name="connsiteY1" fmla="*/ 0 h 6889313"/>
              <a:gd name="connsiteX2" fmla="*/ 4627999 w 9133943"/>
              <a:gd name="connsiteY2" fmla="*/ 6873269 h 6889313"/>
              <a:gd name="connsiteX3" fmla="*/ 1 w 9133943"/>
              <a:gd name="connsiteY3" fmla="*/ 6889313 h 6889313"/>
              <a:gd name="connsiteX4" fmla="*/ 0 w 9133943"/>
              <a:gd name="connsiteY4" fmla="*/ 8164 h 6889313"/>
              <a:gd name="connsiteX0" fmla="*/ 0 w 9154263"/>
              <a:gd name="connsiteY0" fmla="*/ 1391 h 6882540"/>
              <a:gd name="connsiteX1" fmla="*/ 9154263 w 9154263"/>
              <a:gd name="connsiteY1" fmla="*/ 0 h 6882540"/>
              <a:gd name="connsiteX2" fmla="*/ 4627999 w 9154263"/>
              <a:gd name="connsiteY2" fmla="*/ 6866496 h 6882540"/>
              <a:gd name="connsiteX3" fmla="*/ 1 w 9154263"/>
              <a:gd name="connsiteY3" fmla="*/ 6882540 h 6882540"/>
              <a:gd name="connsiteX4" fmla="*/ 0 w 9154263"/>
              <a:gd name="connsiteY4" fmla="*/ 1391 h 6882540"/>
              <a:gd name="connsiteX0" fmla="*/ 0 w 9157650"/>
              <a:gd name="connsiteY0" fmla="*/ 0 h 6881149"/>
              <a:gd name="connsiteX1" fmla="*/ 9157650 w 9157650"/>
              <a:gd name="connsiteY1" fmla="*/ 32476 h 6881149"/>
              <a:gd name="connsiteX2" fmla="*/ 4627999 w 9157650"/>
              <a:gd name="connsiteY2" fmla="*/ 6865105 h 6881149"/>
              <a:gd name="connsiteX3" fmla="*/ 1 w 9157650"/>
              <a:gd name="connsiteY3" fmla="*/ 6881149 h 6881149"/>
              <a:gd name="connsiteX4" fmla="*/ 0 w 9157650"/>
              <a:gd name="connsiteY4" fmla="*/ 0 h 6881149"/>
              <a:gd name="connsiteX0" fmla="*/ 0 w 9154263"/>
              <a:gd name="connsiteY0" fmla="*/ 0 h 6881149"/>
              <a:gd name="connsiteX1" fmla="*/ 9154263 w 9154263"/>
              <a:gd name="connsiteY1" fmla="*/ 1996 h 6881149"/>
              <a:gd name="connsiteX2" fmla="*/ 4627999 w 9154263"/>
              <a:gd name="connsiteY2" fmla="*/ 6865105 h 6881149"/>
              <a:gd name="connsiteX3" fmla="*/ 1 w 9154263"/>
              <a:gd name="connsiteY3" fmla="*/ 6881149 h 6881149"/>
              <a:gd name="connsiteX4" fmla="*/ 0 w 9154263"/>
              <a:gd name="connsiteY4" fmla="*/ 0 h 6881149"/>
              <a:gd name="connsiteX0" fmla="*/ 0 w 8588779"/>
              <a:gd name="connsiteY0" fmla="*/ 0 h 6881149"/>
              <a:gd name="connsiteX1" fmla="*/ 8588779 w 8588779"/>
              <a:gd name="connsiteY1" fmla="*/ 1996 h 6881149"/>
              <a:gd name="connsiteX2" fmla="*/ 4627999 w 8588779"/>
              <a:gd name="connsiteY2" fmla="*/ 6865105 h 6881149"/>
              <a:gd name="connsiteX3" fmla="*/ 1 w 8588779"/>
              <a:gd name="connsiteY3" fmla="*/ 6881149 h 6881149"/>
              <a:gd name="connsiteX4" fmla="*/ 0 w 8588779"/>
              <a:gd name="connsiteY4" fmla="*/ 0 h 6881149"/>
              <a:gd name="connsiteX0" fmla="*/ 0 w 8588779"/>
              <a:gd name="connsiteY0" fmla="*/ 0 h 6881149"/>
              <a:gd name="connsiteX1" fmla="*/ 8588779 w 8588779"/>
              <a:gd name="connsiteY1" fmla="*/ 1996 h 6881149"/>
              <a:gd name="connsiteX2" fmla="*/ 4627999 w 8588779"/>
              <a:gd name="connsiteY2" fmla="*/ 6865105 h 6881149"/>
              <a:gd name="connsiteX3" fmla="*/ 1 w 8588779"/>
              <a:gd name="connsiteY3" fmla="*/ 6881149 h 6881149"/>
              <a:gd name="connsiteX4" fmla="*/ 0 w 8588779"/>
              <a:gd name="connsiteY4" fmla="*/ 0 h 6881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88779" h="6881149">
                <a:moveTo>
                  <a:pt x="0" y="0"/>
                </a:moveTo>
                <a:lnTo>
                  <a:pt x="8588779" y="1996"/>
                </a:lnTo>
                <a:cubicBezTo>
                  <a:pt x="8363393" y="388709"/>
                  <a:pt x="5948259" y="4577402"/>
                  <a:pt x="4627999" y="6865105"/>
                </a:cubicBezTo>
                <a:lnTo>
                  <a:pt x="1" y="6881149"/>
                </a:lnTo>
                <a:cubicBezTo>
                  <a:pt x="1" y="4587433"/>
                  <a:pt x="0" y="2293716"/>
                  <a:pt x="0" y="0"/>
                </a:cubicBezTo>
                <a:close/>
              </a:path>
            </a:pathLst>
          </a:custGeom>
          <a:solidFill>
            <a:schemeClr val="bg1">
              <a:lumMod val="95000"/>
            </a:schemeClr>
          </a:solidFill>
        </p:spPr>
        <p:txBody>
          <a:bodyPr/>
          <a:lstStyle/>
          <a:p>
            <a:r>
              <a:rPr lang="en-US"/>
              <a:t>Drag picture to placeholder or click icon to add</a:t>
            </a:r>
          </a:p>
        </p:txBody>
      </p:sp>
      <p:sp>
        <p:nvSpPr>
          <p:cNvPr id="2" name="Rectangle 1"/>
          <p:cNvSpPr/>
          <p:nvPr/>
        </p:nvSpPr>
        <p:spPr>
          <a:xfrm>
            <a:off x="10632504" y="6165304"/>
            <a:ext cx="1080120" cy="2880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803676" y="5661566"/>
            <a:ext cx="2961767" cy="744145"/>
          </a:xfrm>
          <a:prstGeom prst="rect">
            <a:avLst/>
          </a:prstGeom>
        </p:spPr>
      </p:pic>
      <p:sp>
        <p:nvSpPr>
          <p:cNvPr id="6" name="Rectangle 5"/>
          <p:cNvSpPr/>
          <p:nvPr/>
        </p:nvSpPr>
        <p:spPr>
          <a:xfrm>
            <a:off x="10669578" y="404664"/>
            <a:ext cx="1149988" cy="2880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762926" y="1975081"/>
            <a:ext cx="868787" cy="768875"/>
          </a:xfrm>
          <a:prstGeom prst="rect">
            <a:avLst/>
          </a:prstGeom>
        </p:spPr>
      </p:pic>
      <p:pic>
        <p:nvPicPr>
          <p:cNvPr id="8" name="Picture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506073" y="1611066"/>
            <a:ext cx="313478" cy="277426"/>
          </a:xfrm>
          <a:prstGeom prst="rect">
            <a:avLst/>
          </a:prstGeom>
        </p:spPr>
      </p:pic>
      <p:sp>
        <p:nvSpPr>
          <p:cNvPr id="9" name="Rectangle 8"/>
          <p:cNvSpPr/>
          <p:nvPr userDrawn="1"/>
        </p:nvSpPr>
        <p:spPr>
          <a:xfrm>
            <a:off x="10776520" y="6165304"/>
            <a:ext cx="936104" cy="2880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803676" y="5661566"/>
            <a:ext cx="2961767" cy="744145"/>
          </a:xfrm>
          <a:prstGeom prst="rect">
            <a:avLst/>
          </a:prstGeom>
        </p:spPr>
      </p:pic>
      <p:sp>
        <p:nvSpPr>
          <p:cNvPr id="11" name="Rectangle 10"/>
          <p:cNvSpPr/>
          <p:nvPr userDrawn="1"/>
        </p:nvSpPr>
        <p:spPr>
          <a:xfrm>
            <a:off x="10669578" y="404664"/>
            <a:ext cx="1149988" cy="2880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8762926" y="1975081"/>
            <a:ext cx="868787" cy="768875"/>
          </a:xfrm>
          <a:prstGeom prst="rect">
            <a:avLst/>
          </a:prstGeom>
        </p:spPr>
      </p:pic>
      <p:pic>
        <p:nvPicPr>
          <p:cNvPr id="13" name="Picture 12"/>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8506073" y="1611066"/>
            <a:ext cx="313478" cy="277426"/>
          </a:xfrm>
          <a:prstGeom prst="rect">
            <a:avLst/>
          </a:prstGeom>
        </p:spPr>
      </p:pic>
    </p:spTree>
    <p:extLst>
      <p:ext uri="{BB962C8B-B14F-4D97-AF65-F5344CB8AC3E}">
        <p14:creationId xmlns:p14="http://schemas.microsoft.com/office/powerpoint/2010/main" val="3106160334"/>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Red Chapter / Title_subtitle - Conf">
    <p:spTree>
      <p:nvGrpSpPr>
        <p:cNvPr id="1" name=""/>
        <p:cNvGrpSpPr/>
        <p:nvPr/>
      </p:nvGrpSpPr>
      <p:grpSpPr>
        <a:xfrm>
          <a:off x="0" y="0"/>
          <a:ext cx="0" cy="0"/>
          <a:chOff x="0" y="0"/>
          <a:chExt cx="0" cy="0"/>
        </a:xfrm>
      </p:grpSpPr>
      <p:sp>
        <p:nvSpPr>
          <p:cNvPr id="2" name="Rectangle 1"/>
          <p:cNvSpPr/>
          <p:nvPr/>
        </p:nvSpPr>
        <p:spPr>
          <a:xfrm>
            <a:off x="0" y="0"/>
            <a:ext cx="9192067" cy="6884633"/>
          </a:xfrm>
          <a:custGeom>
            <a:avLst/>
            <a:gdLst>
              <a:gd name="connsiteX0" fmla="*/ 0 w 8832304"/>
              <a:gd name="connsiteY0" fmla="*/ 0 h 6858000"/>
              <a:gd name="connsiteX1" fmla="*/ 8832304 w 8832304"/>
              <a:gd name="connsiteY1" fmla="*/ 0 h 6858000"/>
              <a:gd name="connsiteX2" fmla="*/ 8832304 w 8832304"/>
              <a:gd name="connsiteY2" fmla="*/ 6858000 h 6858000"/>
              <a:gd name="connsiteX3" fmla="*/ 0 w 8832304"/>
              <a:gd name="connsiteY3" fmla="*/ 6858000 h 6858000"/>
              <a:gd name="connsiteX4" fmla="*/ 0 w 8832304"/>
              <a:gd name="connsiteY4" fmla="*/ 0 h 6858000"/>
              <a:gd name="connsiteX0" fmla="*/ 0 w 8832304"/>
              <a:gd name="connsiteY0" fmla="*/ 0 h 6872990"/>
              <a:gd name="connsiteX1" fmla="*/ 8832304 w 8832304"/>
              <a:gd name="connsiteY1" fmla="*/ 0 h 6872990"/>
              <a:gd name="connsiteX2" fmla="*/ 4650048 w 8832304"/>
              <a:gd name="connsiteY2" fmla="*/ 6872990 h 6872990"/>
              <a:gd name="connsiteX3" fmla="*/ 0 w 8832304"/>
              <a:gd name="connsiteY3" fmla="*/ 6858000 h 6872990"/>
              <a:gd name="connsiteX4" fmla="*/ 0 w 8832304"/>
              <a:gd name="connsiteY4" fmla="*/ 0 h 6872990"/>
              <a:gd name="connsiteX0" fmla="*/ 0 w 9147097"/>
              <a:gd name="connsiteY0" fmla="*/ 0 h 6872990"/>
              <a:gd name="connsiteX1" fmla="*/ 9147097 w 9147097"/>
              <a:gd name="connsiteY1" fmla="*/ 0 h 6872990"/>
              <a:gd name="connsiteX2" fmla="*/ 4650048 w 9147097"/>
              <a:gd name="connsiteY2" fmla="*/ 6872990 h 6872990"/>
              <a:gd name="connsiteX3" fmla="*/ 0 w 9147097"/>
              <a:gd name="connsiteY3" fmla="*/ 6858000 h 6872990"/>
              <a:gd name="connsiteX4" fmla="*/ 0 w 9147097"/>
              <a:gd name="connsiteY4" fmla="*/ 0 h 6872990"/>
              <a:gd name="connsiteX0" fmla="*/ 0 w 9192067"/>
              <a:gd name="connsiteY0" fmla="*/ 0 h 6872990"/>
              <a:gd name="connsiteX1" fmla="*/ 9192067 w 9192067"/>
              <a:gd name="connsiteY1" fmla="*/ 0 h 6872990"/>
              <a:gd name="connsiteX2" fmla="*/ 4650048 w 9192067"/>
              <a:gd name="connsiteY2" fmla="*/ 6872990 h 6872990"/>
              <a:gd name="connsiteX3" fmla="*/ 0 w 9192067"/>
              <a:gd name="connsiteY3" fmla="*/ 6858000 h 6872990"/>
              <a:gd name="connsiteX4" fmla="*/ 0 w 9192067"/>
              <a:gd name="connsiteY4" fmla="*/ 0 h 6872990"/>
              <a:gd name="connsiteX0" fmla="*/ 0 w 9192067"/>
              <a:gd name="connsiteY0" fmla="*/ 0 h 6858000"/>
              <a:gd name="connsiteX1" fmla="*/ 9192067 w 9192067"/>
              <a:gd name="connsiteY1" fmla="*/ 0 h 6858000"/>
              <a:gd name="connsiteX2" fmla="*/ 5039792 w 9192067"/>
              <a:gd name="connsiteY2" fmla="*/ 6858000 h 6858000"/>
              <a:gd name="connsiteX3" fmla="*/ 0 w 9192067"/>
              <a:gd name="connsiteY3" fmla="*/ 6858000 h 6858000"/>
              <a:gd name="connsiteX4" fmla="*/ 0 w 9192067"/>
              <a:gd name="connsiteY4" fmla="*/ 0 h 6858000"/>
              <a:gd name="connsiteX0" fmla="*/ 0 w 9192067"/>
              <a:gd name="connsiteY0" fmla="*/ 0 h 6884633"/>
              <a:gd name="connsiteX1" fmla="*/ 9192067 w 9192067"/>
              <a:gd name="connsiteY1" fmla="*/ 0 h 6884633"/>
              <a:gd name="connsiteX2" fmla="*/ 5030914 w 9192067"/>
              <a:gd name="connsiteY2" fmla="*/ 6884633 h 6884633"/>
              <a:gd name="connsiteX3" fmla="*/ 0 w 9192067"/>
              <a:gd name="connsiteY3" fmla="*/ 6858000 h 6884633"/>
              <a:gd name="connsiteX4" fmla="*/ 0 w 9192067"/>
              <a:gd name="connsiteY4" fmla="*/ 0 h 68846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92067" h="6884633">
                <a:moveTo>
                  <a:pt x="0" y="0"/>
                </a:moveTo>
                <a:lnTo>
                  <a:pt x="9192067" y="0"/>
                </a:lnTo>
                <a:lnTo>
                  <a:pt x="5030914" y="6884633"/>
                </a:lnTo>
                <a:lnTo>
                  <a:pt x="0" y="6858000"/>
                </a:lnTo>
                <a:lnTo>
                  <a:pt x="0" y="0"/>
                </a:lnTo>
                <a:close/>
              </a:path>
            </a:pathLst>
          </a:custGeom>
          <a:solidFill>
            <a:srgbClr val="E642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1"/>
          <p:cNvSpPr>
            <a:spLocks noGrp="1"/>
          </p:cNvSpPr>
          <p:nvPr>
            <p:ph type="ctrTitle" hasCustomPrompt="1"/>
          </p:nvPr>
        </p:nvSpPr>
        <p:spPr>
          <a:xfrm>
            <a:off x="1657349" y="644525"/>
            <a:ext cx="4500331" cy="2726185"/>
          </a:xfrm>
          <a:prstGeom prst="rect">
            <a:avLst/>
          </a:prstGeom>
        </p:spPr>
        <p:txBody>
          <a:bodyPr lIns="0" tIns="0" rIns="0" bIns="0" anchor="b" anchorCtr="0">
            <a:noAutofit/>
          </a:bodyPr>
          <a:lstStyle>
            <a:lvl1pPr algn="r">
              <a:defRPr sz="4000" b="1" i="0" cap="none" baseline="0">
                <a:solidFill>
                  <a:schemeClr val="bg1"/>
                </a:solidFill>
                <a:latin typeface="Source Sans Pro Black" charset="0"/>
                <a:ea typeface="Source Sans Pro Black" charset="0"/>
                <a:cs typeface="Source Sans Pro Black" charset="0"/>
              </a:defRPr>
            </a:lvl1pPr>
          </a:lstStyle>
          <a:p>
            <a:r>
              <a:rPr lang="en-US" dirty="0"/>
              <a:t>Click to edit master title style</a:t>
            </a:r>
          </a:p>
        </p:txBody>
      </p:sp>
      <p:cxnSp>
        <p:nvCxnSpPr>
          <p:cNvPr id="9" name="Straight Connector 8"/>
          <p:cNvCxnSpPr/>
          <p:nvPr/>
        </p:nvCxnSpPr>
        <p:spPr>
          <a:xfrm flipH="1">
            <a:off x="5776094" y="3569020"/>
            <a:ext cx="381586"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1" name="Text Placeholder 6"/>
          <p:cNvSpPr>
            <a:spLocks noGrp="1"/>
          </p:cNvSpPr>
          <p:nvPr>
            <p:ph type="body" sz="quarter" idx="10" hasCustomPrompt="1"/>
          </p:nvPr>
        </p:nvSpPr>
        <p:spPr>
          <a:xfrm>
            <a:off x="7680324" y="3645024"/>
            <a:ext cx="3960814" cy="2398589"/>
          </a:xfrm>
          <a:prstGeom prst="rect">
            <a:avLst/>
          </a:prstGeom>
        </p:spPr>
        <p:txBody>
          <a:bodyPr lIns="0" tIns="0" rIns="0" bIns="0"/>
          <a:lstStyle>
            <a:lvl1pPr>
              <a:defRPr sz="2600"/>
            </a:lvl1pPr>
          </a:lstStyle>
          <a:p>
            <a:pPr lvl="0"/>
            <a:r>
              <a:rPr lang="en-US" dirty="0"/>
              <a:t>Click to edit Intro text styles</a:t>
            </a:r>
          </a:p>
        </p:txBody>
      </p:sp>
      <p:cxnSp>
        <p:nvCxnSpPr>
          <p:cNvPr id="13" name="Straight Connector 12"/>
          <p:cNvCxnSpPr/>
          <p:nvPr/>
        </p:nvCxnSpPr>
        <p:spPr>
          <a:xfrm flipH="1">
            <a:off x="7680326" y="3552512"/>
            <a:ext cx="390524"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7" name="Rectangle 1"/>
          <p:cNvSpPr/>
          <p:nvPr userDrawn="1"/>
        </p:nvSpPr>
        <p:spPr>
          <a:xfrm>
            <a:off x="0" y="0"/>
            <a:ext cx="9192067" cy="6884633"/>
          </a:xfrm>
          <a:custGeom>
            <a:avLst/>
            <a:gdLst>
              <a:gd name="connsiteX0" fmla="*/ 0 w 8832304"/>
              <a:gd name="connsiteY0" fmla="*/ 0 h 6858000"/>
              <a:gd name="connsiteX1" fmla="*/ 8832304 w 8832304"/>
              <a:gd name="connsiteY1" fmla="*/ 0 h 6858000"/>
              <a:gd name="connsiteX2" fmla="*/ 8832304 w 8832304"/>
              <a:gd name="connsiteY2" fmla="*/ 6858000 h 6858000"/>
              <a:gd name="connsiteX3" fmla="*/ 0 w 8832304"/>
              <a:gd name="connsiteY3" fmla="*/ 6858000 h 6858000"/>
              <a:gd name="connsiteX4" fmla="*/ 0 w 8832304"/>
              <a:gd name="connsiteY4" fmla="*/ 0 h 6858000"/>
              <a:gd name="connsiteX0" fmla="*/ 0 w 8832304"/>
              <a:gd name="connsiteY0" fmla="*/ 0 h 6872990"/>
              <a:gd name="connsiteX1" fmla="*/ 8832304 w 8832304"/>
              <a:gd name="connsiteY1" fmla="*/ 0 h 6872990"/>
              <a:gd name="connsiteX2" fmla="*/ 4650048 w 8832304"/>
              <a:gd name="connsiteY2" fmla="*/ 6872990 h 6872990"/>
              <a:gd name="connsiteX3" fmla="*/ 0 w 8832304"/>
              <a:gd name="connsiteY3" fmla="*/ 6858000 h 6872990"/>
              <a:gd name="connsiteX4" fmla="*/ 0 w 8832304"/>
              <a:gd name="connsiteY4" fmla="*/ 0 h 6872990"/>
              <a:gd name="connsiteX0" fmla="*/ 0 w 9147097"/>
              <a:gd name="connsiteY0" fmla="*/ 0 h 6872990"/>
              <a:gd name="connsiteX1" fmla="*/ 9147097 w 9147097"/>
              <a:gd name="connsiteY1" fmla="*/ 0 h 6872990"/>
              <a:gd name="connsiteX2" fmla="*/ 4650048 w 9147097"/>
              <a:gd name="connsiteY2" fmla="*/ 6872990 h 6872990"/>
              <a:gd name="connsiteX3" fmla="*/ 0 w 9147097"/>
              <a:gd name="connsiteY3" fmla="*/ 6858000 h 6872990"/>
              <a:gd name="connsiteX4" fmla="*/ 0 w 9147097"/>
              <a:gd name="connsiteY4" fmla="*/ 0 h 6872990"/>
              <a:gd name="connsiteX0" fmla="*/ 0 w 9192067"/>
              <a:gd name="connsiteY0" fmla="*/ 0 h 6872990"/>
              <a:gd name="connsiteX1" fmla="*/ 9192067 w 9192067"/>
              <a:gd name="connsiteY1" fmla="*/ 0 h 6872990"/>
              <a:gd name="connsiteX2" fmla="*/ 4650048 w 9192067"/>
              <a:gd name="connsiteY2" fmla="*/ 6872990 h 6872990"/>
              <a:gd name="connsiteX3" fmla="*/ 0 w 9192067"/>
              <a:gd name="connsiteY3" fmla="*/ 6858000 h 6872990"/>
              <a:gd name="connsiteX4" fmla="*/ 0 w 9192067"/>
              <a:gd name="connsiteY4" fmla="*/ 0 h 6872990"/>
              <a:gd name="connsiteX0" fmla="*/ 0 w 9192067"/>
              <a:gd name="connsiteY0" fmla="*/ 0 h 6858000"/>
              <a:gd name="connsiteX1" fmla="*/ 9192067 w 9192067"/>
              <a:gd name="connsiteY1" fmla="*/ 0 h 6858000"/>
              <a:gd name="connsiteX2" fmla="*/ 5039792 w 9192067"/>
              <a:gd name="connsiteY2" fmla="*/ 6858000 h 6858000"/>
              <a:gd name="connsiteX3" fmla="*/ 0 w 9192067"/>
              <a:gd name="connsiteY3" fmla="*/ 6858000 h 6858000"/>
              <a:gd name="connsiteX4" fmla="*/ 0 w 9192067"/>
              <a:gd name="connsiteY4" fmla="*/ 0 h 6858000"/>
              <a:gd name="connsiteX0" fmla="*/ 0 w 9192067"/>
              <a:gd name="connsiteY0" fmla="*/ 0 h 6884633"/>
              <a:gd name="connsiteX1" fmla="*/ 9192067 w 9192067"/>
              <a:gd name="connsiteY1" fmla="*/ 0 h 6884633"/>
              <a:gd name="connsiteX2" fmla="*/ 5030914 w 9192067"/>
              <a:gd name="connsiteY2" fmla="*/ 6884633 h 6884633"/>
              <a:gd name="connsiteX3" fmla="*/ 0 w 9192067"/>
              <a:gd name="connsiteY3" fmla="*/ 6858000 h 6884633"/>
              <a:gd name="connsiteX4" fmla="*/ 0 w 9192067"/>
              <a:gd name="connsiteY4" fmla="*/ 0 h 68846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92067" h="6884633">
                <a:moveTo>
                  <a:pt x="0" y="0"/>
                </a:moveTo>
                <a:lnTo>
                  <a:pt x="9192067" y="0"/>
                </a:lnTo>
                <a:lnTo>
                  <a:pt x="5030914" y="6884633"/>
                </a:lnTo>
                <a:lnTo>
                  <a:pt x="0" y="6858000"/>
                </a:lnTo>
                <a:lnTo>
                  <a:pt x="0" y="0"/>
                </a:lnTo>
                <a:close/>
              </a:path>
            </a:pathLst>
          </a:custGeom>
          <a:solidFill>
            <a:srgbClr val="E642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0" name="Straight Connector 9"/>
          <p:cNvCxnSpPr/>
          <p:nvPr userDrawn="1"/>
        </p:nvCxnSpPr>
        <p:spPr>
          <a:xfrm flipH="1">
            <a:off x="5776094" y="3569020"/>
            <a:ext cx="381586"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userDrawn="1"/>
        </p:nvCxnSpPr>
        <p:spPr>
          <a:xfrm flipH="1">
            <a:off x="7680326" y="3552512"/>
            <a:ext cx="390524"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14" name="Footer Placeholder 11"/>
          <p:cNvSpPr txBox="1">
            <a:spLocks/>
          </p:cNvSpPr>
          <p:nvPr userDrawn="1"/>
        </p:nvSpPr>
        <p:spPr>
          <a:xfrm>
            <a:off x="550863" y="6315916"/>
            <a:ext cx="2390627" cy="137420"/>
          </a:xfrm>
          <a:prstGeom prst="rect">
            <a:avLst/>
          </a:prstGeom>
        </p:spPr>
        <p:txBody>
          <a:bodyPr vert="horz" lIns="0" tIns="0" rIns="0" bIns="0" numCol="1" rtlCol="0" anchor="t" anchorCtr="0"/>
          <a:lstStyle>
            <a:defPPr>
              <a:defRPr lang="en-US"/>
            </a:defPPr>
            <a:lvl1pPr marL="0" algn="l" defTabSz="914377" rtl="0" eaLnBrk="1" latinLnBrk="0" hangingPunct="1">
              <a:lnSpc>
                <a:spcPct val="100000"/>
              </a:lnSpc>
              <a:defRPr lang="en-US" sz="800" b="1" i="0" kern="1200" cap="none" spc="38" smtClean="0">
                <a:ln w="13500">
                  <a:noFill/>
                  <a:prstDash val="solid"/>
                </a:ln>
                <a:solidFill>
                  <a:schemeClr val="tx2">
                    <a:alpha val="95000"/>
                  </a:schemeClr>
                </a:solidFill>
                <a:effectLst/>
                <a:latin typeface="Source Sans Pro Black" charset="0"/>
                <a:ea typeface="Source Sans Pro Black" charset="0"/>
                <a:cs typeface="Source Sans Pro Black" charset="0"/>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r>
              <a:rPr lang="en-US" dirty="0">
                <a:solidFill>
                  <a:schemeClr val="bg1">
                    <a:alpha val="95000"/>
                  </a:schemeClr>
                </a:solidFill>
              </a:rPr>
              <a:t>© </a:t>
            </a:r>
            <a:r>
              <a:rPr lang="en-US" dirty="0">
                <a:solidFill>
                  <a:schemeClr val="bg1">
                    <a:alpha val="95000"/>
                  </a:schemeClr>
                </a:solidFill>
                <a:latin typeface="Brandon Grotesque Black" charset="0"/>
                <a:ea typeface="Brandon Grotesque Black" charset="0"/>
                <a:cs typeface="Brandon Grotesque Black" charset="0"/>
              </a:rPr>
              <a:t>MICROEJ</a:t>
            </a:r>
            <a:r>
              <a:rPr lang="en-US" dirty="0">
                <a:solidFill>
                  <a:schemeClr val="bg1">
                    <a:alpha val="95000"/>
                  </a:schemeClr>
                </a:solidFill>
              </a:rPr>
              <a:t> 2019 - C O N F I D E N T I A L</a:t>
            </a:r>
          </a:p>
        </p:txBody>
      </p:sp>
    </p:spTree>
    <p:extLst>
      <p:ext uri="{BB962C8B-B14F-4D97-AF65-F5344CB8AC3E}">
        <p14:creationId xmlns:p14="http://schemas.microsoft.com/office/powerpoint/2010/main" val="582758016"/>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Graphic Chapter / Title_subtitle - Conf">
    <p:spTree>
      <p:nvGrpSpPr>
        <p:cNvPr id="1" name=""/>
        <p:cNvGrpSpPr/>
        <p:nvPr/>
      </p:nvGrpSpPr>
      <p:grpSpPr>
        <a:xfrm>
          <a:off x="0" y="0"/>
          <a:ext cx="0" cy="0"/>
          <a:chOff x="0" y="0"/>
          <a:chExt cx="0" cy="0"/>
        </a:xfrm>
      </p:grpSpPr>
      <p:cxnSp>
        <p:nvCxnSpPr>
          <p:cNvPr id="20" name="Straight Connector 19"/>
          <p:cNvCxnSpPr/>
          <p:nvPr/>
        </p:nvCxnSpPr>
        <p:spPr>
          <a:xfrm flipH="1">
            <a:off x="5663952" y="3552512"/>
            <a:ext cx="453594"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1" name="Title 1"/>
          <p:cNvSpPr>
            <a:spLocks noGrp="1"/>
          </p:cNvSpPr>
          <p:nvPr>
            <p:ph type="ctrTitle" hasCustomPrompt="1"/>
          </p:nvPr>
        </p:nvSpPr>
        <p:spPr>
          <a:xfrm>
            <a:off x="3560644" y="644525"/>
            <a:ext cx="7120056" cy="2726186"/>
          </a:xfrm>
          <a:prstGeom prst="rect">
            <a:avLst/>
          </a:prstGeom>
        </p:spPr>
        <p:txBody>
          <a:bodyPr lIns="0" tIns="0" rIns="0" bIns="0" anchor="b" anchorCtr="0">
            <a:noAutofit/>
          </a:bodyPr>
          <a:lstStyle>
            <a:lvl1pPr algn="l">
              <a:defRPr sz="4000" b="1" i="0" cap="none" baseline="0">
                <a:solidFill>
                  <a:schemeClr val="accent1"/>
                </a:solidFill>
                <a:latin typeface="Source Sans Pro Black" charset="0"/>
                <a:ea typeface="Source Sans Pro Black" charset="0"/>
                <a:cs typeface="Source Sans Pro Black" charset="0"/>
              </a:defRPr>
            </a:lvl1pPr>
          </a:lstStyle>
          <a:p>
            <a:r>
              <a:rPr lang="en-US" dirty="0"/>
              <a:t>Click to edit master title style</a:t>
            </a:r>
          </a:p>
        </p:txBody>
      </p:sp>
      <p:sp>
        <p:nvSpPr>
          <p:cNvPr id="27" name="Text Placeholder 6"/>
          <p:cNvSpPr>
            <a:spLocks noGrp="1"/>
          </p:cNvSpPr>
          <p:nvPr>
            <p:ph type="body" sz="quarter" idx="10" hasCustomPrompt="1"/>
          </p:nvPr>
        </p:nvSpPr>
        <p:spPr>
          <a:xfrm>
            <a:off x="3560643" y="3645024"/>
            <a:ext cx="4119681" cy="2398589"/>
          </a:xfrm>
          <a:prstGeom prst="rect">
            <a:avLst/>
          </a:prstGeom>
        </p:spPr>
        <p:txBody>
          <a:bodyPr lIns="0" tIns="0" rIns="0" bIns="0"/>
          <a:lstStyle>
            <a:lvl1pPr>
              <a:defRPr sz="2600"/>
            </a:lvl1pPr>
          </a:lstStyle>
          <a:p>
            <a:pPr lvl="0"/>
            <a:r>
              <a:rPr lang="en-US" dirty="0"/>
              <a:t>Click to edit Intro text styles</a:t>
            </a:r>
          </a:p>
        </p:txBody>
      </p:sp>
      <p:cxnSp>
        <p:nvCxnSpPr>
          <p:cNvPr id="28" name="Straight Connector 27"/>
          <p:cNvCxnSpPr/>
          <p:nvPr/>
        </p:nvCxnSpPr>
        <p:spPr>
          <a:xfrm flipH="1">
            <a:off x="3555867" y="3552512"/>
            <a:ext cx="379893"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8" name="Picture Placeholder 13"/>
          <p:cNvSpPr>
            <a:spLocks noGrp="1"/>
          </p:cNvSpPr>
          <p:nvPr>
            <p:ph type="pic" sz="quarter" idx="11"/>
          </p:nvPr>
        </p:nvSpPr>
        <p:spPr>
          <a:xfrm>
            <a:off x="37827" y="-8164"/>
            <a:ext cx="3971634" cy="6871855"/>
          </a:xfrm>
          <a:custGeom>
            <a:avLst/>
            <a:gdLst>
              <a:gd name="connsiteX0" fmla="*/ 0 w 4057359"/>
              <a:gd name="connsiteY0" fmla="*/ 0 h 6858000"/>
              <a:gd name="connsiteX1" fmla="*/ 4057359 w 4057359"/>
              <a:gd name="connsiteY1" fmla="*/ 0 h 6858000"/>
              <a:gd name="connsiteX2" fmla="*/ 4057359 w 4057359"/>
              <a:gd name="connsiteY2" fmla="*/ 6858000 h 6858000"/>
              <a:gd name="connsiteX3" fmla="*/ 0 w 4057359"/>
              <a:gd name="connsiteY3" fmla="*/ 6858000 h 6858000"/>
              <a:gd name="connsiteX4" fmla="*/ 0 w 4057359"/>
              <a:gd name="connsiteY4" fmla="*/ 0 h 6858000"/>
              <a:gd name="connsiteX0" fmla="*/ 29731 w 4087090"/>
              <a:gd name="connsiteY0" fmla="*/ 0 h 6871855"/>
              <a:gd name="connsiteX1" fmla="*/ 4087090 w 4087090"/>
              <a:gd name="connsiteY1" fmla="*/ 0 h 6871855"/>
              <a:gd name="connsiteX2" fmla="*/ 0 w 4087090"/>
              <a:gd name="connsiteY2" fmla="*/ 6871855 h 6871855"/>
              <a:gd name="connsiteX3" fmla="*/ 29731 w 4087090"/>
              <a:gd name="connsiteY3" fmla="*/ 6858000 h 6871855"/>
              <a:gd name="connsiteX4" fmla="*/ 29731 w 4087090"/>
              <a:gd name="connsiteY4" fmla="*/ 0 h 6871855"/>
              <a:gd name="connsiteX0" fmla="*/ 0 w 4057359"/>
              <a:gd name="connsiteY0" fmla="*/ 0 h 6941252"/>
              <a:gd name="connsiteX1" fmla="*/ 4057359 w 4057359"/>
              <a:gd name="connsiteY1" fmla="*/ 0 h 6941252"/>
              <a:gd name="connsiteX2" fmla="*/ 27419 w 4057359"/>
              <a:gd name="connsiteY2" fmla="*/ 6941252 h 6941252"/>
              <a:gd name="connsiteX3" fmla="*/ 0 w 4057359"/>
              <a:gd name="connsiteY3" fmla="*/ 6858000 h 6941252"/>
              <a:gd name="connsiteX4" fmla="*/ 0 w 4057359"/>
              <a:gd name="connsiteY4" fmla="*/ 0 h 6941252"/>
              <a:gd name="connsiteX0" fmla="*/ 0 w 4057359"/>
              <a:gd name="connsiteY0" fmla="*/ 0 h 6863691"/>
              <a:gd name="connsiteX1" fmla="*/ 4057359 w 4057359"/>
              <a:gd name="connsiteY1" fmla="*/ 0 h 6863691"/>
              <a:gd name="connsiteX2" fmla="*/ 2926 w 4057359"/>
              <a:gd name="connsiteY2" fmla="*/ 6863691 h 6863691"/>
              <a:gd name="connsiteX3" fmla="*/ 0 w 4057359"/>
              <a:gd name="connsiteY3" fmla="*/ 6858000 h 6863691"/>
              <a:gd name="connsiteX4" fmla="*/ 0 w 4057359"/>
              <a:gd name="connsiteY4" fmla="*/ 0 h 6863691"/>
              <a:gd name="connsiteX0" fmla="*/ 0 w 3971634"/>
              <a:gd name="connsiteY0" fmla="*/ 8164 h 6871855"/>
              <a:gd name="connsiteX1" fmla="*/ 3971634 w 3971634"/>
              <a:gd name="connsiteY1" fmla="*/ 0 h 6871855"/>
              <a:gd name="connsiteX2" fmla="*/ 2926 w 3971634"/>
              <a:gd name="connsiteY2" fmla="*/ 6871855 h 6871855"/>
              <a:gd name="connsiteX3" fmla="*/ 0 w 3971634"/>
              <a:gd name="connsiteY3" fmla="*/ 6866164 h 6871855"/>
              <a:gd name="connsiteX4" fmla="*/ 0 w 3971634"/>
              <a:gd name="connsiteY4" fmla="*/ 8164 h 68718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71634" h="6871855">
                <a:moveTo>
                  <a:pt x="0" y="8164"/>
                </a:moveTo>
                <a:lnTo>
                  <a:pt x="3971634" y="0"/>
                </a:lnTo>
                <a:lnTo>
                  <a:pt x="2926" y="6871855"/>
                </a:lnTo>
                <a:lnTo>
                  <a:pt x="0" y="6866164"/>
                </a:lnTo>
                <a:lnTo>
                  <a:pt x="0" y="8164"/>
                </a:lnTo>
                <a:close/>
              </a:path>
            </a:pathLst>
          </a:custGeom>
          <a:solidFill>
            <a:schemeClr val="accent1"/>
          </a:solidFill>
        </p:spPr>
        <p:txBody>
          <a:bodyPr/>
          <a:lstStyle/>
          <a:p>
            <a:r>
              <a:rPr lang="en-US"/>
              <a:t>Drag picture to placeholder or click icon to add</a:t>
            </a:r>
          </a:p>
        </p:txBody>
      </p:sp>
      <p:cxnSp>
        <p:nvCxnSpPr>
          <p:cNvPr id="7" name="Straight Connector 6"/>
          <p:cNvCxnSpPr/>
          <p:nvPr userDrawn="1"/>
        </p:nvCxnSpPr>
        <p:spPr>
          <a:xfrm flipH="1">
            <a:off x="5663952" y="3552512"/>
            <a:ext cx="453594"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flipH="1">
            <a:off x="3555867" y="3552512"/>
            <a:ext cx="379893"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65860881"/>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Red Chapter / Title_Subtitle_Number -  Conf">
    <p:spTree>
      <p:nvGrpSpPr>
        <p:cNvPr id="1" name=""/>
        <p:cNvGrpSpPr/>
        <p:nvPr/>
      </p:nvGrpSpPr>
      <p:grpSpPr>
        <a:xfrm>
          <a:off x="0" y="0"/>
          <a:ext cx="0" cy="0"/>
          <a:chOff x="0" y="0"/>
          <a:chExt cx="0" cy="0"/>
        </a:xfrm>
      </p:grpSpPr>
      <p:sp>
        <p:nvSpPr>
          <p:cNvPr id="14" name="Picture Placeholder 13"/>
          <p:cNvSpPr>
            <a:spLocks noGrp="1"/>
          </p:cNvSpPr>
          <p:nvPr>
            <p:ph type="pic" sz="quarter" idx="11"/>
          </p:nvPr>
        </p:nvSpPr>
        <p:spPr>
          <a:xfrm>
            <a:off x="37827" y="-8164"/>
            <a:ext cx="3971634" cy="6871855"/>
          </a:xfrm>
          <a:custGeom>
            <a:avLst/>
            <a:gdLst>
              <a:gd name="connsiteX0" fmla="*/ 0 w 4057359"/>
              <a:gd name="connsiteY0" fmla="*/ 0 h 6858000"/>
              <a:gd name="connsiteX1" fmla="*/ 4057359 w 4057359"/>
              <a:gd name="connsiteY1" fmla="*/ 0 h 6858000"/>
              <a:gd name="connsiteX2" fmla="*/ 4057359 w 4057359"/>
              <a:gd name="connsiteY2" fmla="*/ 6858000 h 6858000"/>
              <a:gd name="connsiteX3" fmla="*/ 0 w 4057359"/>
              <a:gd name="connsiteY3" fmla="*/ 6858000 h 6858000"/>
              <a:gd name="connsiteX4" fmla="*/ 0 w 4057359"/>
              <a:gd name="connsiteY4" fmla="*/ 0 h 6858000"/>
              <a:gd name="connsiteX0" fmla="*/ 29731 w 4087090"/>
              <a:gd name="connsiteY0" fmla="*/ 0 h 6871855"/>
              <a:gd name="connsiteX1" fmla="*/ 4087090 w 4087090"/>
              <a:gd name="connsiteY1" fmla="*/ 0 h 6871855"/>
              <a:gd name="connsiteX2" fmla="*/ 0 w 4087090"/>
              <a:gd name="connsiteY2" fmla="*/ 6871855 h 6871855"/>
              <a:gd name="connsiteX3" fmla="*/ 29731 w 4087090"/>
              <a:gd name="connsiteY3" fmla="*/ 6858000 h 6871855"/>
              <a:gd name="connsiteX4" fmla="*/ 29731 w 4087090"/>
              <a:gd name="connsiteY4" fmla="*/ 0 h 6871855"/>
              <a:gd name="connsiteX0" fmla="*/ 0 w 4057359"/>
              <a:gd name="connsiteY0" fmla="*/ 0 h 6941252"/>
              <a:gd name="connsiteX1" fmla="*/ 4057359 w 4057359"/>
              <a:gd name="connsiteY1" fmla="*/ 0 h 6941252"/>
              <a:gd name="connsiteX2" fmla="*/ 27419 w 4057359"/>
              <a:gd name="connsiteY2" fmla="*/ 6941252 h 6941252"/>
              <a:gd name="connsiteX3" fmla="*/ 0 w 4057359"/>
              <a:gd name="connsiteY3" fmla="*/ 6858000 h 6941252"/>
              <a:gd name="connsiteX4" fmla="*/ 0 w 4057359"/>
              <a:gd name="connsiteY4" fmla="*/ 0 h 6941252"/>
              <a:gd name="connsiteX0" fmla="*/ 0 w 4057359"/>
              <a:gd name="connsiteY0" fmla="*/ 0 h 6863691"/>
              <a:gd name="connsiteX1" fmla="*/ 4057359 w 4057359"/>
              <a:gd name="connsiteY1" fmla="*/ 0 h 6863691"/>
              <a:gd name="connsiteX2" fmla="*/ 2926 w 4057359"/>
              <a:gd name="connsiteY2" fmla="*/ 6863691 h 6863691"/>
              <a:gd name="connsiteX3" fmla="*/ 0 w 4057359"/>
              <a:gd name="connsiteY3" fmla="*/ 6858000 h 6863691"/>
              <a:gd name="connsiteX4" fmla="*/ 0 w 4057359"/>
              <a:gd name="connsiteY4" fmla="*/ 0 h 6863691"/>
              <a:gd name="connsiteX0" fmla="*/ 0 w 3971634"/>
              <a:gd name="connsiteY0" fmla="*/ 8164 h 6871855"/>
              <a:gd name="connsiteX1" fmla="*/ 3971634 w 3971634"/>
              <a:gd name="connsiteY1" fmla="*/ 0 h 6871855"/>
              <a:gd name="connsiteX2" fmla="*/ 2926 w 3971634"/>
              <a:gd name="connsiteY2" fmla="*/ 6871855 h 6871855"/>
              <a:gd name="connsiteX3" fmla="*/ 0 w 3971634"/>
              <a:gd name="connsiteY3" fmla="*/ 6866164 h 6871855"/>
              <a:gd name="connsiteX4" fmla="*/ 0 w 3971634"/>
              <a:gd name="connsiteY4" fmla="*/ 8164 h 68718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71634" h="6871855">
                <a:moveTo>
                  <a:pt x="0" y="8164"/>
                </a:moveTo>
                <a:lnTo>
                  <a:pt x="3971634" y="0"/>
                </a:lnTo>
                <a:lnTo>
                  <a:pt x="2926" y="6871855"/>
                </a:lnTo>
                <a:lnTo>
                  <a:pt x="0" y="6866164"/>
                </a:lnTo>
                <a:lnTo>
                  <a:pt x="0" y="8164"/>
                </a:lnTo>
                <a:close/>
              </a:path>
            </a:pathLst>
          </a:custGeom>
          <a:solidFill>
            <a:schemeClr val="accent1"/>
          </a:solidFill>
        </p:spPr>
        <p:txBody>
          <a:bodyPr/>
          <a:lstStyle/>
          <a:p>
            <a:r>
              <a:rPr lang="en-US"/>
              <a:t>Drag picture to placeholder or click icon to add</a:t>
            </a:r>
          </a:p>
        </p:txBody>
      </p:sp>
      <p:cxnSp>
        <p:nvCxnSpPr>
          <p:cNvPr id="20" name="Straight Connector 19"/>
          <p:cNvCxnSpPr/>
          <p:nvPr/>
        </p:nvCxnSpPr>
        <p:spPr>
          <a:xfrm flipH="1">
            <a:off x="5663952" y="3552512"/>
            <a:ext cx="453594"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5" name="Text Placeholder 4"/>
          <p:cNvSpPr>
            <a:spLocks noGrp="1"/>
          </p:cNvSpPr>
          <p:nvPr>
            <p:ph type="body" sz="quarter" idx="12" hasCustomPrompt="1"/>
          </p:nvPr>
        </p:nvSpPr>
        <p:spPr>
          <a:xfrm>
            <a:off x="9182100" y="3645024"/>
            <a:ext cx="2602532" cy="2029941"/>
          </a:xfrm>
          <a:prstGeom prst="rect">
            <a:avLst/>
          </a:prstGeom>
        </p:spPr>
        <p:txBody>
          <a:bodyPr vert="horz" anchor="b" anchorCtr="0"/>
          <a:lstStyle>
            <a:lvl1pPr algn="r">
              <a:spcBef>
                <a:spcPts val="0"/>
              </a:spcBef>
              <a:spcAft>
                <a:spcPts val="0"/>
              </a:spcAft>
              <a:defRPr sz="17000"/>
            </a:lvl1pPr>
            <a:lvl2pPr algn="just">
              <a:defRPr sz="17000"/>
            </a:lvl2pPr>
            <a:lvl3pPr algn="just">
              <a:defRPr sz="17000"/>
            </a:lvl3pPr>
            <a:lvl4pPr algn="just">
              <a:defRPr sz="17000"/>
            </a:lvl4pPr>
            <a:lvl5pPr algn="just">
              <a:defRPr sz="17000"/>
            </a:lvl5pPr>
          </a:lstStyle>
          <a:p>
            <a:pPr lvl="0"/>
            <a:r>
              <a:rPr lang="en-US" dirty="0"/>
              <a:t>N°</a:t>
            </a:r>
          </a:p>
        </p:txBody>
      </p:sp>
      <p:sp>
        <p:nvSpPr>
          <p:cNvPr id="8" name="Title 1"/>
          <p:cNvSpPr>
            <a:spLocks noGrp="1"/>
          </p:cNvSpPr>
          <p:nvPr>
            <p:ph type="ctrTitle" hasCustomPrompt="1"/>
          </p:nvPr>
        </p:nvSpPr>
        <p:spPr>
          <a:xfrm>
            <a:off x="3560644" y="644525"/>
            <a:ext cx="7120056" cy="2726186"/>
          </a:xfrm>
          <a:prstGeom prst="rect">
            <a:avLst/>
          </a:prstGeom>
        </p:spPr>
        <p:txBody>
          <a:bodyPr lIns="0" tIns="0" rIns="0" bIns="0" anchor="b" anchorCtr="0">
            <a:noAutofit/>
          </a:bodyPr>
          <a:lstStyle>
            <a:lvl1pPr algn="l">
              <a:defRPr sz="4000" b="1" i="0" cap="none" baseline="0">
                <a:solidFill>
                  <a:schemeClr val="accent1"/>
                </a:solidFill>
                <a:latin typeface="Source Sans Pro Black" charset="0"/>
                <a:ea typeface="Source Sans Pro Black" charset="0"/>
                <a:cs typeface="Source Sans Pro Black" charset="0"/>
              </a:defRPr>
            </a:lvl1pPr>
          </a:lstStyle>
          <a:p>
            <a:r>
              <a:rPr lang="en-US" dirty="0"/>
              <a:t>Click to edit master title style</a:t>
            </a:r>
          </a:p>
        </p:txBody>
      </p:sp>
      <p:sp>
        <p:nvSpPr>
          <p:cNvPr id="9" name="Text Placeholder 6"/>
          <p:cNvSpPr>
            <a:spLocks noGrp="1"/>
          </p:cNvSpPr>
          <p:nvPr>
            <p:ph type="body" sz="quarter" idx="10" hasCustomPrompt="1"/>
          </p:nvPr>
        </p:nvSpPr>
        <p:spPr>
          <a:xfrm>
            <a:off x="3560643" y="3645024"/>
            <a:ext cx="4119681" cy="2398589"/>
          </a:xfrm>
          <a:prstGeom prst="rect">
            <a:avLst/>
          </a:prstGeom>
        </p:spPr>
        <p:txBody>
          <a:bodyPr lIns="0" tIns="0" rIns="0" bIns="0"/>
          <a:lstStyle>
            <a:lvl1pPr>
              <a:defRPr sz="2600"/>
            </a:lvl1pPr>
          </a:lstStyle>
          <a:p>
            <a:pPr lvl="0"/>
            <a:r>
              <a:rPr lang="en-US" dirty="0"/>
              <a:t>Click to edit Intro text styles</a:t>
            </a:r>
          </a:p>
        </p:txBody>
      </p:sp>
      <p:cxnSp>
        <p:nvCxnSpPr>
          <p:cNvPr id="10" name="Straight Connector 9"/>
          <p:cNvCxnSpPr/>
          <p:nvPr/>
        </p:nvCxnSpPr>
        <p:spPr>
          <a:xfrm flipH="1">
            <a:off x="3555867" y="3552512"/>
            <a:ext cx="379893"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userDrawn="1"/>
        </p:nvCxnSpPr>
        <p:spPr>
          <a:xfrm flipH="1">
            <a:off x="5663952" y="3552512"/>
            <a:ext cx="453594"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userDrawn="1"/>
        </p:nvCxnSpPr>
        <p:spPr>
          <a:xfrm flipH="1">
            <a:off x="3555867" y="3552512"/>
            <a:ext cx="379893"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95501072"/>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Red SubChapter / Title - Conf">
    <p:spTree>
      <p:nvGrpSpPr>
        <p:cNvPr id="1" name=""/>
        <p:cNvGrpSpPr/>
        <p:nvPr/>
      </p:nvGrpSpPr>
      <p:grpSpPr>
        <a:xfrm>
          <a:off x="0" y="0"/>
          <a:ext cx="0" cy="0"/>
          <a:chOff x="0" y="0"/>
          <a:chExt cx="0" cy="0"/>
        </a:xfrm>
      </p:grpSpPr>
      <p:sp>
        <p:nvSpPr>
          <p:cNvPr id="15" name="Rectangle 14"/>
          <p:cNvSpPr/>
          <p:nvPr/>
        </p:nvSpPr>
        <p:spPr>
          <a:xfrm>
            <a:off x="0" y="0"/>
            <a:ext cx="12192000" cy="6858000"/>
          </a:xfrm>
          <a:prstGeom prst="rect">
            <a:avLst/>
          </a:prstGeom>
          <a:solidFill>
            <a:srgbClr val="E642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4" name="Picture 2" descr="C:\Users\cmorineau\Marketing-Private\Marcom\Graphics\Artwork_Corp\Logos\Logo-microej-grey-h50.png"/>
          <p:cNvPicPr>
            <a:picLocks noChangeAspect="1" noChangeArrowheads="1"/>
          </p:cNvPicPr>
          <p:nvPr/>
        </p:nvPicPr>
        <p:blipFill>
          <a:blip r:embed="rId2" cstate="print">
            <a:biLevel thresh="25000"/>
            <a:extLst>
              <a:ext uri="{28A0092B-C50C-407E-A947-70E740481C1C}">
                <a14:useLocalDpi xmlns:a14="http://schemas.microsoft.com/office/drawing/2010/main" val="0"/>
              </a:ext>
            </a:extLst>
          </a:blip>
          <a:srcRect/>
          <a:stretch>
            <a:fillRect/>
          </a:stretch>
        </p:blipFill>
        <p:spPr bwMode="auto">
          <a:xfrm>
            <a:off x="11056039" y="454456"/>
            <a:ext cx="576064" cy="107175"/>
          </a:xfrm>
          <a:prstGeom prst="rect">
            <a:avLst/>
          </a:prstGeom>
          <a:noFill/>
          <a:extLst>
            <a:ext uri="{909E8E84-426E-40DD-AFC4-6F175D3DCCD1}">
              <a14:hiddenFill xmlns:a14="http://schemas.microsoft.com/office/drawing/2010/main">
                <a:solidFill>
                  <a:srgbClr val="FFFFFF"/>
                </a:solidFill>
              </a14:hiddenFill>
            </a:ext>
          </a:extLst>
        </p:spPr>
      </p:pic>
      <p:cxnSp>
        <p:nvCxnSpPr>
          <p:cNvPr id="19" name="Straight Connector 18"/>
          <p:cNvCxnSpPr/>
          <p:nvPr/>
        </p:nvCxnSpPr>
        <p:spPr>
          <a:xfrm>
            <a:off x="1657350" y="3429000"/>
            <a:ext cx="9023349"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20" name="Title 1"/>
          <p:cNvSpPr>
            <a:spLocks noGrp="1"/>
          </p:cNvSpPr>
          <p:nvPr>
            <p:ph type="ctrTitle" hasCustomPrompt="1"/>
          </p:nvPr>
        </p:nvSpPr>
        <p:spPr>
          <a:xfrm>
            <a:off x="1657350" y="1772816"/>
            <a:ext cx="9023349" cy="1512168"/>
          </a:xfrm>
          <a:prstGeom prst="rect">
            <a:avLst/>
          </a:prstGeom>
        </p:spPr>
        <p:txBody>
          <a:bodyPr lIns="0" tIns="0" rIns="0" bIns="0" anchor="b" anchorCtr="1">
            <a:noAutofit/>
          </a:bodyPr>
          <a:lstStyle>
            <a:lvl1pPr algn="ctr">
              <a:defRPr sz="3000" b="1" i="0" cap="all" baseline="0">
                <a:solidFill>
                  <a:schemeClr val="bg1"/>
                </a:solidFill>
                <a:latin typeface="Source Sans Pro Black" charset="0"/>
                <a:ea typeface="Source Sans Pro Black" charset="0"/>
                <a:cs typeface="Source Sans Pro Black" charset="0"/>
              </a:defRPr>
            </a:lvl1pPr>
          </a:lstStyle>
          <a:p>
            <a:r>
              <a:rPr lang="en-US" dirty="0"/>
              <a:t>Click to edit master title style</a:t>
            </a:r>
          </a:p>
        </p:txBody>
      </p:sp>
      <p:sp>
        <p:nvSpPr>
          <p:cNvPr id="6" name="Rectangle 5"/>
          <p:cNvSpPr/>
          <p:nvPr userDrawn="1"/>
        </p:nvSpPr>
        <p:spPr>
          <a:xfrm>
            <a:off x="0" y="0"/>
            <a:ext cx="12192000" cy="6858000"/>
          </a:xfrm>
          <a:prstGeom prst="rect">
            <a:avLst/>
          </a:prstGeom>
          <a:solidFill>
            <a:srgbClr val="E642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Picture 2" descr="C:\Users\cmorineau\Marketing-Private\Marcom\Graphics\Artwork_Corp\Logos\Logo-microej-grey-h50.png"/>
          <p:cNvPicPr>
            <a:picLocks noChangeAspect="1" noChangeArrowheads="1"/>
          </p:cNvPicPr>
          <p:nvPr userDrawn="1"/>
        </p:nvPicPr>
        <p:blipFill>
          <a:blip r:embed="rId2" cstate="print">
            <a:biLevel thresh="25000"/>
            <a:extLst>
              <a:ext uri="{28A0092B-C50C-407E-A947-70E740481C1C}">
                <a14:useLocalDpi xmlns:a14="http://schemas.microsoft.com/office/drawing/2010/main" val="0"/>
              </a:ext>
            </a:extLst>
          </a:blip>
          <a:srcRect/>
          <a:stretch>
            <a:fillRect/>
          </a:stretch>
        </p:blipFill>
        <p:spPr bwMode="auto">
          <a:xfrm>
            <a:off x="11056039" y="454456"/>
            <a:ext cx="576064" cy="107175"/>
          </a:xfrm>
          <a:prstGeom prst="rect">
            <a:avLst/>
          </a:prstGeom>
          <a:noFill/>
          <a:extLst>
            <a:ext uri="{909E8E84-426E-40DD-AFC4-6F175D3DCCD1}">
              <a14:hiddenFill xmlns:a14="http://schemas.microsoft.com/office/drawing/2010/main">
                <a:solidFill>
                  <a:srgbClr val="FFFFFF"/>
                </a:solidFill>
              </a14:hiddenFill>
            </a:ext>
          </a:extLst>
        </p:spPr>
      </p:pic>
      <p:cxnSp>
        <p:nvCxnSpPr>
          <p:cNvPr id="8" name="Straight Connector 7"/>
          <p:cNvCxnSpPr/>
          <p:nvPr userDrawn="1"/>
        </p:nvCxnSpPr>
        <p:spPr>
          <a:xfrm>
            <a:off x="1657350" y="3429000"/>
            <a:ext cx="9023349"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9" name="Footer Placeholder 11"/>
          <p:cNvSpPr txBox="1">
            <a:spLocks/>
          </p:cNvSpPr>
          <p:nvPr userDrawn="1"/>
        </p:nvSpPr>
        <p:spPr>
          <a:xfrm>
            <a:off x="550863" y="6315916"/>
            <a:ext cx="2390627" cy="137420"/>
          </a:xfrm>
          <a:prstGeom prst="rect">
            <a:avLst/>
          </a:prstGeom>
        </p:spPr>
        <p:txBody>
          <a:bodyPr vert="horz" lIns="0" tIns="0" rIns="0" bIns="0" numCol="1" rtlCol="0" anchor="t" anchorCtr="0"/>
          <a:lstStyle>
            <a:defPPr>
              <a:defRPr lang="en-US"/>
            </a:defPPr>
            <a:lvl1pPr marL="0" algn="l" defTabSz="914377" rtl="0" eaLnBrk="1" latinLnBrk="0" hangingPunct="1">
              <a:lnSpc>
                <a:spcPct val="100000"/>
              </a:lnSpc>
              <a:defRPr lang="en-US" sz="800" b="1" i="0" kern="1200" cap="none" spc="38" smtClean="0">
                <a:ln w="13500">
                  <a:noFill/>
                  <a:prstDash val="solid"/>
                </a:ln>
                <a:solidFill>
                  <a:schemeClr val="tx2">
                    <a:alpha val="95000"/>
                  </a:schemeClr>
                </a:solidFill>
                <a:effectLst/>
                <a:latin typeface="Source Sans Pro Black" charset="0"/>
                <a:ea typeface="Source Sans Pro Black" charset="0"/>
                <a:cs typeface="Source Sans Pro Black" charset="0"/>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r>
              <a:rPr lang="en-US" dirty="0">
                <a:solidFill>
                  <a:schemeClr val="bg1">
                    <a:alpha val="95000"/>
                  </a:schemeClr>
                </a:solidFill>
              </a:rPr>
              <a:t>© </a:t>
            </a:r>
            <a:r>
              <a:rPr lang="en-US" dirty="0">
                <a:solidFill>
                  <a:schemeClr val="bg1">
                    <a:alpha val="95000"/>
                  </a:schemeClr>
                </a:solidFill>
                <a:latin typeface="Brandon Grotesque Black" charset="0"/>
                <a:ea typeface="Brandon Grotesque Black" charset="0"/>
                <a:cs typeface="Brandon Grotesque Black" charset="0"/>
              </a:rPr>
              <a:t>MICROEJ</a:t>
            </a:r>
            <a:r>
              <a:rPr lang="en-US" dirty="0">
                <a:solidFill>
                  <a:schemeClr val="bg1">
                    <a:alpha val="95000"/>
                  </a:schemeClr>
                </a:solidFill>
              </a:rPr>
              <a:t> 2019 - C O N F I D E N T I A L</a:t>
            </a:r>
          </a:p>
        </p:txBody>
      </p:sp>
    </p:spTree>
    <p:extLst>
      <p:ext uri="{BB962C8B-B14F-4D97-AF65-F5344CB8AC3E}">
        <p14:creationId xmlns:p14="http://schemas.microsoft.com/office/powerpoint/2010/main" val="2897563465"/>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1_Title Only - Conf">
    <p:spTree>
      <p:nvGrpSpPr>
        <p:cNvPr id="1" name=""/>
        <p:cNvGrpSpPr/>
        <p:nvPr/>
      </p:nvGrpSpPr>
      <p:grpSpPr>
        <a:xfrm>
          <a:off x="0" y="0"/>
          <a:ext cx="0" cy="0"/>
          <a:chOff x="0" y="0"/>
          <a:chExt cx="0" cy="0"/>
        </a:xfrm>
      </p:grpSpPr>
      <p:sp>
        <p:nvSpPr>
          <p:cNvPr id="12" name="Title Placeholder 1"/>
          <p:cNvSpPr>
            <a:spLocks noGrp="1"/>
          </p:cNvSpPr>
          <p:nvPr>
            <p:ph type="title" hasCustomPrompt="1"/>
          </p:nvPr>
        </p:nvSpPr>
        <p:spPr>
          <a:xfrm>
            <a:off x="550863" y="644525"/>
            <a:ext cx="10129837" cy="465786"/>
          </a:xfrm>
          <a:prstGeom prst="rect">
            <a:avLst/>
          </a:prstGeom>
        </p:spPr>
        <p:txBody>
          <a:bodyPr vert="horz" wrap="square" lIns="0" tIns="0" rIns="0" bIns="0" numCol="1" rtlCol="0" anchor="b" anchorCtr="0">
            <a:noAutofit/>
          </a:bodyPr>
          <a:lstStyle>
            <a:lvl1pPr>
              <a:lnSpc>
                <a:spcPts val="3600"/>
              </a:lnSpc>
              <a:defRPr sz="4400"/>
            </a:lvl1pPr>
          </a:lstStyle>
          <a:p>
            <a:r>
              <a:rPr lang="en-US" dirty="0"/>
              <a:t>click to edit title</a:t>
            </a:r>
            <a:endParaRPr lang="en-US" noProof="0" dirty="0"/>
          </a:p>
        </p:txBody>
      </p:sp>
      <p:cxnSp>
        <p:nvCxnSpPr>
          <p:cNvPr id="13" name="Straight Connector 12"/>
          <p:cNvCxnSpPr/>
          <p:nvPr userDrawn="1"/>
        </p:nvCxnSpPr>
        <p:spPr>
          <a:xfrm>
            <a:off x="550863" y="1110312"/>
            <a:ext cx="1106487"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93368199"/>
      </p:ext>
    </p:extLst>
  </p:cSld>
  <p:clrMapOvr>
    <a:masterClrMapping/>
  </p:clrMapOvr>
  <p:extLst>
    <p:ext uri="{DCECCB84-F9BA-43D5-87BE-67443E8EF086}">
      <p15:sldGuideLst xmlns:p15="http://schemas.microsoft.com/office/powerpoint/2012/main"/>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1_Title-2lines_Only - Conf">
    <p:spTree>
      <p:nvGrpSpPr>
        <p:cNvPr id="1" name=""/>
        <p:cNvGrpSpPr/>
        <p:nvPr/>
      </p:nvGrpSpPr>
      <p:grpSpPr>
        <a:xfrm>
          <a:off x="0" y="0"/>
          <a:ext cx="0" cy="0"/>
          <a:chOff x="0" y="0"/>
          <a:chExt cx="0" cy="0"/>
        </a:xfrm>
      </p:grpSpPr>
      <p:sp>
        <p:nvSpPr>
          <p:cNvPr id="4" name="Title Placeholder 1"/>
          <p:cNvSpPr>
            <a:spLocks noGrp="1"/>
          </p:cNvSpPr>
          <p:nvPr>
            <p:ph type="title" hasCustomPrompt="1"/>
          </p:nvPr>
        </p:nvSpPr>
        <p:spPr>
          <a:xfrm>
            <a:off x="550863" y="476672"/>
            <a:ext cx="8631237" cy="921672"/>
          </a:xfrm>
          <a:prstGeom prst="rect">
            <a:avLst/>
          </a:prstGeom>
        </p:spPr>
        <p:txBody>
          <a:bodyPr vert="horz" wrap="square" lIns="0" tIns="0" rIns="0" bIns="0" numCol="1" rtlCol="0" anchor="b" anchorCtr="0">
            <a:noAutofit/>
          </a:bodyPr>
          <a:lstStyle>
            <a:lvl1pPr>
              <a:lnSpc>
                <a:spcPts val="3600"/>
              </a:lnSpc>
              <a:defRPr sz="4400"/>
            </a:lvl1pPr>
          </a:lstStyle>
          <a:p>
            <a:r>
              <a:rPr lang="en-US" dirty="0"/>
              <a:t>click to edit title</a:t>
            </a:r>
            <a:endParaRPr lang="en-US" noProof="0" dirty="0"/>
          </a:p>
        </p:txBody>
      </p:sp>
      <p:cxnSp>
        <p:nvCxnSpPr>
          <p:cNvPr id="5" name="Straight Connector 4"/>
          <p:cNvCxnSpPr/>
          <p:nvPr userDrawn="1"/>
        </p:nvCxnSpPr>
        <p:spPr>
          <a:xfrm>
            <a:off x="550863" y="1398344"/>
            <a:ext cx="1106487"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32889923"/>
      </p:ext>
    </p:extLst>
  </p:cSld>
  <p:clrMapOvr>
    <a:masterClrMapping/>
  </p:clrMapOvr>
  <p:extLst>
    <p:ext uri="{DCECCB84-F9BA-43D5-87BE-67443E8EF086}">
      <p15:sldGuideLst xmlns:p15="http://schemas.microsoft.com/office/powerpoint/2012/main"/>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1_1 Column / Title-2lines_Content - Conf">
    <p:spTree>
      <p:nvGrpSpPr>
        <p:cNvPr id="1" name=""/>
        <p:cNvGrpSpPr/>
        <p:nvPr/>
      </p:nvGrpSpPr>
      <p:grpSpPr>
        <a:xfrm>
          <a:off x="0" y="0"/>
          <a:ext cx="0" cy="0"/>
          <a:chOff x="0" y="0"/>
          <a:chExt cx="0" cy="0"/>
        </a:xfrm>
      </p:grpSpPr>
      <p:sp>
        <p:nvSpPr>
          <p:cNvPr id="11" name="Content Placeholder 3"/>
          <p:cNvSpPr>
            <a:spLocks noGrp="1"/>
          </p:cNvSpPr>
          <p:nvPr>
            <p:ph sz="half" idx="2" hasCustomPrompt="1"/>
          </p:nvPr>
        </p:nvSpPr>
        <p:spPr>
          <a:xfrm>
            <a:off x="550862" y="1293703"/>
            <a:ext cx="10129837" cy="4749909"/>
          </a:xfrm>
          <a:prstGeom prst="rect">
            <a:avLst/>
          </a:prstGeom>
        </p:spPr>
        <p:txBody>
          <a:bodyPr lIns="90000">
            <a:noAutofit/>
          </a:bodyPr>
          <a:lstStyle>
            <a:lvl1pPr>
              <a:defRPr sz="1600" b="0" i="0">
                <a:latin typeface="Source Sans Pro" charset="0"/>
                <a:ea typeface="Source Sans Pro" charset="0"/>
                <a:cs typeface="Source Sans Pro" charset="0"/>
              </a:defRPr>
            </a:lvl1pPr>
            <a:lvl2pPr>
              <a:defRPr sz="1600" b="0" i="0">
                <a:latin typeface="Source Sans Pro" charset="0"/>
                <a:ea typeface="Source Sans Pro" charset="0"/>
                <a:cs typeface="Source Sans Pro" charset="0"/>
              </a:defRPr>
            </a:lvl2pPr>
            <a:lvl3pPr>
              <a:defRPr sz="1600" b="0" i="0">
                <a:latin typeface="Source Sans Pro" charset="0"/>
                <a:ea typeface="Source Sans Pro" charset="0"/>
                <a:cs typeface="Source Sans Pro" charset="0"/>
              </a:defRPr>
            </a:lvl3pPr>
            <a:lvl4pPr>
              <a:defRPr sz="1600" b="0" i="0">
                <a:latin typeface="Source Sans Pro" charset="0"/>
                <a:ea typeface="Source Sans Pro" charset="0"/>
                <a:cs typeface="Source Sans Pro" charset="0"/>
              </a:defRPr>
            </a:lvl4pPr>
            <a:lvl5pPr>
              <a:defRPr sz="1600"/>
            </a:lvl5pPr>
            <a:lvl6pPr>
              <a:defRPr sz="1600"/>
            </a:lvl6pPr>
            <a:lvl7pPr>
              <a:defRPr sz="1600"/>
            </a:lvl7pPr>
            <a:lvl8pPr>
              <a:defRPr sz="1600"/>
            </a:lvl8pPr>
            <a:lvl9pPr>
              <a:defRPr sz="1600"/>
            </a:lvl9pPr>
          </a:lstStyle>
          <a:p>
            <a:pPr lvl="0"/>
            <a:r>
              <a:rPr lang="en-US" noProof="0" dirty="0"/>
              <a:t>Click to edit content</a:t>
            </a:r>
          </a:p>
          <a:p>
            <a:pPr lvl="1"/>
            <a:r>
              <a:rPr lang="en-US" noProof="0" dirty="0"/>
              <a:t>Second level</a:t>
            </a:r>
          </a:p>
          <a:p>
            <a:pPr lvl="2"/>
            <a:r>
              <a:rPr lang="en-US" noProof="0" dirty="0"/>
              <a:t>Third level</a:t>
            </a:r>
          </a:p>
        </p:txBody>
      </p:sp>
      <p:cxnSp>
        <p:nvCxnSpPr>
          <p:cNvPr id="10" name="Straight Connector 9"/>
          <p:cNvCxnSpPr/>
          <p:nvPr userDrawn="1"/>
        </p:nvCxnSpPr>
        <p:spPr>
          <a:xfrm>
            <a:off x="550863" y="1110312"/>
            <a:ext cx="1106487"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4" name="Title Placeholder 1"/>
          <p:cNvSpPr>
            <a:spLocks noGrp="1"/>
          </p:cNvSpPr>
          <p:nvPr>
            <p:ph type="title" hasCustomPrompt="1"/>
          </p:nvPr>
        </p:nvSpPr>
        <p:spPr>
          <a:xfrm>
            <a:off x="550863" y="644525"/>
            <a:ext cx="10129837" cy="465786"/>
          </a:xfrm>
          <a:prstGeom prst="rect">
            <a:avLst/>
          </a:prstGeom>
        </p:spPr>
        <p:txBody>
          <a:bodyPr vert="horz" wrap="square" lIns="0" tIns="0" rIns="0" bIns="0" numCol="1" rtlCol="0" anchor="b" anchorCtr="0">
            <a:noAutofit/>
          </a:bodyPr>
          <a:lstStyle>
            <a:lvl1pPr>
              <a:lnSpc>
                <a:spcPts val="3600"/>
              </a:lnSpc>
              <a:defRPr sz="4400"/>
            </a:lvl1pPr>
          </a:lstStyle>
          <a:p>
            <a:r>
              <a:rPr lang="en-US" dirty="0"/>
              <a:t>click to edit title</a:t>
            </a:r>
            <a:endParaRPr lang="en-US" noProof="0" dirty="0"/>
          </a:p>
        </p:txBody>
      </p:sp>
    </p:spTree>
    <p:extLst>
      <p:ext uri="{BB962C8B-B14F-4D97-AF65-F5344CB8AC3E}">
        <p14:creationId xmlns:p14="http://schemas.microsoft.com/office/powerpoint/2010/main" val="750655235"/>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1_Column / Title-2lines_Content - Conf">
    <p:spTree>
      <p:nvGrpSpPr>
        <p:cNvPr id="1" name=""/>
        <p:cNvGrpSpPr/>
        <p:nvPr/>
      </p:nvGrpSpPr>
      <p:grpSpPr>
        <a:xfrm>
          <a:off x="0" y="0"/>
          <a:ext cx="0" cy="0"/>
          <a:chOff x="0" y="0"/>
          <a:chExt cx="0" cy="0"/>
        </a:xfrm>
      </p:grpSpPr>
      <p:sp>
        <p:nvSpPr>
          <p:cNvPr id="11" name="Content Placeholder 3"/>
          <p:cNvSpPr>
            <a:spLocks noGrp="1"/>
          </p:cNvSpPr>
          <p:nvPr>
            <p:ph sz="half" idx="2" hasCustomPrompt="1"/>
          </p:nvPr>
        </p:nvSpPr>
        <p:spPr>
          <a:xfrm>
            <a:off x="550862" y="1606476"/>
            <a:ext cx="10129837" cy="4437137"/>
          </a:xfrm>
          <a:prstGeom prst="rect">
            <a:avLst/>
          </a:prstGeom>
        </p:spPr>
        <p:txBody>
          <a:bodyPr lIns="90000">
            <a:noAutofit/>
          </a:bodyPr>
          <a:lstStyle>
            <a:lvl1pPr>
              <a:defRPr sz="1600" b="0" i="0">
                <a:latin typeface="Source Sans Pro" charset="0"/>
                <a:ea typeface="Source Sans Pro" charset="0"/>
                <a:cs typeface="Source Sans Pro" charset="0"/>
              </a:defRPr>
            </a:lvl1pPr>
            <a:lvl2pPr>
              <a:defRPr sz="1600" b="0" i="0">
                <a:latin typeface="Source Sans Pro" charset="0"/>
                <a:ea typeface="Source Sans Pro" charset="0"/>
                <a:cs typeface="Source Sans Pro" charset="0"/>
              </a:defRPr>
            </a:lvl2pPr>
            <a:lvl3pPr>
              <a:defRPr sz="1600" b="0" i="0">
                <a:latin typeface="Source Sans Pro" charset="0"/>
                <a:ea typeface="Source Sans Pro" charset="0"/>
                <a:cs typeface="Source Sans Pro" charset="0"/>
              </a:defRPr>
            </a:lvl3pPr>
            <a:lvl4pPr>
              <a:defRPr sz="1600" b="0" i="0">
                <a:latin typeface="Source Sans Pro" charset="0"/>
                <a:ea typeface="Source Sans Pro" charset="0"/>
                <a:cs typeface="Source Sans Pro" charset="0"/>
              </a:defRPr>
            </a:lvl4pPr>
            <a:lvl5pPr>
              <a:defRPr sz="1600"/>
            </a:lvl5pPr>
            <a:lvl6pPr>
              <a:defRPr sz="1600"/>
            </a:lvl6pPr>
            <a:lvl7pPr>
              <a:defRPr sz="1600"/>
            </a:lvl7pPr>
            <a:lvl8pPr>
              <a:defRPr sz="1600"/>
            </a:lvl8pPr>
            <a:lvl9pPr>
              <a:defRPr sz="1600"/>
            </a:lvl9pPr>
          </a:lstStyle>
          <a:p>
            <a:pPr lvl="0"/>
            <a:r>
              <a:rPr lang="en-US" noProof="0" dirty="0"/>
              <a:t>Click to edit content</a:t>
            </a:r>
          </a:p>
          <a:p>
            <a:pPr lvl="1"/>
            <a:r>
              <a:rPr lang="en-US" noProof="0" dirty="0"/>
              <a:t>Second level</a:t>
            </a:r>
          </a:p>
          <a:p>
            <a:pPr lvl="2"/>
            <a:r>
              <a:rPr lang="en-US" noProof="0" dirty="0"/>
              <a:t>Third level</a:t>
            </a:r>
          </a:p>
        </p:txBody>
      </p:sp>
      <p:sp>
        <p:nvSpPr>
          <p:cNvPr id="15" name="Title Placeholder 1"/>
          <p:cNvSpPr>
            <a:spLocks noGrp="1"/>
          </p:cNvSpPr>
          <p:nvPr>
            <p:ph type="title" hasCustomPrompt="1"/>
          </p:nvPr>
        </p:nvSpPr>
        <p:spPr>
          <a:xfrm>
            <a:off x="550863" y="476672"/>
            <a:ext cx="8631237" cy="921672"/>
          </a:xfrm>
          <a:prstGeom prst="rect">
            <a:avLst/>
          </a:prstGeom>
        </p:spPr>
        <p:txBody>
          <a:bodyPr vert="horz" wrap="square" lIns="0" tIns="0" rIns="0" bIns="0" numCol="1" rtlCol="0" anchor="b" anchorCtr="0">
            <a:noAutofit/>
          </a:bodyPr>
          <a:lstStyle>
            <a:lvl1pPr>
              <a:lnSpc>
                <a:spcPts val="3600"/>
              </a:lnSpc>
              <a:defRPr sz="4400"/>
            </a:lvl1pPr>
          </a:lstStyle>
          <a:p>
            <a:r>
              <a:rPr lang="en-US" dirty="0"/>
              <a:t>click to edit title</a:t>
            </a:r>
            <a:endParaRPr lang="en-US" noProof="0" dirty="0"/>
          </a:p>
        </p:txBody>
      </p:sp>
      <p:cxnSp>
        <p:nvCxnSpPr>
          <p:cNvPr id="16" name="Straight Connector 15"/>
          <p:cNvCxnSpPr/>
          <p:nvPr userDrawn="1"/>
        </p:nvCxnSpPr>
        <p:spPr>
          <a:xfrm>
            <a:off x="550863" y="1398344"/>
            <a:ext cx="1106487"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43977755"/>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1_1 Column / Title_Subtitle_Content - Conf">
    <p:spTree>
      <p:nvGrpSpPr>
        <p:cNvPr id="1" name=""/>
        <p:cNvGrpSpPr/>
        <p:nvPr/>
      </p:nvGrpSpPr>
      <p:grpSpPr>
        <a:xfrm>
          <a:off x="0" y="0"/>
          <a:ext cx="0" cy="0"/>
          <a:chOff x="0" y="0"/>
          <a:chExt cx="0" cy="0"/>
        </a:xfrm>
      </p:grpSpPr>
      <p:sp>
        <p:nvSpPr>
          <p:cNvPr id="4" name="Text Placeholder 2"/>
          <p:cNvSpPr>
            <a:spLocks noGrp="1"/>
          </p:cNvSpPr>
          <p:nvPr>
            <p:ph type="body" idx="1" hasCustomPrompt="1"/>
          </p:nvPr>
        </p:nvSpPr>
        <p:spPr>
          <a:xfrm>
            <a:off x="550861" y="1293703"/>
            <a:ext cx="10129838" cy="432049"/>
          </a:xfrm>
          <a:prstGeom prst="rect">
            <a:avLst/>
          </a:prstGeom>
        </p:spPr>
        <p:txBody>
          <a:bodyPr lIns="0" tIns="0" rIns="0" bIns="0" anchor="t" anchorCtr="0">
            <a:noAutofit/>
          </a:bodyPr>
          <a:lstStyle>
            <a:lvl1pPr marL="0" indent="0">
              <a:lnSpc>
                <a:spcPts val="2000"/>
              </a:lnSpc>
              <a:buNone/>
              <a:defRPr sz="1800" b="1" i="0" cap="all" baseline="0">
                <a:solidFill>
                  <a:schemeClr val="tx1"/>
                </a:solidFill>
                <a:latin typeface="Source Sans Pro" charset="0"/>
                <a:ea typeface="Source Sans Pro" charset="0"/>
                <a:cs typeface="Source Sans Pro" charset="0"/>
              </a:defRPr>
            </a:lvl1pPr>
            <a:lvl2pPr marL="457143" indent="0">
              <a:buNone/>
              <a:defRPr sz="2000" b="1"/>
            </a:lvl2pPr>
            <a:lvl3pPr marL="914286" indent="0">
              <a:buNone/>
              <a:defRPr sz="1800" b="1"/>
            </a:lvl3pPr>
            <a:lvl4pPr marL="1371430" indent="0">
              <a:buNone/>
              <a:defRPr sz="1600" b="1"/>
            </a:lvl4pPr>
            <a:lvl5pPr marL="1828573" indent="0">
              <a:buNone/>
              <a:defRPr sz="1600" b="1"/>
            </a:lvl5pPr>
            <a:lvl6pPr marL="2285718" indent="0">
              <a:buNone/>
              <a:defRPr sz="1600" b="1"/>
            </a:lvl6pPr>
            <a:lvl7pPr marL="2742858" indent="0">
              <a:buNone/>
              <a:defRPr sz="1600" b="1"/>
            </a:lvl7pPr>
            <a:lvl8pPr marL="3200000" indent="0">
              <a:buNone/>
              <a:defRPr sz="1600" b="1"/>
            </a:lvl8pPr>
            <a:lvl9pPr marL="3657143" indent="0">
              <a:buNone/>
              <a:defRPr sz="1600" b="1"/>
            </a:lvl9pPr>
          </a:lstStyle>
          <a:p>
            <a:pPr lvl="0"/>
            <a:r>
              <a:rPr lang="en-US" noProof="0" dirty="0"/>
              <a:t>Click to edit title style</a:t>
            </a:r>
          </a:p>
        </p:txBody>
      </p:sp>
      <p:sp>
        <p:nvSpPr>
          <p:cNvPr id="5" name="Content Placeholder 3"/>
          <p:cNvSpPr>
            <a:spLocks noGrp="1"/>
          </p:cNvSpPr>
          <p:nvPr>
            <p:ph sz="half" idx="11" hasCustomPrompt="1"/>
          </p:nvPr>
        </p:nvSpPr>
        <p:spPr>
          <a:xfrm>
            <a:off x="550863" y="1869759"/>
            <a:ext cx="10129836" cy="4173853"/>
          </a:xfrm>
          <a:prstGeom prst="rect">
            <a:avLst/>
          </a:prstGeom>
        </p:spPr>
        <p:txBody>
          <a:bodyPr lIns="90000">
            <a:noAutofit/>
          </a:bodyPr>
          <a:lstStyle>
            <a:lvl1pPr>
              <a:defRPr sz="1600" b="0" i="0">
                <a:latin typeface="Source Sans Pro" charset="0"/>
                <a:ea typeface="Source Sans Pro" charset="0"/>
                <a:cs typeface="Source Sans Pro" charset="0"/>
              </a:defRPr>
            </a:lvl1pPr>
            <a:lvl2pPr>
              <a:defRPr sz="1600" b="0" i="0">
                <a:latin typeface="Source Sans Pro" charset="0"/>
                <a:ea typeface="Source Sans Pro" charset="0"/>
                <a:cs typeface="Source Sans Pro" charset="0"/>
              </a:defRPr>
            </a:lvl2pPr>
            <a:lvl3pPr>
              <a:defRPr sz="1600" b="0" i="0">
                <a:latin typeface="Source Sans Pro" charset="0"/>
                <a:ea typeface="Source Sans Pro" charset="0"/>
                <a:cs typeface="Source Sans Pro" charset="0"/>
              </a:defRPr>
            </a:lvl3pPr>
            <a:lvl4pPr>
              <a:defRPr sz="1600" b="0" i="0">
                <a:latin typeface="Source Sans Pro" charset="0"/>
                <a:ea typeface="Source Sans Pro" charset="0"/>
                <a:cs typeface="Source Sans Pro" charset="0"/>
              </a:defRPr>
            </a:lvl4pPr>
            <a:lvl5pPr>
              <a:defRPr sz="1600"/>
            </a:lvl5pPr>
            <a:lvl6pPr>
              <a:defRPr sz="1600"/>
            </a:lvl6pPr>
            <a:lvl7pPr>
              <a:defRPr sz="1600"/>
            </a:lvl7pPr>
            <a:lvl8pPr>
              <a:defRPr sz="1600"/>
            </a:lvl8pPr>
            <a:lvl9pPr>
              <a:defRPr sz="1600"/>
            </a:lvl9pPr>
          </a:lstStyle>
          <a:p>
            <a:pPr lvl="0"/>
            <a:r>
              <a:rPr lang="en-US" noProof="0" dirty="0"/>
              <a:t>Click to edit content</a:t>
            </a:r>
          </a:p>
          <a:p>
            <a:pPr lvl="1"/>
            <a:r>
              <a:rPr lang="en-US" noProof="0" dirty="0"/>
              <a:t>Second level</a:t>
            </a:r>
          </a:p>
          <a:p>
            <a:pPr lvl="2"/>
            <a:r>
              <a:rPr lang="en-US" noProof="0" dirty="0"/>
              <a:t>Third level</a:t>
            </a:r>
          </a:p>
        </p:txBody>
      </p:sp>
      <p:cxnSp>
        <p:nvCxnSpPr>
          <p:cNvPr id="14" name="Straight Connector 13"/>
          <p:cNvCxnSpPr/>
          <p:nvPr userDrawn="1"/>
        </p:nvCxnSpPr>
        <p:spPr>
          <a:xfrm>
            <a:off x="550863" y="1110312"/>
            <a:ext cx="1106487"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5" name="Title Placeholder 1"/>
          <p:cNvSpPr>
            <a:spLocks noGrp="1"/>
          </p:cNvSpPr>
          <p:nvPr>
            <p:ph type="title" hasCustomPrompt="1"/>
          </p:nvPr>
        </p:nvSpPr>
        <p:spPr>
          <a:xfrm>
            <a:off x="550863" y="644525"/>
            <a:ext cx="10129837" cy="465786"/>
          </a:xfrm>
          <a:prstGeom prst="rect">
            <a:avLst/>
          </a:prstGeom>
        </p:spPr>
        <p:txBody>
          <a:bodyPr vert="horz" wrap="square" lIns="0" tIns="0" rIns="0" bIns="0" numCol="1" rtlCol="0" anchor="b" anchorCtr="0">
            <a:noAutofit/>
          </a:bodyPr>
          <a:lstStyle>
            <a:lvl1pPr>
              <a:lnSpc>
                <a:spcPts val="3600"/>
              </a:lnSpc>
              <a:defRPr sz="4400"/>
            </a:lvl1pPr>
          </a:lstStyle>
          <a:p>
            <a:r>
              <a:rPr lang="en-US" dirty="0"/>
              <a:t>click to edit title</a:t>
            </a:r>
            <a:endParaRPr lang="en-US" noProof="0" dirty="0"/>
          </a:p>
        </p:txBody>
      </p:sp>
    </p:spTree>
    <p:extLst>
      <p:ext uri="{BB962C8B-B14F-4D97-AF65-F5344CB8AC3E}">
        <p14:creationId xmlns:p14="http://schemas.microsoft.com/office/powerpoint/2010/main" val="3128968598"/>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1_1 Columns / Title_Content+picture">
    <p:spTree>
      <p:nvGrpSpPr>
        <p:cNvPr id="1" name=""/>
        <p:cNvGrpSpPr/>
        <p:nvPr/>
      </p:nvGrpSpPr>
      <p:grpSpPr>
        <a:xfrm>
          <a:off x="0" y="0"/>
          <a:ext cx="0" cy="0"/>
          <a:chOff x="0" y="0"/>
          <a:chExt cx="0" cy="0"/>
        </a:xfrm>
      </p:grpSpPr>
      <p:sp>
        <p:nvSpPr>
          <p:cNvPr id="6" name="Content Placeholder 3"/>
          <p:cNvSpPr>
            <a:spLocks noGrp="1"/>
          </p:cNvSpPr>
          <p:nvPr>
            <p:ph sz="half" idx="11" hasCustomPrompt="1"/>
          </p:nvPr>
        </p:nvSpPr>
        <p:spPr>
          <a:xfrm>
            <a:off x="550863" y="1293703"/>
            <a:ext cx="4999583" cy="4749910"/>
          </a:xfrm>
          <a:prstGeom prst="rect">
            <a:avLst/>
          </a:prstGeom>
        </p:spPr>
        <p:txBody>
          <a:bodyPr lIns="90000">
            <a:noAutofit/>
          </a:bodyPr>
          <a:lstStyle>
            <a:lvl1pPr>
              <a:defRPr sz="1600" b="0" i="0">
                <a:latin typeface="Source Sans Pro" charset="0"/>
                <a:ea typeface="Source Sans Pro" charset="0"/>
                <a:cs typeface="Source Sans Pro" charset="0"/>
              </a:defRPr>
            </a:lvl1pPr>
            <a:lvl2pPr>
              <a:defRPr sz="1600" b="0" i="0">
                <a:latin typeface="Source Sans Pro" charset="0"/>
                <a:ea typeface="Source Sans Pro" charset="0"/>
                <a:cs typeface="Source Sans Pro" charset="0"/>
              </a:defRPr>
            </a:lvl2pPr>
            <a:lvl3pPr>
              <a:defRPr sz="1600" b="0" i="0">
                <a:latin typeface="Source Sans Pro" charset="0"/>
                <a:ea typeface="Source Sans Pro" charset="0"/>
                <a:cs typeface="Source Sans Pro" charset="0"/>
              </a:defRPr>
            </a:lvl3pPr>
            <a:lvl4pPr>
              <a:defRPr sz="1600" b="0" i="0">
                <a:latin typeface="Source Sans Pro" charset="0"/>
                <a:ea typeface="Source Sans Pro" charset="0"/>
                <a:cs typeface="Source Sans Pro" charset="0"/>
              </a:defRPr>
            </a:lvl4pPr>
            <a:lvl5pPr>
              <a:defRPr sz="1600"/>
            </a:lvl5pPr>
            <a:lvl6pPr>
              <a:defRPr sz="1600"/>
            </a:lvl6pPr>
            <a:lvl7pPr>
              <a:defRPr sz="1600"/>
            </a:lvl7pPr>
            <a:lvl8pPr>
              <a:defRPr sz="1600"/>
            </a:lvl8pPr>
            <a:lvl9pPr>
              <a:defRPr sz="1600"/>
            </a:lvl9pPr>
          </a:lstStyle>
          <a:p>
            <a:pPr lvl="0"/>
            <a:r>
              <a:rPr lang="en-US" noProof="0" dirty="0"/>
              <a:t>Click to edit content</a:t>
            </a:r>
          </a:p>
          <a:p>
            <a:pPr lvl="1"/>
            <a:r>
              <a:rPr lang="en-US" noProof="0" dirty="0"/>
              <a:t>Second level</a:t>
            </a:r>
          </a:p>
          <a:p>
            <a:pPr lvl="2"/>
            <a:r>
              <a:rPr lang="en-US" noProof="0" dirty="0"/>
              <a:t>Third level</a:t>
            </a:r>
          </a:p>
        </p:txBody>
      </p:sp>
      <p:sp>
        <p:nvSpPr>
          <p:cNvPr id="8" name="Content Placeholder 3"/>
          <p:cNvSpPr>
            <a:spLocks noGrp="1"/>
          </p:cNvSpPr>
          <p:nvPr>
            <p:ph sz="half" idx="12" hasCustomPrompt="1"/>
          </p:nvPr>
        </p:nvSpPr>
        <p:spPr>
          <a:xfrm>
            <a:off x="5681117" y="1293703"/>
            <a:ext cx="4999583" cy="4749910"/>
          </a:xfrm>
          <a:prstGeom prst="rect">
            <a:avLst/>
          </a:prstGeom>
        </p:spPr>
        <p:txBody>
          <a:bodyPr lIns="90000">
            <a:noAutofit/>
          </a:bodyPr>
          <a:lstStyle>
            <a:lvl1pPr>
              <a:defRPr sz="1600" b="0" i="0">
                <a:latin typeface="Source Sans Pro" charset="0"/>
                <a:ea typeface="Source Sans Pro" charset="0"/>
                <a:cs typeface="Source Sans Pro" charset="0"/>
              </a:defRPr>
            </a:lvl1pPr>
            <a:lvl2pPr>
              <a:defRPr sz="1600" b="0" i="0">
                <a:latin typeface="Source Sans Pro" charset="0"/>
                <a:ea typeface="Source Sans Pro" charset="0"/>
                <a:cs typeface="Source Sans Pro" charset="0"/>
              </a:defRPr>
            </a:lvl2pPr>
            <a:lvl3pPr>
              <a:defRPr sz="1600" b="0" i="0">
                <a:latin typeface="Source Sans Pro" charset="0"/>
                <a:ea typeface="Source Sans Pro" charset="0"/>
                <a:cs typeface="Source Sans Pro" charset="0"/>
              </a:defRPr>
            </a:lvl3pPr>
            <a:lvl4pPr>
              <a:defRPr sz="1600" b="0" i="0">
                <a:latin typeface="Source Sans Pro" charset="0"/>
                <a:ea typeface="Source Sans Pro" charset="0"/>
                <a:cs typeface="Source Sans Pro" charset="0"/>
              </a:defRPr>
            </a:lvl4pPr>
            <a:lvl5pPr>
              <a:defRPr sz="1600"/>
            </a:lvl5pPr>
            <a:lvl6pPr>
              <a:defRPr sz="1600"/>
            </a:lvl6pPr>
            <a:lvl7pPr>
              <a:defRPr sz="1600"/>
            </a:lvl7pPr>
            <a:lvl8pPr>
              <a:defRPr sz="1600"/>
            </a:lvl8pPr>
            <a:lvl9pPr>
              <a:defRPr sz="1600"/>
            </a:lvl9pPr>
          </a:lstStyle>
          <a:p>
            <a:pPr lvl="0"/>
            <a:r>
              <a:rPr lang="en-US" noProof="0" dirty="0"/>
              <a:t>Click to edit content</a:t>
            </a:r>
          </a:p>
          <a:p>
            <a:pPr lvl="1"/>
            <a:r>
              <a:rPr lang="en-US" noProof="0" dirty="0"/>
              <a:t>Second level</a:t>
            </a:r>
          </a:p>
          <a:p>
            <a:pPr lvl="2"/>
            <a:r>
              <a:rPr lang="en-US" noProof="0" dirty="0"/>
              <a:t>Third level</a:t>
            </a:r>
          </a:p>
        </p:txBody>
      </p:sp>
      <p:cxnSp>
        <p:nvCxnSpPr>
          <p:cNvPr id="10" name="Straight Connector 9"/>
          <p:cNvCxnSpPr/>
          <p:nvPr userDrawn="1"/>
        </p:nvCxnSpPr>
        <p:spPr>
          <a:xfrm>
            <a:off x="550863" y="1110312"/>
            <a:ext cx="1106487"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1" name="Title Placeholder 1"/>
          <p:cNvSpPr>
            <a:spLocks noGrp="1"/>
          </p:cNvSpPr>
          <p:nvPr>
            <p:ph type="title" hasCustomPrompt="1"/>
          </p:nvPr>
        </p:nvSpPr>
        <p:spPr>
          <a:xfrm>
            <a:off x="550863" y="644525"/>
            <a:ext cx="10129837" cy="465786"/>
          </a:xfrm>
          <a:prstGeom prst="rect">
            <a:avLst/>
          </a:prstGeom>
        </p:spPr>
        <p:txBody>
          <a:bodyPr vert="horz" wrap="square" lIns="0" tIns="0" rIns="0" bIns="0" numCol="1" rtlCol="0" anchor="b" anchorCtr="0">
            <a:noAutofit/>
          </a:bodyPr>
          <a:lstStyle>
            <a:lvl1pPr>
              <a:lnSpc>
                <a:spcPts val="3600"/>
              </a:lnSpc>
              <a:defRPr sz="4400"/>
            </a:lvl1pPr>
          </a:lstStyle>
          <a:p>
            <a:r>
              <a:rPr lang="en-US" dirty="0"/>
              <a:t>click to edit title</a:t>
            </a:r>
            <a:endParaRPr lang="en-US" noProof="0" dirty="0"/>
          </a:p>
        </p:txBody>
      </p:sp>
    </p:spTree>
    <p:extLst>
      <p:ext uri="{BB962C8B-B14F-4D97-AF65-F5344CB8AC3E}">
        <p14:creationId xmlns:p14="http://schemas.microsoft.com/office/powerpoint/2010/main" val="224639924"/>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1_2 Columns / Title_Content - Conf">
    <p:spTree>
      <p:nvGrpSpPr>
        <p:cNvPr id="1" name=""/>
        <p:cNvGrpSpPr/>
        <p:nvPr/>
      </p:nvGrpSpPr>
      <p:grpSpPr>
        <a:xfrm>
          <a:off x="0" y="0"/>
          <a:ext cx="0" cy="0"/>
          <a:chOff x="0" y="0"/>
          <a:chExt cx="0" cy="0"/>
        </a:xfrm>
      </p:grpSpPr>
      <p:sp>
        <p:nvSpPr>
          <p:cNvPr id="7" name="Content Placeholder 3"/>
          <p:cNvSpPr>
            <a:spLocks noGrp="1"/>
          </p:cNvSpPr>
          <p:nvPr>
            <p:ph sz="half" idx="11" hasCustomPrompt="1"/>
          </p:nvPr>
        </p:nvSpPr>
        <p:spPr>
          <a:xfrm>
            <a:off x="550863" y="1293703"/>
            <a:ext cx="10129837" cy="4749910"/>
          </a:xfrm>
          <a:prstGeom prst="rect">
            <a:avLst/>
          </a:prstGeom>
        </p:spPr>
        <p:txBody>
          <a:bodyPr lIns="90000" numCol="2">
            <a:noAutofit/>
          </a:bodyPr>
          <a:lstStyle>
            <a:lvl1pPr>
              <a:defRPr sz="1600" b="0" i="0">
                <a:latin typeface="Source Sans Pro" charset="0"/>
                <a:ea typeface="Source Sans Pro" charset="0"/>
                <a:cs typeface="Source Sans Pro" charset="0"/>
              </a:defRPr>
            </a:lvl1pPr>
            <a:lvl2pPr>
              <a:defRPr sz="1600" b="0" i="0">
                <a:latin typeface="Source Sans Pro" charset="0"/>
                <a:ea typeface="Source Sans Pro" charset="0"/>
                <a:cs typeface="Source Sans Pro" charset="0"/>
              </a:defRPr>
            </a:lvl2pPr>
            <a:lvl3pPr>
              <a:defRPr sz="1600" b="0" i="0">
                <a:latin typeface="Source Sans Pro" charset="0"/>
                <a:ea typeface="Source Sans Pro" charset="0"/>
                <a:cs typeface="Source Sans Pro" charset="0"/>
              </a:defRPr>
            </a:lvl3pPr>
            <a:lvl4pPr>
              <a:defRPr sz="1600" b="0" i="0">
                <a:latin typeface="Source Sans Pro" charset="0"/>
                <a:ea typeface="Source Sans Pro" charset="0"/>
                <a:cs typeface="Source Sans Pro" charset="0"/>
              </a:defRPr>
            </a:lvl4pPr>
            <a:lvl5pPr>
              <a:defRPr sz="1600"/>
            </a:lvl5pPr>
            <a:lvl6pPr>
              <a:defRPr sz="1600"/>
            </a:lvl6pPr>
            <a:lvl7pPr>
              <a:defRPr sz="1600"/>
            </a:lvl7pPr>
            <a:lvl8pPr>
              <a:defRPr sz="1600"/>
            </a:lvl8pPr>
            <a:lvl9pPr>
              <a:defRPr sz="1600"/>
            </a:lvl9pPr>
          </a:lstStyle>
          <a:p>
            <a:pPr lvl="0"/>
            <a:r>
              <a:rPr lang="en-US" noProof="0" dirty="0"/>
              <a:t>Click to edit content</a:t>
            </a:r>
          </a:p>
          <a:p>
            <a:pPr lvl="1"/>
            <a:r>
              <a:rPr lang="en-US" noProof="0" dirty="0"/>
              <a:t>Second level</a:t>
            </a:r>
          </a:p>
          <a:p>
            <a:pPr lvl="2"/>
            <a:r>
              <a:rPr lang="en-US" noProof="0" dirty="0"/>
              <a:t>Third level</a:t>
            </a:r>
          </a:p>
        </p:txBody>
      </p:sp>
      <p:cxnSp>
        <p:nvCxnSpPr>
          <p:cNvPr id="6" name="Straight Connector 5"/>
          <p:cNvCxnSpPr/>
          <p:nvPr userDrawn="1"/>
        </p:nvCxnSpPr>
        <p:spPr>
          <a:xfrm>
            <a:off x="550863" y="1110312"/>
            <a:ext cx="1106487"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8" name="Title Placeholder 1"/>
          <p:cNvSpPr>
            <a:spLocks noGrp="1"/>
          </p:cNvSpPr>
          <p:nvPr>
            <p:ph type="title" hasCustomPrompt="1"/>
          </p:nvPr>
        </p:nvSpPr>
        <p:spPr>
          <a:xfrm>
            <a:off x="550863" y="644525"/>
            <a:ext cx="10129837" cy="465786"/>
          </a:xfrm>
          <a:prstGeom prst="rect">
            <a:avLst/>
          </a:prstGeom>
        </p:spPr>
        <p:txBody>
          <a:bodyPr vert="horz" wrap="square" lIns="0" tIns="0" rIns="0" bIns="0" numCol="1" rtlCol="0" anchor="b" anchorCtr="0">
            <a:noAutofit/>
          </a:bodyPr>
          <a:lstStyle>
            <a:lvl1pPr>
              <a:lnSpc>
                <a:spcPts val="3600"/>
              </a:lnSpc>
              <a:defRPr sz="4400"/>
            </a:lvl1pPr>
          </a:lstStyle>
          <a:p>
            <a:r>
              <a:rPr lang="en-US" dirty="0"/>
              <a:t>click to edit title</a:t>
            </a:r>
            <a:endParaRPr lang="en-US" noProof="0" dirty="0"/>
          </a:p>
        </p:txBody>
      </p:sp>
    </p:spTree>
    <p:extLst>
      <p:ext uri="{BB962C8B-B14F-4D97-AF65-F5344CB8AC3E}">
        <p14:creationId xmlns:p14="http://schemas.microsoft.com/office/powerpoint/2010/main" val="3694454569"/>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1_2 Column / Title_Subtitle_Content - Conf">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554378" y="1293703"/>
            <a:ext cx="4996068" cy="432049"/>
          </a:xfrm>
          <a:prstGeom prst="rect">
            <a:avLst/>
          </a:prstGeom>
        </p:spPr>
        <p:txBody>
          <a:bodyPr lIns="0" tIns="0" rIns="0" bIns="0" anchor="t" anchorCtr="0">
            <a:noAutofit/>
          </a:bodyPr>
          <a:lstStyle>
            <a:lvl1pPr marL="0" indent="0">
              <a:lnSpc>
                <a:spcPts val="2000"/>
              </a:lnSpc>
              <a:buNone/>
              <a:defRPr sz="1800" b="1" i="0" cap="all" baseline="0">
                <a:solidFill>
                  <a:schemeClr val="tx1"/>
                </a:solidFill>
                <a:latin typeface="Source Sans Pro" charset="0"/>
                <a:ea typeface="Source Sans Pro" charset="0"/>
                <a:cs typeface="Source Sans Pro" charset="0"/>
              </a:defRPr>
            </a:lvl1pPr>
            <a:lvl2pPr marL="457143" indent="0">
              <a:buNone/>
              <a:defRPr sz="2000" b="1"/>
            </a:lvl2pPr>
            <a:lvl3pPr marL="914286" indent="0">
              <a:buNone/>
              <a:defRPr sz="1800" b="1"/>
            </a:lvl3pPr>
            <a:lvl4pPr marL="1371430" indent="0">
              <a:buNone/>
              <a:defRPr sz="1600" b="1"/>
            </a:lvl4pPr>
            <a:lvl5pPr marL="1828573" indent="0">
              <a:buNone/>
              <a:defRPr sz="1600" b="1"/>
            </a:lvl5pPr>
            <a:lvl6pPr marL="2285718" indent="0">
              <a:buNone/>
              <a:defRPr sz="1600" b="1"/>
            </a:lvl6pPr>
            <a:lvl7pPr marL="2742858" indent="0">
              <a:buNone/>
              <a:defRPr sz="1600" b="1"/>
            </a:lvl7pPr>
            <a:lvl8pPr marL="3200000" indent="0">
              <a:buNone/>
              <a:defRPr sz="1600" b="1"/>
            </a:lvl8pPr>
            <a:lvl9pPr marL="3657143" indent="0">
              <a:buNone/>
              <a:defRPr sz="1600" b="1"/>
            </a:lvl9pPr>
          </a:lstStyle>
          <a:p>
            <a:pPr lvl="0"/>
            <a:r>
              <a:rPr lang="en-US" noProof="0" dirty="0"/>
              <a:t>Click to edit title style</a:t>
            </a:r>
          </a:p>
        </p:txBody>
      </p:sp>
      <p:sp>
        <p:nvSpPr>
          <p:cNvPr id="9" name="Content Placeholder 3"/>
          <p:cNvSpPr>
            <a:spLocks noGrp="1"/>
          </p:cNvSpPr>
          <p:nvPr>
            <p:ph sz="half" idx="11" hasCustomPrompt="1"/>
          </p:nvPr>
        </p:nvSpPr>
        <p:spPr>
          <a:xfrm>
            <a:off x="550863" y="1869761"/>
            <a:ext cx="10129837" cy="4173852"/>
          </a:xfrm>
          <a:prstGeom prst="rect">
            <a:avLst/>
          </a:prstGeom>
        </p:spPr>
        <p:txBody>
          <a:bodyPr lIns="90000" numCol="2">
            <a:noAutofit/>
          </a:bodyPr>
          <a:lstStyle>
            <a:lvl1pPr>
              <a:defRPr sz="1600" b="0" i="0">
                <a:latin typeface="Source Sans Pro" charset="0"/>
                <a:ea typeface="Source Sans Pro" charset="0"/>
                <a:cs typeface="Source Sans Pro" charset="0"/>
              </a:defRPr>
            </a:lvl1pPr>
            <a:lvl2pPr>
              <a:defRPr sz="1600" b="0" i="0">
                <a:latin typeface="Source Sans Pro" charset="0"/>
                <a:ea typeface="Source Sans Pro" charset="0"/>
                <a:cs typeface="Source Sans Pro" charset="0"/>
              </a:defRPr>
            </a:lvl2pPr>
            <a:lvl3pPr>
              <a:defRPr sz="1600" b="0" i="0">
                <a:latin typeface="Source Sans Pro" charset="0"/>
                <a:ea typeface="Source Sans Pro" charset="0"/>
                <a:cs typeface="Source Sans Pro" charset="0"/>
              </a:defRPr>
            </a:lvl3pPr>
            <a:lvl4pPr>
              <a:defRPr sz="1400" b="0" i="0">
                <a:latin typeface="Source Sans Pro" charset="0"/>
                <a:ea typeface="Source Sans Pro" charset="0"/>
                <a:cs typeface="Source Sans Pro" charset="0"/>
              </a:defRPr>
            </a:lvl4pPr>
            <a:lvl5pPr>
              <a:defRPr sz="1600"/>
            </a:lvl5pPr>
            <a:lvl6pPr>
              <a:defRPr sz="1600"/>
            </a:lvl6pPr>
            <a:lvl7pPr>
              <a:defRPr sz="1600"/>
            </a:lvl7pPr>
            <a:lvl8pPr>
              <a:defRPr sz="1600"/>
            </a:lvl8pPr>
            <a:lvl9pPr>
              <a:defRPr sz="1600"/>
            </a:lvl9pPr>
          </a:lstStyle>
          <a:p>
            <a:pPr lvl="0"/>
            <a:r>
              <a:rPr lang="en-US" noProof="0" dirty="0"/>
              <a:t>Click to edit content</a:t>
            </a:r>
          </a:p>
          <a:p>
            <a:pPr lvl="1"/>
            <a:r>
              <a:rPr lang="en-US" noProof="0" dirty="0"/>
              <a:t>Second level</a:t>
            </a:r>
          </a:p>
          <a:p>
            <a:pPr lvl="2"/>
            <a:r>
              <a:rPr lang="en-US" noProof="0" dirty="0"/>
              <a:t>Third level</a:t>
            </a:r>
          </a:p>
        </p:txBody>
      </p:sp>
      <p:cxnSp>
        <p:nvCxnSpPr>
          <p:cNvPr id="7" name="Straight Connector 6"/>
          <p:cNvCxnSpPr/>
          <p:nvPr userDrawn="1"/>
        </p:nvCxnSpPr>
        <p:spPr>
          <a:xfrm>
            <a:off x="550863" y="1110312"/>
            <a:ext cx="1106487"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8" name="Title Placeholder 1"/>
          <p:cNvSpPr>
            <a:spLocks noGrp="1"/>
          </p:cNvSpPr>
          <p:nvPr>
            <p:ph type="title" hasCustomPrompt="1"/>
          </p:nvPr>
        </p:nvSpPr>
        <p:spPr>
          <a:xfrm>
            <a:off x="550863" y="644525"/>
            <a:ext cx="10129837" cy="465786"/>
          </a:xfrm>
          <a:prstGeom prst="rect">
            <a:avLst/>
          </a:prstGeom>
        </p:spPr>
        <p:txBody>
          <a:bodyPr vert="horz" wrap="square" lIns="0" tIns="0" rIns="0" bIns="0" numCol="1" rtlCol="0" anchor="b" anchorCtr="0">
            <a:noAutofit/>
          </a:bodyPr>
          <a:lstStyle>
            <a:lvl1pPr>
              <a:lnSpc>
                <a:spcPts val="3600"/>
              </a:lnSpc>
              <a:defRPr sz="4400"/>
            </a:lvl1pPr>
          </a:lstStyle>
          <a:p>
            <a:r>
              <a:rPr lang="en-US" dirty="0"/>
              <a:t>click to edit title</a:t>
            </a:r>
            <a:endParaRPr lang="en-US" noProof="0" dirty="0"/>
          </a:p>
        </p:txBody>
      </p:sp>
    </p:spTree>
    <p:extLst>
      <p:ext uri="{BB962C8B-B14F-4D97-AF65-F5344CB8AC3E}">
        <p14:creationId xmlns:p14="http://schemas.microsoft.com/office/powerpoint/2010/main" val="2427816695"/>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1_2 Columns/ Comparison - Conf">
    <p:spTree>
      <p:nvGrpSpPr>
        <p:cNvPr id="1" name=""/>
        <p:cNvGrpSpPr/>
        <p:nvPr/>
      </p:nvGrpSpPr>
      <p:grpSpPr>
        <a:xfrm>
          <a:off x="0" y="0"/>
          <a:ext cx="0" cy="0"/>
          <a:chOff x="0" y="0"/>
          <a:chExt cx="0" cy="0"/>
        </a:xfrm>
      </p:grpSpPr>
      <p:sp>
        <p:nvSpPr>
          <p:cNvPr id="7" name="Text Placeholder 2"/>
          <p:cNvSpPr>
            <a:spLocks noGrp="1"/>
          </p:cNvSpPr>
          <p:nvPr>
            <p:ph type="body" idx="1" hasCustomPrompt="1"/>
          </p:nvPr>
        </p:nvSpPr>
        <p:spPr>
          <a:xfrm>
            <a:off x="554378" y="1293703"/>
            <a:ext cx="4996068" cy="432049"/>
          </a:xfrm>
          <a:prstGeom prst="rect">
            <a:avLst/>
          </a:prstGeom>
        </p:spPr>
        <p:txBody>
          <a:bodyPr lIns="0" tIns="0" rIns="0" bIns="0" anchor="t" anchorCtr="0">
            <a:noAutofit/>
          </a:bodyPr>
          <a:lstStyle>
            <a:lvl1pPr marL="0" indent="0">
              <a:lnSpc>
                <a:spcPts val="2000"/>
              </a:lnSpc>
              <a:buNone/>
              <a:defRPr sz="1800" b="1" i="0" cap="all" baseline="0">
                <a:solidFill>
                  <a:schemeClr val="tx1"/>
                </a:solidFill>
                <a:latin typeface="Source Sans Pro" charset="0"/>
                <a:ea typeface="Source Sans Pro" charset="0"/>
                <a:cs typeface="Source Sans Pro" charset="0"/>
              </a:defRPr>
            </a:lvl1pPr>
            <a:lvl2pPr marL="457143" indent="0">
              <a:buNone/>
              <a:defRPr sz="2000" b="1"/>
            </a:lvl2pPr>
            <a:lvl3pPr marL="914286" indent="0">
              <a:buNone/>
              <a:defRPr sz="1800" b="1"/>
            </a:lvl3pPr>
            <a:lvl4pPr marL="1371430" indent="0">
              <a:buNone/>
              <a:defRPr sz="1600" b="1"/>
            </a:lvl4pPr>
            <a:lvl5pPr marL="1828573" indent="0">
              <a:buNone/>
              <a:defRPr sz="1600" b="1"/>
            </a:lvl5pPr>
            <a:lvl6pPr marL="2285718" indent="0">
              <a:buNone/>
              <a:defRPr sz="1600" b="1"/>
            </a:lvl6pPr>
            <a:lvl7pPr marL="2742858" indent="0">
              <a:buNone/>
              <a:defRPr sz="1600" b="1"/>
            </a:lvl7pPr>
            <a:lvl8pPr marL="3200000" indent="0">
              <a:buNone/>
              <a:defRPr sz="1600" b="1"/>
            </a:lvl8pPr>
            <a:lvl9pPr marL="3657143" indent="0">
              <a:buNone/>
              <a:defRPr sz="1600" b="1"/>
            </a:lvl9pPr>
          </a:lstStyle>
          <a:p>
            <a:pPr lvl="0"/>
            <a:r>
              <a:rPr lang="en-US" noProof="0" dirty="0"/>
              <a:t>Click to edit title style</a:t>
            </a:r>
          </a:p>
        </p:txBody>
      </p:sp>
      <p:sp>
        <p:nvSpPr>
          <p:cNvPr id="9" name="Content Placeholder 3"/>
          <p:cNvSpPr>
            <a:spLocks noGrp="1"/>
          </p:cNvSpPr>
          <p:nvPr>
            <p:ph sz="half" idx="13" hasCustomPrompt="1"/>
          </p:nvPr>
        </p:nvSpPr>
        <p:spPr>
          <a:xfrm>
            <a:off x="550863" y="1869761"/>
            <a:ext cx="4999583" cy="4173852"/>
          </a:xfrm>
          <a:prstGeom prst="rect">
            <a:avLst/>
          </a:prstGeom>
        </p:spPr>
        <p:txBody>
          <a:bodyPr lIns="90000">
            <a:noAutofit/>
          </a:bodyPr>
          <a:lstStyle>
            <a:lvl1pPr>
              <a:defRPr sz="1600" b="0" i="0">
                <a:latin typeface="Source Sans Pro" charset="0"/>
                <a:ea typeface="Source Sans Pro" charset="0"/>
                <a:cs typeface="Source Sans Pro" charset="0"/>
              </a:defRPr>
            </a:lvl1pPr>
            <a:lvl2pPr>
              <a:defRPr sz="1600" b="0" i="0">
                <a:latin typeface="Source Sans Pro" charset="0"/>
                <a:ea typeface="Source Sans Pro" charset="0"/>
                <a:cs typeface="Source Sans Pro" charset="0"/>
              </a:defRPr>
            </a:lvl2pPr>
            <a:lvl3pPr>
              <a:defRPr sz="1600" b="0" i="0">
                <a:latin typeface="Source Sans Pro" charset="0"/>
                <a:ea typeface="Source Sans Pro" charset="0"/>
                <a:cs typeface="Source Sans Pro" charset="0"/>
              </a:defRPr>
            </a:lvl3pPr>
            <a:lvl4pPr>
              <a:defRPr sz="1600" b="0" i="0">
                <a:latin typeface="Source Sans Pro" charset="0"/>
                <a:ea typeface="Source Sans Pro" charset="0"/>
                <a:cs typeface="Source Sans Pro" charset="0"/>
              </a:defRPr>
            </a:lvl4pPr>
            <a:lvl5pPr>
              <a:defRPr sz="1600"/>
            </a:lvl5pPr>
            <a:lvl6pPr>
              <a:defRPr sz="1600"/>
            </a:lvl6pPr>
            <a:lvl7pPr>
              <a:defRPr sz="1600"/>
            </a:lvl7pPr>
            <a:lvl8pPr>
              <a:defRPr sz="1600"/>
            </a:lvl8pPr>
            <a:lvl9pPr>
              <a:defRPr sz="1600"/>
            </a:lvl9pPr>
          </a:lstStyle>
          <a:p>
            <a:pPr lvl="0"/>
            <a:r>
              <a:rPr lang="en-US" noProof="0" dirty="0"/>
              <a:t>Click to edit content</a:t>
            </a:r>
          </a:p>
          <a:p>
            <a:pPr lvl="1"/>
            <a:r>
              <a:rPr lang="en-US" noProof="0" dirty="0"/>
              <a:t>Second level</a:t>
            </a:r>
          </a:p>
          <a:p>
            <a:pPr lvl="2"/>
            <a:r>
              <a:rPr lang="en-US" noProof="0" dirty="0"/>
              <a:t>Third level</a:t>
            </a:r>
          </a:p>
        </p:txBody>
      </p:sp>
      <p:sp>
        <p:nvSpPr>
          <p:cNvPr id="11" name="Text Placeholder 2"/>
          <p:cNvSpPr>
            <a:spLocks noGrp="1"/>
          </p:cNvSpPr>
          <p:nvPr>
            <p:ph type="body" idx="14" hasCustomPrompt="1"/>
          </p:nvPr>
        </p:nvSpPr>
        <p:spPr>
          <a:xfrm>
            <a:off x="5684632" y="1293703"/>
            <a:ext cx="4996068" cy="432049"/>
          </a:xfrm>
          <a:prstGeom prst="rect">
            <a:avLst/>
          </a:prstGeom>
        </p:spPr>
        <p:txBody>
          <a:bodyPr lIns="0" tIns="0" rIns="0" bIns="0" anchor="t" anchorCtr="0">
            <a:noAutofit/>
          </a:bodyPr>
          <a:lstStyle>
            <a:lvl1pPr marL="0" indent="0">
              <a:lnSpc>
                <a:spcPts val="2000"/>
              </a:lnSpc>
              <a:buNone/>
              <a:defRPr sz="1800" b="1" i="0" cap="all" baseline="0">
                <a:solidFill>
                  <a:schemeClr val="tx1"/>
                </a:solidFill>
                <a:latin typeface="Source Sans Pro" charset="0"/>
                <a:ea typeface="Source Sans Pro" charset="0"/>
                <a:cs typeface="Source Sans Pro" charset="0"/>
              </a:defRPr>
            </a:lvl1pPr>
            <a:lvl2pPr marL="457143" indent="0">
              <a:buNone/>
              <a:defRPr sz="2000" b="1"/>
            </a:lvl2pPr>
            <a:lvl3pPr marL="914286" indent="0">
              <a:buNone/>
              <a:defRPr sz="1800" b="1"/>
            </a:lvl3pPr>
            <a:lvl4pPr marL="1371430" indent="0">
              <a:buNone/>
              <a:defRPr sz="1600" b="1"/>
            </a:lvl4pPr>
            <a:lvl5pPr marL="1828573" indent="0">
              <a:buNone/>
              <a:defRPr sz="1600" b="1"/>
            </a:lvl5pPr>
            <a:lvl6pPr marL="2285718" indent="0">
              <a:buNone/>
              <a:defRPr sz="1600" b="1"/>
            </a:lvl6pPr>
            <a:lvl7pPr marL="2742858" indent="0">
              <a:buNone/>
              <a:defRPr sz="1600" b="1"/>
            </a:lvl7pPr>
            <a:lvl8pPr marL="3200000" indent="0">
              <a:buNone/>
              <a:defRPr sz="1600" b="1"/>
            </a:lvl8pPr>
            <a:lvl9pPr marL="3657143" indent="0">
              <a:buNone/>
              <a:defRPr sz="1600" b="1"/>
            </a:lvl9pPr>
          </a:lstStyle>
          <a:p>
            <a:pPr lvl="0"/>
            <a:r>
              <a:rPr lang="en-US" noProof="0" dirty="0"/>
              <a:t>Click to edit title style</a:t>
            </a:r>
          </a:p>
        </p:txBody>
      </p:sp>
      <p:sp>
        <p:nvSpPr>
          <p:cNvPr id="13" name="Content Placeholder 3"/>
          <p:cNvSpPr>
            <a:spLocks noGrp="1"/>
          </p:cNvSpPr>
          <p:nvPr>
            <p:ph sz="half" idx="15" hasCustomPrompt="1"/>
          </p:nvPr>
        </p:nvSpPr>
        <p:spPr>
          <a:xfrm>
            <a:off x="5681117" y="1869761"/>
            <a:ext cx="4999583" cy="4173852"/>
          </a:xfrm>
          <a:prstGeom prst="rect">
            <a:avLst/>
          </a:prstGeom>
        </p:spPr>
        <p:txBody>
          <a:bodyPr lIns="90000">
            <a:noAutofit/>
          </a:bodyPr>
          <a:lstStyle>
            <a:lvl1pPr>
              <a:defRPr sz="1600" b="0" i="0">
                <a:latin typeface="Source Sans Pro" charset="0"/>
                <a:ea typeface="Source Sans Pro" charset="0"/>
                <a:cs typeface="Source Sans Pro" charset="0"/>
              </a:defRPr>
            </a:lvl1pPr>
            <a:lvl2pPr>
              <a:defRPr sz="1600" b="0" i="0">
                <a:latin typeface="Source Sans Pro" charset="0"/>
                <a:ea typeface="Source Sans Pro" charset="0"/>
                <a:cs typeface="Source Sans Pro" charset="0"/>
              </a:defRPr>
            </a:lvl2pPr>
            <a:lvl3pPr>
              <a:defRPr sz="1600" b="0" i="0">
                <a:latin typeface="Source Sans Pro" charset="0"/>
                <a:ea typeface="Source Sans Pro" charset="0"/>
                <a:cs typeface="Source Sans Pro" charset="0"/>
              </a:defRPr>
            </a:lvl3pPr>
            <a:lvl4pPr>
              <a:defRPr sz="1600" b="0" i="0">
                <a:latin typeface="Source Sans Pro" charset="0"/>
                <a:ea typeface="Source Sans Pro" charset="0"/>
                <a:cs typeface="Source Sans Pro" charset="0"/>
              </a:defRPr>
            </a:lvl4pPr>
            <a:lvl5pPr>
              <a:defRPr sz="1600"/>
            </a:lvl5pPr>
            <a:lvl6pPr>
              <a:defRPr sz="1600"/>
            </a:lvl6pPr>
            <a:lvl7pPr>
              <a:defRPr sz="1600"/>
            </a:lvl7pPr>
            <a:lvl8pPr>
              <a:defRPr sz="1600"/>
            </a:lvl8pPr>
            <a:lvl9pPr>
              <a:defRPr sz="1600"/>
            </a:lvl9pPr>
          </a:lstStyle>
          <a:p>
            <a:pPr lvl="0"/>
            <a:r>
              <a:rPr lang="en-US" noProof="0" dirty="0"/>
              <a:t>Click to edit content</a:t>
            </a:r>
          </a:p>
          <a:p>
            <a:pPr lvl="1"/>
            <a:r>
              <a:rPr lang="en-US" noProof="0" dirty="0"/>
              <a:t>Second level</a:t>
            </a:r>
          </a:p>
          <a:p>
            <a:pPr lvl="2"/>
            <a:r>
              <a:rPr lang="en-US" noProof="0" dirty="0"/>
              <a:t>Third level</a:t>
            </a:r>
          </a:p>
        </p:txBody>
      </p:sp>
      <p:cxnSp>
        <p:nvCxnSpPr>
          <p:cNvPr id="10" name="Straight Connector 9"/>
          <p:cNvCxnSpPr/>
          <p:nvPr userDrawn="1"/>
        </p:nvCxnSpPr>
        <p:spPr>
          <a:xfrm>
            <a:off x="550863" y="1110312"/>
            <a:ext cx="1106487"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2" name="Title Placeholder 1"/>
          <p:cNvSpPr>
            <a:spLocks noGrp="1"/>
          </p:cNvSpPr>
          <p:nvPr>
            <p:ph type="title" hasCustomPrompt="1"/>
          </p:nvPr>
        </p:nvSpPr>
        <p:spPr>
          <a:xfrm>
            <a:off x="550863" y="644525"/>
            <a:ext cx="10129837" cy="465786"/>
          </a:xfrm>
          <a:prstGeom prst="rect">
            <a:avLst/>
          </a:prstGeom>
        </p:spPr>
        <p:txBody>
          <a:bodyPr vert="horz" wrap="square" lIns="0" tIns="0" rIns="0" bIns="0" numCol="1" rtlCol="0" anchor="b" anchorCtr="0">
            <a:noAutofit/>
          </a:bodyPr>
          <a:lstStyle>
            <a:lvl1pPr>
              <a:lnSpc>
                <a:spcPts val="3600"/>
              </a:lnSpc>
              <a:defRPr sz="4400"/>
            </a:lvl1pPr>
          </a:lstStyle>
          <a:p>
            <a:r>
              <a:rPr lang="en-US" dirty="0"/>
              <a:t>click to edit title</a:t>
            </a:r>
            <a:endParaRPr lang="en-US" noProof="0" dirty="0"/>
          </a:p>
        </p:txBody>
      </p:sp>
    </p:spTree>
    <p:extLst>
      <p:ext uri="{BB962C8B-B14F-4D97-AF65-F5344CB8AC3E}">
        <p14:creationId xmlns:p14="http://schemas.microsoft.com/office/powerpoint/2010/main" val="4253537980"/>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1_3 Column / Title_Content - Conf">
    <p:spTree>
      <p:nvGrpSpPr>
        <p:cNvPr id="1" name=""/>
        <p:cNvGrpSpPr/>
        <p:nvPr/>
      </p:nvGrpSpPr>
      <p:grpSpPr>
        <a:xfrm>
          <a:off x="0" y="0"/>
          <a:ext cx="0" cy="0"/>
          <a:chOff x="0" y="0"/>
          <a:chExt cx="0" cy="0"/>
        </a:xfrm>
      </p:grpSpPr>
      <p:sp>
        <p:nvSpPr>
          <p:cNvPr id="11" name="Content Placeholder 3"/>
          <p:cNvSpPr>
            <a:spLocks noGrp="1"/>
          </p:cNvSpPr>
          <p:nvPr>
            <p:ph sz="half" idx="2" hasCustomPrompt="1"/>
          </p:nvPr>
        </p:nvSpPr>
        <p:spPr>
          <a:xfrm>
            <a:off x="550862" y="1293703"/>
            <a:ext cx="10129837" cy="4749910"/>
          </a:xfrm>
          <a:prstGeom prst="rect">
            <a:avLst/>
          </a:prstGeom>
        </p:spPr>
        <p:txBody>
          <a:bodyPr lIns="90000" numCol="3">
            <a:noAutofit/>
          </a:bodyPr>
          <a:lstStyle>
            <a:lvl1pPr>
              <a:defRPr sz="1600" b="0" i="0">
                <a:latin typeface="Source Sans Pro" charset="0"/>
                <a:ea typeface="Source Sans Pro" charset="0"/>
                <a:cs typeface="Source Sans Pro" charset="0"/>
              </a:defRPr>
            </a:lvl1pPr>
            <a:lvl2pPr>
              <a:defRPr sz="1600" b="0" i="0">
                <a:latin typeface="Source Sans Pro" charset="0"/>
                <a:ea typeface="Source Sans Pro" charset="0"/>
                <a:cs typeface="Source Sans Pro" charset="0"/>
              </a:defRPr>
            </a:lvl2pPr>
            <a:lvl3pPr>
              <a:defRPr sz="1600" b="0" i="0">
                <a:latin typeface="Source Sans Pro" charset="0"/>
                <a:ea typeface="Source Sans Pro" charset="0"/>
                <a:cs typeface="Source Sans Pro" charset="0"/>
              </a:defRPr>
            </a:lvl3pPr>
            <a:lvl4pPr>
              <a:defRPr sz="1600" b="0" i="0">
                <a:latin typeface="Source Sans Pro" charset="0"/>
                <a:ea typeface="Source Sans Pro" charset="0"/>
                <a:cs typeface="Source Sans Pro" charset="0"/>
              </a:defRPr>
            </a:lvl4pPr>
            <a:lvl5pPr>
              <a:defRPr sz="1600"/>
            </a:lvl5pPr>
            <a:lvl6pPr>
              <a:defRPr sz="1600"/>
            </a:lvl6pPr>
            <a:lvl7pPr>
              <a:defRPr sz="1600"/>
            </a:lvl7pPr>
            <a:lvl8pPr>
              <a:defRPr sz="1600"/>
            </a:lvl8pPr>
            <a:lvl9pPr>
              <a:defRPr sz="1600"/>
            </a:lvl9pPr>
          </a:lstStyle>
          <a:p>
            <a:pPr lvl="0"/>
            <a:r>
              <a:rPr lang="en-US" noProof="0" dirty="0"/>
              <a:t>Click to edit content</a:t>
            </a:r>
          </a:p>
          <a:p>
            <a:pPr lvl="1"/>
            <a:r>
              <a:rPr lang="en-US" noProof="0" dirty="0"/>
              <a:t>Second level</a:t>
            </a:r>
          </a:p>
          <a:p>
            <a:pPr lvl="2"/>
            <a:r>
              <a:rPr lang="en-US" noProof="0" dirty="0"/>
              <a:t>Third level</a:t>
            </a:r>
          </a:p>
        </p:txBody>
      </p:sp>
      <p:sp>
        <p:nvSpPr>
          <p:cNvPr id="2" name="TextBox 1"/>
          <p:cNvSpPr txBox="1"/>
          <p:nvPr userDrawn="1"/>
        </p:nvSpPr>
        <p:spPr>
          <a:xfrm>
            <a:off x="-3481064" y="-2043608"/>
            <a:ext cx="2376264" cy="215444"/>
          </a:xfrm>
          <a:prstGeom prst="rect">
            <a:avLst/>
          </a:prstGeom>
          <a:noFill/>
        </p:spPr>
        <p:txBody>
          <a:bodyPr wrap="square" lIns="0" tIns="0" rIns="0" bIns="0" numCol="1" spcCol="288000" rtlCol="0">
            <a:spAutoFit/>
          </a:bodyPr>
          <a:lstStyle/>
          <a:p>
            <a:pPr indent="-180000" fontAlgn="auto" latinLnBrk="0">
              <a:spcBef>
                <a:spcPts val="600"/>
              </a:spcBef>
              <a:spcAft>
                <a:spcPts val="0"/>
              </a:spcAft>
            </a:pPr>
            <a:r>
              <a:rPr lang="en-US" sz="1400" b="0" i="0" dirty="0" err="1">
                <a:latin typeface="Source Sans Pro" charset="0"/>
                <a:ea typeface="Source Sans Pro" charset="0"/>
                <a:cs typeface="Source Sans Pro" charset="0"/>
              </a:rPr>
              <a:t>zfegrhtjyufgrtntcvb</a:t>
            </a:r>
            <a:endParaRPr lang="en-US" sz="1400" b="0" i="0" dirty="0">
              <a:latin typeface="Source Sans Pro" charset="0"/>
              <a:ea typeface="Source Sans Pro" charset="0"/>
              <a:cs typeface="Source Sans Pro" charset="0"/>
            </a:endParaRPr>
          </a:p>
        </p:txBody>
      </p:sp>
      <p:cxnSp>
        <p:nvCxnSpPr>
          <p:cNvPr id="9" name="Straight Connector 8"/>
          <p:cNvCxnSpPr/>
          <p:nvPr userDrawn="1"/>
        </p:nvCxnSpPr>
        <p:spPr>
          <a:xfrm>
            <a:off x="550863" y="1110312"/>
            <a:ext cx="1106487"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0" name="Title Placeholder 1"/>
          <p:cNvSpPr>
            <a:spLocks noGrp="1"/>
          </p:cNvSpPr>
          <p:nvPr>
            <p:ph type="title" hasCustomPrompt="1"/>
          </p:nvPr>
        </p:nvSpPr>
        <p:spPr>
          <a:xfrm>
            <a:off x="550863" y="644525"/>
            <a:ext cx="10129837" cy="465786"/>
          </a:xfrm>
          <a:prstGeom prst="rect">
            <a:avLst/>
          </a:prstGeom>
        </p:spPr>
        <p:txBody>
          <a:bodyPr vert="horz" wrap="square" lIns="0" tIns="0" rIns="0" bIns="0" numCol="1" rtlCol="0" anchor="b" anchorCtr="0">
            <a:noAutofit/>
          </a:bodyPr>
          <a:lstStyle>
            <a:lvl1pPr>
              <a:lnSpc>
                <a:spcPts val="3600"/>
              </a:lnSpc>
              <a:defRPr sz="4400"/>
            </a:lvl1pPr>
          </a:lstStyle>
          <a:p>
            <a:r>
              <a:rPr lang="en-US" dirty="0"/>
              <a:t>click to edit title</a:t>
            </a:r>
            <a:endParaRPr lang="en-US" noProof="0" dirty="0"/>
          </a:p>
        </p:txBody>
      </p:sp>
    </p:spTree>
    <p:extLst>
      <p:ext uri="{BB962C8B-B14F-4D97-AF65-F5344CB8AC3E}">
        <p14:creationId xmlns:p14="http://schemas.microsoft.com/office/powerpoint/2010/main" val="1753336905"/>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1_3 Column / Title_Subtitle_Content - Conf">
    <p:spTree>
      <p:nvGrpSpPr>
        <p:cNvPr id="1" name=""/>
        <p:cNvGrpSpPr/>
        <p:nvPr/>
      </p:nvGrpSpPr>
      <p:grpSpPr>
        <a:xfrm>
          <a:off x="0" y="0"/>
          <a:ext cx="0" cy="0"/>
          <a:chOff x="0" y="0"/>
          <a:chExt cx="0" cy="0"/>
        </a:xfrm>
      </p:grpSpPr>
      <p:sp>
        <p:nvSpPr>
          <p:cNvPr id="4" name="Text Placeholder 2"/>
          <p:cNvSpPr>
            <a:spLocks noGrp="1"/>
          </p:cNvSpPr>
          <p:nvPr>
            <p:ph type="body" idx="1" hasCustomPrompt="1"/>
          </p:nvPr>
        </p:nvSpPr>
        <p:spPr>
          <a:xfrm>
            <a:off x="550861" y="1293703"/>
            <a:ext cx="10129838" cy="432049"/>
          </a:xfrm>
          <a:prstGeom prst="rect">
            <a:avLst/>
          </a:prstGeom>
        </p:spPr>
        <p:txBody>
          <a:bodyPr lIns="0" tIns="0" rIns="0" bIns="0" anchor="t" anchorCtr="0">
            <a:noAutofit/>
          </a:bodyPr>
          <a:lstStyle>
            <a:lvl1pPr marL="0" indent="0">
              <a:lnSpc>
                <a:spcPts val="2000"/>
              </a:lnSpc>
              <a:buNone/>
              <a:defRPr sz="1400" b="1" i="0" cap="all" baseline="0">
                <a:solidFill>
                  <a:schemeClr val="tx1"/>
                </a:solidFill>
                <a:latin typeface="Source Sans Pro" charset="0"/>
                <a:ea typeface="Source Sans Pro" charset="0"/>
                <a:cs typeface="Source Sans Pro" charset="0"/>
              </a:defRPr>
            </a:lvl1pPr>
            <a:lvl2pPr marL="457143" indent="0">
              <a:buNone/>
              <a:defRPr sz="2000" b="1"/>
            </a:lvl2pPr>
            <a:lvl3pPr marL="914286" indent="0">
              <a:buNone/>
              <a:defRPr sz="1800" b="1"/>
            </a:lvl3pPr>
            <a:lvl4pPr marL="1371430" indent="0">
              <a:buNone/>
              <a:defRPr sz="1600" b="1"/>
            </a:lvl4pPr>
            <a:lvl5pPr marL="1828573" indent="0">
              <a:buNone/>
              <a:defRPr sz="1600" b="1"/>
            </a:lvl5pPr>
            <a:lvl6pPr marL="2285718" indent="0">
              <a:buNone/>
              <a:defRPr sz="1600" b="1"/>
            </a:lvl6pPr>
            <a:lvl7pPr marL="2742858" indent="0">
              <a:buNone/>
              <a:defRPr sz="1600" b="1"/>
            </a:lvl7pPr>
            <a:lvl8pPr marL="3200000" indent="0">
              <a:buNone/>
              <a:defRPr sz="1600" b="1"/>
            </a:lvl8pPr>
            <a:lvl9pPr marL="3657143" indent="0">
              <a:buNone/>
              <a:defRPr sz="1600" b="1"/>
            </a:lvl9pPr>
          </a:lstStyle>
          <a:p>
            <a:pPr lvl="0"/>
            <a:r>
              <a:rPr lang="en-US" noProof="0" dirty="0"/>
              <a:t>Click to edit title style</a:t>
            </a:r>
          </a:p>
        </p:txBody>
      </p:sp>
      <p:sp>
        <p:nvSpPr>
          <p:cNvPr id="5" name="Content Placeholder 3"/>
          <p:cNvSpPr>
            <a:spLocks noGrp="1"/>
          </p:cNvSpPr>
          <p:nvPr>
            <p:ph sz="half" idx="11" hasCustomPrompt="1"/>
          </p:nvPr>
        </p:nvSpPr>
        <p:spPr>
          <a:xfrm>
            <a:off x="550863" y="1869760"/>
            <a:ext cx="10129836" cy="4173853"/>
          </a:xfrm>
          <a:prstGeom prst="rect">
            <a:avLst/>
          </a:prstGeom>
        </p:spPr>
        <p:txBody>
          <a:bodyPr lIns="90000" numCol="3">
            <a:noAutofit/>
          </a:bodyPr>
          <a:lstStyle>
            <a:lvl1pPr>
              <a:defRPr sz="1600" b="0" i="0">
                <a:latin typeface="Source Sans Pro" charset="0"/>
                <a:ea typeface="Source Sans Pro" charset="0"/>
                <a:cs typeface="Source Sans Pro" charset="0"/>
              </a:defRPr>
            </a:lvl1pPr>
            <a:lvl2pPr>
              <a:defRPr sz="1600" b="0" i="0">
                <a:latin typeface="Source Sans Pro" charset="0"/>
                <a:ea typeface="Source Sans Pro" charset="0"/>
                <a:cs typeface="Source Sans Pro" charset="0"/>
              </a:defRPr>
            </a:lvl2pPr>
            <a:lvl3pPr>
              <a:defRPr sz="1600" b="0" i="0">
                <a:latin typeface="Source Sans Pro" charset="0"/>
                <a:ea typeface="Source Sans Pro" charset="0"/>
                <a:cs typeface="Source Sans Pro" charset="0"/>
              </a:defRPr>
            </a:lvl3pPr>
            <a:lvl4pPr>
              <a:defRPr sz="1600" b="0" i="0">
                <a:latin typeface="Source Sans Pro" charset="0"/>
                <a:ea typeface="Source Sans Pro" charset="0"/>
                <a:cs typeface="Source Sans Pro" charset="0"/>
              </a:defRPr>
            </a:lvl4pPr>
            <a:lvl5pPr>
              <a:defRPr sz="1600"/>
            </a:lvl5pPr>
            <a:lvl6pPr>
              <a:defRPr sz="1600"/>
            </a:lvl6pPr>
            <a:lvl7pPr>
              <a:defRPr sz="1600"/>
            </a:lvl7pPr>
            <a:lvl8pPr>
              <a:defRPr sz="1600"/>
            </a:lvl8pPr>
            <a:lvl9pPr>
              <a:defRPr sz="1600"/>
            </a:lvl9pPr>
          </a:lstStyle>
          <a:p>
            <a:pPr lvl="0"/>
            <a:r>
              <a:rPr lang="en-US" noProof="0" dirty="0"/>
              <a:t>Click to edit content</a:t>
            </a:r>
          </a:p>
          <a:p>
            <a:pPr lvl="1"/>
            <a:r>
              <a:rPr lang="en-US" noProof="0" dirty="0"/>
              <a:t>Second level</a:t>
            </a:r>
          </a:p>
          <a:p>
            <a:pPr lvl="2"/>
            <a:r>
              <a:rPr lang="en-US" noProof="0" dirty="0"/>
              <a:t>Third level</a:t>
            </a:r>
          </a:p>
        </p:txBody>
      </p:sp>
      <p:cxnSp>
        <p:nvCxnSpPr>
          <p:cNvPr id="7" name="Straight Connector 6"/>
          <p:cNvCxnSpPr/>
          <p:nvPr userDrawn="1"/>
        </p:nvCxnSpPr>
        <p:spPr>
          <a:xfrm>
            <a:off x="550863" y="1110312"/>
            <a:ext cx="1106487"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0" name="Title Placeholder 1"/>
          <p:cNvSpPr>
            <a:spLocks noGrp="1"/>
          </p:cNvSpPr>
          <p:nvPr>
            <p:ph type="title" hasCustomPrompt="1"/>
          </p:nvPr>
        </p:nvSpPr>
        <p:spPr>
          <a:xfrm>
            <a:off x="550863" y="644525"/>
            <a:ext cx="10129837" cy="465786"/>
          </a:xfrm>
          <a:prstGeom prst="rect">
            <a:avLst/>
          </a:prstGeom>
        </p:spPr>
        <p:txBody>
          <a:bodyPr vert="horz" wrap="square" lIns="0" tIns="0" rIns="0" bIns="0" numCol="1" rtlCol="0" anchor="b" anchorCtr="0">
            <a:noAutofit/>
          </a:bodyPr>
          <a:lstStyle>
            <a:lvl1pPr>
              <a:lnSpc>
                <a:spcPts val="3600"/>
              </a:lnSpc>
              <a:defRPr sz="4400"/>
            </a:lvl1pPr>
          </a:lstStyle>
          <a:p>
            <a:r>
              <a:rPr lang="en-US" dirty="0"/>
              <a:t>click to edit title</a:t>
            </a:r>
            <a:endParaRPr lang="en-US" noProof="0" dirty="0"/>
          </a:p>
        </p:txBody>
      </p:sp>
    </p:spTree>
    <p:extLst>
      <p:ext uri="{BB962C8B-B14F-4D97-AF65-F5344CB8AC3E}">
        <p14:creationId xmlns:p14="http://schemas.microsoft.com/office/powerpoint/2010/main" val="898641238"/>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1_3 Columns / Comparison - Conf">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551386" y="1293703"/>
            <a:ext cx="3007790" cy="432049"/>
          </a:xfrm>
          <a:prstGeom prst="rect">
            <a:avLst/>
          </a:prstGeom>
        </p:spPr>
        <p:txBody>
          <a:bodyPr lIns="0" tIns="0" rIns="0" bIns="0" anchor="t" anchorCtr="0">
            <a:noAutofit/>
          </a:bodyPr>
          <a:lstStyle>
            <a:lvl1pPr marL="0" indent="0">
              <a:lnSpc>
                <a:spcPts val="2000"/>
              </a:lnSpc>
              <a:buNone/>
              <a:defRPr sz="1800" b="1" i="0" cap="all" baseline="0">
                <a:solidFill>
                  <a:schemeClr val="tx1"/>
                </a:solidFill>
                <a:latin typeface="Source Sans Pro" charset="0"/>
                <a:ea typeface="Source Sans Pro" charset="0"/>
                <a:cs typeface="Source Sans Pro" charset="0"/>
              </a:defRPr>
            </a:lvl1pPr>
            <a:lvl2pPr marL="457143" indent="0">
              <a:buNone/>
              <a:defRPr sz="2000" b="1"/>
            </a:lvl2pPr>
            <a:lvl3pPr marL="914286" indent="0">
              <a:buNone/>
              <a:defRPr sz="1800" b="1"/>
            </a:lvl3pPr>
            <a:lvl4pPr marL="1371430" indent="0">
              <a:buNone/>
              <a:defRPr sz="1600" b="1"/>
            </a:lvl4pPr>
            <a:lvl5pPr marL="1828573" indent="0">
              <a:buNone/>
              <a:defRPr sz="1600" b="1"/>
            </a:lvl5pPr>
            <a:lvl6pPr marL="2285718" indent="0">
              <a:buNone/>
              <a:defRPr sz="1600" b="1"/>
            </a:lvl6pPr>
            <a:lvl7pPr marL="2742858" indent="0">
              <a:buNone/>
              <a:defRPr sz="1600" b="1"/>
            </a:lvl7pPr>
            <a:lvl8pPr marL="3200000" indent="0">
              <a:buNone/>
              <a:defRPr sz="1600" b="1"/>
            </a:lvl8pPr>
            <a:lvl9pPr marL="3657143" indent="0">
              <a:buNone/>
              <a:defRPr sz="1600" b="1"/>
            </a:lvl9pPr>
          </a:lstStyle>
          <a:p>
            <a:pPr lvl="0"/>
            <a:r>
              <a:rPr lang="en-US" noProof="0" dirty="0"/>
              <a:t>Click to edit title style</a:t>
            </a:r>
          </a:p>
        </p:txBody>
      </p:sp>
      <p:sp>
        <p:nvSpPr>
          <p:cNvPr id="14" name="Content Placeholder 3"/>
          <p:cNvSpPr>
            <a:spLocks noGrp="1"/>
          </p:cNvSpPr>
          <p:nvPr>
            <p:ph sz="half" idx="11" hasCustomPrompt="1"/>
          </p:nvPr>
        </p:nvSpPr>
        <p:spPr>
          <a:xfrm>
            <a:off x="551385" y="1869760"/>
            <a:ext cx="3007792" cy="4173853"/>
          </a:xfrm>
          <a:prstGeom prst="rect">
            <a:avLst/>
          </a:prstGeom>
        </p:spPr>
        <p:txBody>
          <a:bodyPr lIns="90000">
            <a:noAutofit/>
          </a:bodyPr>
          <a:lstStyle>
            <a:lvl1pPr>
              <a:defRPr sz="1600" b="0" i="0">
                <a:latin typeface="Source Sans Pro" charset="0"/>
                <a:ea typeface="Source Sans Pro" charset="0"/>
                <a:cs typeface="Source Sans Pro" charset="0"/>
              </a:defRPr>
            </a:lvl1pPr>
            <a:lvl2pPr>
              <a:defRPr sz="1600" b="0" i="0">
                <a:latin typeface="Source Sans Pro" charset="0"/>
                <a:ea typeface="Source Sans Pro" charset="0"/>
                <a:cs typeface="Source Sans Pro" charset="0"/>
              </a:defRPr>
            </a:lvl2pPr>
            <a:lvl3pPr>
              <a:defRPr sz="1600" b="0" i="0">
                <a:latin typeface="Source Sans Pro" charset="0"/>
                <a:ea typeface="Source Sans Pro" charset="0"/>
                <a:cs typeface="Source Sans Pro" charset="0"/>
              </a:defRPr>
            </a:lvl3pPr>
            <a:lvl4pPr>
              <a:defRPr sz="1600" b="0" i="0">
                <a:latin typeface="Source Sans Pro" charset="0"/>
                <a:ea typeface="Source Sans Pro" charset="0"/>
                <a:cs typeface="Source Sans Pro" charset="0"/>
              </a:defRPr>
            </a:lvl4pPr>
            <a:lvl5pPr>
              <a:defRPr sz="1600"/>
            </a:lvl5pPr>
            <a:lvl6pPr>
              <a:defRPr sz="1600"/>
            </a:lvl6pPr>
            <a:lvl7pPr>
              <a:defRPr sz="1600"/>
            </a:lvl7pPr>
            <a:lvl8pPr>
              <a:defRPr sz="1600"/>
            </a:lvl8pPr>
            <a:lvl9pPr>
              <a:defRPr sz="1600"/>
            </a:lvl9pPr>
          </a:lstStyle>
          <a:p>
            <a:pPr lvl="0"/>
            <a:r>
              <a:rPr lang="en-US" noProof="0" dirty="0"/>
              <a:t>Click to edit content</a:t>
            </a:r>
          </a:p>
          <a:p>
            <a:pPr lvl="1"/>
            <a:r>
              <a:rPr lang="en-US" noProof="0" dirty="0"/>
              <a:t>Second level</a:t>
            </a:r>
          </a:p>
          <a:p>
            <a:pPr lvl="2"/>
            <a:r>
              <a:rPr lang="en-US" noProof="0" dirty="0"/>
              <a:t>Third level</a:t>
            </a:r>
          </a:p>
          <a:p>
            <a:pPr lvl="3"/>
            <a:r>
              <a:rPr lang="en-US" noProof="0" dirty="0"/>
              <a:t>Fourth level</a:t>
            </a:r>
          </a:p>
          <a:p>
            <a:pPr lvl="3"/>
            <a:r>
              <a:rPr lang="en-US" noProof="0" dirty="0"/>
              <a:t>	Fifth level</a:t>
            </a:r>
          </a:p>
        </p:txBody>
      </p:sp>
      <p:cxnSp>
        <p:nvCxnSpPr>
          <p:cNvPr id="11" name="Straight Connector 10"/>
          <p:cNvCxnSpPr/>
          <p:nvPr userDrawn="1"/>
        </p:nvCxnSpPr>
        <p:spPr>
          <a:xfrm>
            <a:off x="550863" y="1110312"/>
            <a:ext cx="1106487"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9" name="Text Placeholder 2"/>
          <p:cNvSpPr>
            <a:spLocks noGrp="1"/>
          </p:cNvSpPr>
          <p:nvPr>
            <p:ph type="body" idx="16" hasCustomPrompt="1"/>
          </p:nvPr>
        </p:nvSpPr>
        <p:spPr>
          <a:xfrm>
            <a:off x="4149839" y="1293703"/>
            <a:ext cx="3007790" cy="432049"/>
          </a:xfrm>
          <a:prstGeom prst="rect">
            <a:avLst/>
          </a:prstGeom>
        </p:spPr>
        <p:txBody>
          <a:bodyPr lIns="0" tIns="0" rIns="0" bIns="0" anchor="t" anchorCtr="0">
            <a:noAutofit/>
          </a:bodyPr>
          <a:lstStyle>
            <a:lvl1pPr marL="0" indent="0">
              <a:lnSpc>
                <a:spcPts val="2000"/>
              </a:lnSpc>
              <a:buNone/>
              <a:defRPr sz="1800" b="1" i="0" cap="all" baseline="0">
                <a:solidFill>
                  <a:schemeClr val="tx1"/>
                </a:solidFill>
                <a:latin typeface="Source Sans Pro" charset="0"/>
                <a:ea typeface="Source Sans Pro" charset="0"/>
                <a:cs typeface="Source Sans Pro" charset="0"/>
              </a:defRPr>
            </a:lvl1pPr>
            <a:lvl2pPr marL="457143" indent="0">
              <a:buNone/>
              <a:defRPr sz="2000" b="1"/>
            </a:lvl2pPr>
            <a:lvl3pPr marL="914286" indent="0">
              <a:buNone/>
              <a:defRPr sz="1800" b="1"/>
            </a:lvl3pPr>
            <a:lvl4pPr marL="1371430" indent="0">
              <a:buNone/>
              <a:defRPr sz="1600" b="1"/>
            </a:lvl4pPr>
            <a:lvl5pPr marL="1828573" indent="0">
              <a:buNone/>
              <a:defRPr sz="1600" b="1"/>
            </a:lvl5pPr>
            <a:lvl6pPr marL="2285718" indent="0">
              <a:buNone/>
              <a:defRPr sz="1600" b="1"/>
            </a:lvl6pPr>
            <a:lvl7pPr marL="2742858" indent="0">
              <a:buNone/>
              <a:defRPr sz="1600" b="1"/>
            </a:lvl7pPr>
            <a:lvl8pPr marL="3200000" indent="0">
              <a:buNone/>
              <a:defRPr sz="1600" b="1"/>
            </a:lvl8pPr>
            <a:lvl9pPr marL="3657143" indent="0">
              <a:buNone/>
              <a:defRPr sz="1600" b="1"/>
            </a:lvl9pPr>
          </a:lstStyle>
          <a:p>
            <a:pPr lvl="0"/>
            <a:r>
              <a:rPr lang="en-US" noProof="0" dirty="0"/>
              <a:t>Click to edit title style</a:t>
            </a:r>
          </a:p>
        </p:txBody>
      </p:sp>
      <p:sp>
        <p:nvSpPr>
          <p:cNvPr id="20" name="Content Placeholder 3"/>
          <p:cNvSpPr>
            <a:spLocks noGrp="1"/>
          </p:cNvSpPr>
          <p:nvPr>
            <p:ph sz="half" idx="17" hasCustomPrompt="1"/>
          </p:nvPr>
        </p:nvSpPr>
        <p:spPr>
          <a:xfrm>
            <a:off x="4149838" y="1869760"/>
            <a:ext cx="3007792" cy="4173853"/>
          </a:xfrm>
          <a:prstGeom prst="rect">
            <a:avLst/>
          </a:prstGeom>
        </p:spPr>
        <p:txBody>
          <a:bodyPr lIns="90000">
            <a:noAutofit/>
          </a:bodyPr>
          <a:lstStyle>
            <a:lvl1pPr>
              <a:defRPr sz="1600" b="0" i="0">
                <a:latin typeface="Source Sans Pro" charset="0"/>
                <a:ea typeface="Source Sans Pro" charset="0"/>
                <a:cs typeface="Source Sans Pro" charset="0"/>
              </a:defRPr>
            </a:lvl1pPr>
            <a:lvl2pPr>
              <a:defRPr sz="1600" b="0" i="0">
                <a:latin typeface="Source Sans Pro" charset="0"/>
                <a:ea typeface="Source Sans Pro" charset="0"/>
                <a:cs typeface="Source Sans Pro" charset="0"/>
              </a:defRPr>
            </a:lvl2pPr>
            <a:lvl3pPr>
              <a:defRPr sz="1600" b="0" i="0">
                <a:latin typeface="Source Sans Pro" charset="0"/>
                <a:ea typeface="Source Sans Pro" charset="0"/>
                <a:cs typeface="Source Sans Pro" charset="0"/>
              </a:defRPr>
            </a:lvl3pPr>
            <a:lvl4pPr>
              <a:defRPr sz="1600" b="0" i="0">
                <a:latin typeface="Source Sans Pro" charset="0"/>
                <a:ea typeface="Source Sans Pro" charset="0"/>
                <a:cs typeface="Source Sans Pro" charset="0"/>
              </a:defRPr>
            </a:lvl4pPr>
            <a:lvl5pPr>
              <a:defRPr sz="1600"/>
            </a:lvl5pPr>
            <a:lvl6pPr>
              <a:defRPr sz="1600"/>
            </a:lvl6pPr>
            <a:lvl7pPr>
              <a:defRPr sz="1600"/>
            </a:lvl7pPr>
            <a:lvl8pPr>
              <a:defRPr sz="1600"/>
            </a:lvl8pPr>
            <a:lvl9pPr>
              <a:defRPr sz="1600"/>
            </a:lvl9pPr>
          </a:lstStyle>
          <a:p>
            <a:pPr lvl="0"/>
            <a:r>
              <a:rPr lang="en-US" noProof="0" dirty="0"/>
              <a:t>Click to edit content</a:t>
            </a:r>
          </a:p>
          <a:p>
            <a:pPr lvl="1"/>
            <a:r>
              <a:rPr lang="en-US" noProof="0" dirty="0"/>
              <a:t>Second level</a:t>
            </a:r>
          </a:p>
          <a:p>
            <a:pPr lvl="2"/>
            <a:r>
              <a:rPr lang="en-US" noProof="0" dirty="0"/>
              <a:t>Third level</a:t>
            </a:r>
          </a:p>
          <a:p>
            <a:pPr lvl="3"/>
            <a:r>
              <a:rPr lang="en-US" noProof="0" dirty="0"/>
              <a:t>Fourth level</a:t>
            </a:r>
          </a:p>
          <a:p>
            <a:pPr lvl="3"/>
            <a:r>
              <a:rPr lang="en-US" noProof="0" dirty="0"/>
              <a:t>	Fifth level</a:t>
            </a:r>
          </a:p>
        </p:txBody>
      </p:sp>
      <p:sp>
        <p:nvSpPr>
          <p:cNvPr id="23" name="Text Placeholder 2"/>
          <p:cNvSpPr>
            <a:spLocks noGrp="1"/>
          </p:cNvSpPr>
          <p:nvPr>
            <p:ph type="body" idx="18" hasCustomPrompt="1"/>
          </p:nvPr>
        </p:nvSpPr>
        <p:spPr>
          <a:xfrm>
            <a:off x="7680325" y="1293703"/>
            <a:ext cx="3007790" cy="432049"/>
          </a:xfrm>
          <a:prstGeom prst="rect">
            <a:avLst/>
          </a:prstGeom>
        </p:spPr>
        <p:txBody>
          <a:bodyPr lIns="0" tIns="0" rIns="0" bIns="0" anchor="t" anchorCtr="0">
            <a:noAutofit/>
          </a:bodyPr>
          <a:lstStyle>
            <a:lvl1pPr marL="0" indent="0">
              <a:lnSpc>
                <a:spcPts val="2000"/>
              </a:lnSpc>
              <a:buNone/>
              <a:defRPr sz="1800" b="1" i="0" cap="all" baseline="0">
                <a:solidFill>
                  <a:schemeClr val="tx1"/>
                </a:solidFill>
                <a:latin typeface="Source Sans Pro" charset="0"/>
                <a:ea typeface="Source Sans Pro" charset="0"/>
                <a:cs typeface="Source Sans Pro" charset="0"/>
              </a:defRPr>
            </a:lvl1pPr>
            <a:lvl2pPr marL="457143" indent="0">
              <a:buNone/>
              <a:defRPr sz="2000" b="1"/>
            </a:lvl2pPr>
            <a:lvl3pPr marL="914286" indent="0">
              <a:buNone/>
              <a:defRPr sz="1800" b="1"/>
            </a:lvl3pPr>
            <a:lvl4pPr marL="1371430" indent="0">
              <a:buNone/>
              <a:defRPr sz="1600" b="1"/>
            </a:lvl4pPr>
            <a:lvl5pPr marL="1828573" indent="0">
              <a:buNone/>
              <a:defRPr sz="1600" b="1"/>
            </a:lvl5pPr>
            <a:lvl6pPr marL="2285718" indent="0">
              <a:buNone/>
              <a:defRPr sz="1600" b="1"/>
            </a:lvl6pPr>
            <a:lvl7pPr marL="2742858" indent="0">
              <a:buNone/>
              <a:defRPr sz="1600" b="1"/>
            </a:lvl7pPr>
            <a:lvl8pPr marL="3200000" indent="0">
              <a:buNone/>
              <a:defRPr sz="1600" b="1"/>
            </a:lvl8pPr>
            <a:lvl9pPr marL="3657143" indent="0">
              <a:buNone/>
              <a:defRPr sz="1600" b="1"/>
            </a:lvl9pPr>
          </a:lstStyle>
          <a:p>
            <a:pPr lvl="0"/>
            <a:r>
              <a:rPr lang="en-US" noProof="0" dirty="0"/>
              <a:t>Click to edit title style</a:t>
            </a:r>
          </a:p>
        </p:txBody>
      </p:sp>
      <p:sp>
        <p:nvSpPr>
          <p:cNvPr id="24" name="Content Placeholder 3"/>
          <p:cNvSpPr>
            <a:spLocks noGrp="1"/>
          </p:cNvSpPr>
          <p:nvPr>
            <p:ph sz="half" idx="19" hasCustomPrompt="1"/>
          </p:nvPr>
        </p:nvSpPr>
        <p:spPr>
          <a:xfrm>
            <a:off x="7680324" y="1869760"/>
            <a:ext cx="3007792" cy="4173853"/>
          </a:xfrm>
          <a:prstGeom prst="rect">
            <a:avLst/>
          </a:prstGeom>
        </p:spPr>
        <p:txBody>
          <a:bodyPr lIns="90000">
            <a:noAutofit/>
          </a:bodyPr>
          <a:lstStyle>
            <a:lvl1pPr>
              <a:defRPr sz="1600" b="0" i="0">
                <a:latin typeface="Source Sans Pro" charset="0"/>
                <a:ea typeface="Source Sans Pro" charset="0"/>
                <a:cs typeface="Source Sans Pro" charset="0"/>
              </a:defRPr>
            </a:lvl1pPr>
            <a:lvl2pPr>
              <a:defRPr sz="1600" b="0" i="0">
                <a:latin typeface="Source Sans Pro" charset="0"/>
                <a:ea typeface="Source Sans Pro" charset="0"/>
                <a:cs typeface="Source Sans Pro" charset="0"/>
              </a:defRPr>
            </a:lvl2pPr>
            <a:lvl3pPr>
              <a:defRPr sz="1600" b="0" i="0">
                <a:latin typeface="Source Sans Pro" charset="0"/>
                <a:ea typeface="Source Sans Pro" charset="0"/>
                <a:cs typeface="Source Sans Pro" charset="0"/>
              </a:defRPr>
            </a:lvl3pPr>
            <a:lvl4pPr>
              <a:defRPr sz="1600" b="0" i="0">
                <a:latin typeface="Source Sans Pro" charset="0"/>
                <a:ea typeface="Source Sans Pro" charset="0"/>
                <a:cs typeface="Source Sans Pro" charset="0"/>
              </a:defRPr>
            </a:lvl4pPr>
            <a:lvl5pPr>
              <a:defRPr sz="1600"/>
            </a:lvl5pPr>
            <a:lvl6pPr>
              <a:defRPr sz="1600"/>
            </a:lvl6pPr>
            <a:lvl7pPr>
              <a:defRPr sz="1600"/>
            </a:lvl7pPr>
            <a:lvl8pPr>
              <a:defRPr sz="1600"/>
            </a:lvl8pPr>
            <a:lvl9pPr>
              <a:defRPr sz="1600"/>
            </a:lvl9pPr>
          </a:lstStyle>
          <a:p>
            <a:pPr lvl="0"/>
            <a:r>
              <a:rPr lang="en-US" noProof="0" dirty="0"/>
              <a:t>Click to edit content</a:t>
            </a:r>
          </a:p>
          <a:p>
            <a:pPr lvl="1"/>
            <a:r>
              <a:rPr lang="en-US" noProof="0" dirty="0"/>
              <a:t>Second level</a:t>
            </a:r>
          </a:p>
          <a:p>
            <a:pPr lvl="2"/>
            <a:r>
              <a:rPr lang="en-US" noProof="0" dirty="0"/>
              <a:t>Third level</a:t>
            </a:r>
          </a:p>
          <a:p>
            <a:pPr lvl="3"/>
            <a:r>
              <a:rPr lang="en-US" noProof="0" dirty="0"/>
              <a:t>Fourth level</a:t>
            </a:r>
          </a:p>
          <a:p>
            <a:pPr lvl="3"/>
            <a:r>
              <a:rPr lang="en-US" noProof="0" dirty="0"/>
              <a:t>	Fifth level</a:t>
            </a:r>
          </a:p>
        </p:txBody>
      </p:sp>
      <p:sp>
        <p:nvSpPr>
          <p:cNvPr id="25" name="Title Placeholder 1"/>
          <p:cNvSpPr>
            <a:spLocks noGrp="1"/>
          </p:cNvSpPr>
          <p:nvPr>
            <p:ph type="title" hasCustomPrompt="1"/>
          </p:nvPr>
        </p:nvSpPr>
        <p:spPr>
          <a:xfrm>
            <a:off x="550863" y="644525"/>
            <a:ext cx="10129837" cy="465786"/>
          </a:xfrm>
          <a:prstGeom prst="rect">
            <a:avLst/>
          </a:prstGeom>
        </p:spPr>
        <p:txBody>
          <a:bodyPr vert="horz" wrap="square" lIns="0" tIns="0" rIns="0" bIns="0" numCol="1" rtlCol="0" anchor="b" anchorCtr="0">
            <a:noAutofit/>
          </a:bodyPr>
          <a:lstStyle>
            <a:lvl1pPr>
              <a:lnSpc>
                <a:spcPts val="3600"/>
              </a:lnSpc>
              <a:defRPr sz="4400"/>
            </a:lvl1pPr>
          </a:lstStyle>
          <a:p>
            <a:r>
              <a:rPr lang="en-US" dirty="0"/>
              <a:t>click to edit title</a:t>
            </a:r>
            <a:endParaRPr lang="en-US" noProof="0" dirty="0"/>
          </a:p>
        </p:txBody>
      </p:sp>
    </p:spTree>
    <p:extLst>
      <p:ext uri="{BB962C8B-B14F-4D97-AF65-F5344CB8AC3E}">
        <p14:creationId xmlns:p14="http://schemas.microsoft.com/office/powerpoint/2010/main" val="900213496"/>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1_Blank - Conf">
    <p:spTree>
      <p:nvGrpSpPr>
        <p:cNvPr id="1" name=""/>
        <p:cNvGrpSpPr/>
        <p:nvPr/>
      </p:nvGrpSpPr>
      <p:grpSpPr>
        <a:xfrm>
          <a:off x="0" y="0"/>
          <a:ext cx="0" cy="0"/>
          <a:chOff x="0" y="0"/>
          <a:chExt cx="0" cy="0"/>
        </a:xfrm>
      </p:grpSpPr>
    </p:spTree>
    <p:extLst>
      <p:ext uri="{BB962C8B-B14F-4D97-AF65-F5344CB8AC3E}">
        <p14:creationId xmlns:p14="http://schemas.microsoft.com/office/powerpoint/2010/main" val="2251622872"/>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1_Introduce Page - Conf">
    <p:spTree>
      <p:nvGrpSpPr>
        <p:cNvPr id="1" name=""/>
        <p:cNvGrpSpPr/>
        <p:nvPr/>
      </p:nvGrpSpPr>
      <p:grpSpPr>
        <a:xfrm>
          <a:off x="0" y="0"/>
          <a:ext cx="0" cy="0"/>
          <a:chOff x="0" y="0"/>
          <a:chExt cx="0" cy="0"/>
        </a:xfrm>
      </p:grpSpPr>
      <p:cxnSp>
        <p:nvCxnSpPr>
          <p:cNvPr id="5" name="Straight Connector 4"/>
          <p:cNvCxnSpPr/>
          <p:nvPr userDrawn="1"/>
        </p:nvCxnSpPr>
        <p:spPr>
          <a:xfrm>
            <a:off x="5663952" y="2132856"/>
            <a:ext cx="864096" cy="0"/>
          </a:xfrm>
          <a:prstGeom prst="line">
            <a:avLst/>
          </a:prstGeom>
        </p:spPr>
        <p:style>
          <a:lnRef idx="1">
            <a:schemeClr val="accent1"/>
          </a:lnRef>
          <a:fillRef idx="0">
            <a:schemeClr val="accent1"/>
          </a:fillRef>
          <a:effectRef idx="0">
            <a:schemeClr val="accent1"/>
          </a:effectRef>
          <a:fontRef idx="minor">
            <a:schemeClr val="tx1"/>
          </a:fontRef>
        </p:style>
      </p:cxnSp>
      <p:sp>
        <p:nvSpPr>
          <p:cNvPr id="6" name="Title Placeholder 1"/>
          <p:cNvSpPr txBox="1">
            <a:spLocks/>
          </p:cNvSpPr>
          <p:nvPr userDrawn="1"/>
        </p:nvSpPr>
        <p:spPr>
          <a:xfrm>
            <a:off x="4145146" y="1455167"/>
            <a:ext cx="3901709" cy="461665"/>
          </a:xfrm>
          <a:prstGeom prst="rect">
            <a:avLst/>
          </a:prstGeom>
        </p:spPr>
        <p:txBody>
          <a:bodyPr vert="horz" wrap="none" lIns="0" tIns="0" rIns="0" bIns="0" numCol="1" rtlCol="0" anchor="b" anchorCtr="1">
            <a:spAutoFit/>
          </a:bodyPr>
          <a:lstStyle>
            <a:lvl1pPr algn="l" defTabSz="914286" rtl="0" eaLnBrk="1" latinLnBrk="0" hangingPunct="1">
              <a:lnSpc>
                <a:spcPts val="3600"/>
              </a:lnSpc>
              <a:spcBef>
                <a:spcPct val="0"/>
              </a:spcBef>
              <a:buNone/>
              <a:defRPr sz="4400" b="0" i="0" kern="1200" cap="small" baseline="0">
                <a:solidFill>
                  <a:schemeClr val="tx1"/>
                </a:solidFill>
                <a:latin typeface="Source Sans Pro" charset="0"/>
                <a:ea typeface="Source Sans Pro" charset="0"/>
                <a:cs typeface="Source Sans Pro" charset="0"/>
              </a:defRPr>
            </a:lvl1pPr>
          </a:lstStyle>
          <a:p>
            <a:pPr algn="ctr"/>
            <a:r>
              <a:rPr lang="en-US" dirty="0"/>
              <a:t>click to edit title</a:t>
            </a:r>
          </a:p>
        </p:txBody>
      </p:sp>
      <p:sp>
        <p:nvSpPr>
          <p:cNvPr id="8" name="Content Placeholder 3"/>
          <p:cNvSpPr>
            <a:spLocks noGrp="1"/>
          </p:cNvSpPr>
          <p:nvPr>
            <p:ph sz="half" idx="11" hasCustomPrompt="1"/>
          </p:nvPr>
        </p:nvSpPr>
        <p:spPr>
          <a:xfrm>
            <a:off x="1031082" y="2479536"/>
            <a:ext cx="10129837" cy="3564077"/>
          </a:xfrm>
          <a:prstGeom prst="rect">
            <a:avLst/>
          </a:prstGeom>
        </p:spPr>
        <p:txBody>
          <a:bodyPr lIns="90000" anchor="t" anchorCtr="1">
            <a:noAutofit/>
          </a:bodyPr>
          <a:lstStyle>
            <a:lvl1pPr>
              <a:defRPr sz="1600" b="0" i="0">
                <a:latin typeface="Source Sans Pro" charset="0"/>
                <a:ea typeface="Source Sans Pro" charset="0"/>
                <a:cs typeface="Source Sans Pro" charset="0"/>
              </a:defRPr>
            </a:lvl1pPr>
            <a:lvl2pPr>
              <a:defRPr sz="1600" b="0" i="0">
                <a:latin typeface="Source Sans Pro" charset="0"/>
                <a:ea typeface="Source Sans Pro" charset="0"/>
                <a:cs typeface="Source Sans Pro" charset="0"/>
              </a:defRPr>
            </a:lvl2pPr>
            <a:lvl3pPr>
              <a:defRPr sz="1600" b="0" i="0">
                <a:latin typeface="Source Sans Pro" charset="0"/>
                <a:ea typeface="Source Sans Pro" charset="0"/>
                <a:cs typeface="Source Sans Pro" charset="0"/>
              </a:defRPr>
            </a:lvl3pPr>
            <a:lvl4pPr>
              <a:defRPr sz="1600" b="0" i="0">
                <a:latin typeface="Source Sans Pro" charset="0"/>
                <a:ea typeface="Source Sans Pro" charset="0"/>
                <a:cs typeface="Source Sans Pro" charset="0"/>
              </a:defRPr>
            </a:lvl4pPr>
            <a:lvl5pPr>
              <a:defRPr sz="1600"/>
            </a:lvl5pPr>
            <a:lvl6pPr>
              <a:defRPr sz="1600"/>
            </a:lvl6pPr>
            <a:lvl7pPr>
              <a:defRPr sz="1600"/>
            </a:lvl7pPr>
            <a:lvl8pPr>
              <a:defRPr sz="1600"/>
            </a:lvl8pPr>
            <a:lvl9pPr>
              <a:defRPr sz="1600"/>
            </a:lvl9pPr>
          </a:lstStyle>
          <a:p>
            <a:pPr lvl="0"/>
            <a:r>
              <a:rPr lang="en-US" noProof="0" dirty="0"/>
              <a:t>Click to edit content</a:t>
            </a:r>
          </a:p>
          <a:p>
            <a:pPr lvl="1"/>
            <a:r>
              <a:rPr lang="en-US" noProof="0" dirty="0"/>
              <a:t>Second level</a:t>
            </a:r>
          </a:p>
          <a:p>
            <a:pPr lvl="2"/>
            <a:r>
              <a:rPr lang="en-US" noProof="0" dirty="0"/>
              <a:t>Third level</a:t>
            </a:r>
          </a:p>
        </p:txBody>
      </p:sp>
    </p:spTree>
    <p:extLst>
      <p:ext uri="{BB962C8B-B14F-4D97-AF65-F5344CB8AC3E}">
        <p14:creationId xmlns:p14="http://schemas.microsoft.com/office/powerpoint/2010/main" val="2479282847"/>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Legal - Disclaimer &amp; Confidentiality">
    <p:spTree>
      <p:nvGrpSpPr>
        <p:cNvPr id="1" name=""/>
        <p:cNvGrpSpPr/>
        <p:nvPr/>
      </p:nvGrpSpPr>
      <p:grpSpPr>
        <a:xfrm>
          <a:off x="0" y="0"/>
          <a:ext cx="0" cy="0"/>
          <a:chOff x="0" y="0"/>
          <a:chExt cx="0" cy="0"/>
        </a:xfrm>
      </p:grpSpPr>
      <p:sp>
        <p:nvSpPr>
          <p:cNvPr id="6" name="Rectangle 5"/>
          <p:cNvSpPr/>
          <p:nvPr/>
        </p:nvSpPr>
        <p:spPr>
          <a:xfrm>
            <a:off x="1031082" y="1556791"/>
            <a:ext cx="10129837" cy="461665"/>
          </a:xfrm>
          <a:prstGeom prst="rect">
            <a:avLst/>
          </a:prstGeom>
        </p:spPr>
        <p:txBody>
          <a:bodyPr wrap="square">
            <a:spAutoFit/>
          </a:bodyPr>
          <a:lstStyle/>
          <a:p>
            <a:pPr algn="ctr"/>
            <a:r>
              <a:rPr lang="fr-FR" sz="2400" dirty="0"/>
              <a:t>DISCLAIMER &amp; CONFIDENTIALITY</a:t>
            </a:r>
            <a:endParaRPr lang="en-US" sz="2400" dirty="0"/>
          </a:p>
        </p:txBody>
      </p:sp>
      <p:cxnSp>
        <p:nvCxnSpPr>
          <p:cNvPr id="15" name="Straight Connector 14"/>
          <p:cNvCxnSpPr/>
          <p:nvPr/>
        </p:nvCxnSpPr>
        <p:spPr>
          <a:xfrm>
            <a:off x="5663952" y="2132856"/>
            <a:ext cx="864096" cy="0"/>
          </a:xfrm>
          <a:prstGeom prst="line">
            <a:avLst/>
          </a:prstGeom>
        </p:spPr>
        <p:style>
          <a:lnRef idx="1">
            <a:schemeClr val="accent1"/>
          </a:lnRef>
          <a:fillRef idx="0">
            <a:schemeClr val="accent1"/>
          </a:fillRef>
          <a:effectRef idx="0">
            <a:schemeClr val="accent1"/>
          </a:effectRef>
          <a:fontRef idx="minor">
            <a:schemeClr val="tx1"/>
          </a:fontRef>
        </p:style>
      </p:cxnSp>
      <p:sp>
        <p:nvSpPr>
          <p:cNvPr id="5" name="Rectangle 4"/>
          <p:cNvSpPr/>
          <p:nvPr userDrawn="1"/>
        </p:nvSpPr>
        <p:spPr>
          <a:xfrm>
            <a:off x="1031082" y="1556791"/>
            <a:ext cx="10129837" cy="461665"/>
          </a:xfrm>
          <a:prstGeom prst="rect">
            <a:avLst/>
          </a:prstGeom>
        </p:spPr>
        <p:txBody>
          <a:bodyPr wrap="square">
            <a:spAutoFit/>
          </a:bodyPr>
          <a:lstStyle/>
          <a:p>
            <a:pPr algn="ctr"/>
            <a:r>
              <a:rPr lang="fr-FR" sz="2400" dirty="0"/>
              <a:t>DISCLAIMER &amp; CONFIDENTIALITY</a:t>
            </a:r>
            <a:endParaRPr lang="en-US" sz="2400" dirty="0"/>
          </a:p>
        </p:txBody>
      </p:sp>
      <p:cxnSp>
        <p:nvCxnSpPr>
          <p:cNvPr id="8" name="Straight Connector 7"/>
          <p:cNvCxnSpPr/>
          <p:nvPr userDrawn="1"/>
        </p:nvCxnSpPr>
        <p:spPr>
          <a:xfrm>
            <a:off x="5663952" y="2132856"/>
            <a:ext cx="864096" cy="0"/>
          </a:xfrm>
          <a:prstGeom prst="line">
            <a:avLst/>
          </a:prstGeom>
        </p:spPr>
        <p:style>
          <a:lnRef idx="1">
            <a:schemeClr val="accent1"/>
          </a:lnRef>
          <a:fillRef idx="0">
            <a:schemeClr val="accent1"/>
          </a:fillRef>
          <a:effectRef idx="0">
            <a:schemeClr val="accent1"/>
          </a:effectRef>
          <a:fontRef idx="minor">
            <a:schemeClr val="tx1"/>
          </a:fontRef>
        </p:style>
      </p:cxnSp>
      <p:sp>
        <p:nvSpPr>
          <p:cNvPr id="9" name="TextBox 8"/>
          <p:cNvSpPr txBox="1"/>
          <p:nvPr userDrawn="1"/>
        </p:nvSpPr>
        <p:spPr>
          <a:xfrm>
            <a:off x="1031082" y="2479536"/>
            <a:ext cx="10129837" cy="2970044"/>
          </a:xfrm>
          <a:prstGeom prst="rect">
            <a:avLst/>
          </a:prstGeom>
          <a:noFill/>
        </p:spPr>
        <p:txBody>
          <a:bodyPr vert="horz" wrap="square" lIns="0" tIns="0" rIns="0" bIns="0" numCol="1" spcCol="288000" rtlCol="0" anchor="t" anchorCtr="0">
            <a:spAutoFit/>
          </a:bodyPr>
          <a:lstStyle/>
          <a:p>
            <a:pPr marL="0" marR="0" indent="0" algn="ctr" defTabSz="914377" rtl="0" eaLnBrk="1" fontAlgn="auto" latinLnBrk="0" hangingPunct="1">
              <a:lnSpc>
                <a:spcPct val="100000"/>
              </a:lnSpc>
              <a:spcBef>
                <a:spcPts val="0"/>
              </a:spcBef>
              <a:spcAft>
                <a:spcPts val="600"/>
              </a:spcAft>
              <a:buClrTx/>
              <a:buSzTx/>
              <a:buFontTx/>
              <a:buNone/>
              <a:tabLst/>
              <a:defRPr/>
            </a:pPr>
            <a:r>
              <a:rPr lang="en-US" sz="1400" b="0" i="0" kern="1200" spc="0" dirty="0">
                <a:ln>
                  <a:noFill/>
                </a:ln>
                <a:solidFill>
                  <a:schemeClr val="tx2"/>
                </a:solidFill>
                <a:latin typeface="Source Sans Pro Light" charset="0"/>
                <a:ea typeface="Source Sans Pro Light" charset="0"/>
                <a:cs typeface="Source Sans Pro Light" charset="0"/>
              </a:rPr>
              <a:t>All rights reserved. Information, technical data and tutorials contained in this document are confidential and proprietary under copyright Law of Industrial Smart Software Technology (</a:t>
            </a:r>
            <a:r>
              <a:rPr lang="en-US" sz="1400" b="0" i="0" kern="1200" spc="0" dirty="0" err="1">
                <a:ln>
                  <a:noFill/>
                </a:ln>
                <a:solidFill>
                  <a:schemeClr val="tx2"/>
                </a:solidFill>
                <a:latin typeface="Source Sans Pro Light" charset="0"/>
                <a:ea typeface="Source Sans Pro Light" charset="0"/>
                <a:cs typeface="Source Sans Pro Light" charset="0"/>
              </a:rPr>
              <a:t>MicroEJ</a:t>
            </a:r>
            <a:r>
              <a:rPr lang="en-US" sz="1400" b="0" i="0" kern="1200" spc="0" dirty="0">
                <a:ln>
                  <a:noFill/>
                </a:ln>
                <a:solidFill>
                  <a:schemeClr val="tx2"/>
                </a:solidFill>
                <a:latin typeface="Source Sans Pro Light" charset="0"/>
                <a:ea typeface="Source Sans Pro Light" charset="0"/>
                <a:cs typeface="Source Sans Pro Light" charset="0"/>
              </a:rPr>
              <a:t> S.A.) operating under the brand name </a:t>
            </a:r>
            <a:r>
              <a:rPr lang="en-US" sz="1400" b="0" i="0" kern="1200" spc="0" dirty="0" err="1">
                <a:ln>
                  <a:noFill/>
                </a:ln>
                <a:solidFill>
                  <a:schemeClr val="tx2"/>
                </a:solidFill>
                <a:latin typeface="Source Sans Pro Light" charset="0"/>
                <a:ea typeface="Source Sans Pro Light" charset="0"/>
                <a:cs typeface="Source Sans Pro Light" charset="0"/>
              </a:rPr>
              <a:t>MicroEJ</a:t>
            </a:r>
            <a:r>
              <a:rPr lang="en-US" sz="1400" b="0" i="0" kern="1200" spc="0" dirty="0">
                <a:ln>
                  <a:noFill/>
                </a:ln>
                <a:solidFill>
                  <a:schemeClr val="tx2"/>
                </a:solidFill>
                <a:latin typeface="Source Sans Pro Light" charset="0"/>
                <a:ea typeface="Source Sans Pro Light" charset="0"/>
                <a:cs typeface="Source Sans Pro Light" charset="0"/>
              </a:rPr>
              <a:t>®. Without written permission from </a:t>
            </a:r>
            <a:r>
              <a:rPr lang="en-US" sz="1400" b="0" i="0" kern="1200" spc="0" dirty="0" err="1">
                <a:ln>
                  <a:noFill/>
                </a:ln>
                <a:solidFill>
                  <a:schemeClr val="tx2"/>
                </a:solidFill>
                <a:latin typeface="Source Sans Pro Light" charset="0"/>
                <a:ea typeface="Source Sans Pro Light" charset="0"/>
                <a:cs typeface="Source Sans Pro Light" charset="0"/>
              </a:rPr>
              <a:t>MicroEJ</a:t>
            </a:r>
            <a:r>
              <a:rPr lang="en-US" sz="1400" b="0" i="0" kern="1200" spc="0" dirty="0">
                <a:ln>
                  <a:noFill/>
                </a:ln>
                <a:solidFill>
                  <a:schemeClr val="tx2"/>
                </a:solidFill>
                <a:latin typeface="Source Sans Pro Light" charset="0"/>
                <a:ea typeface="Source Sans Pro Light" charset="0"/>
                <a:cs typeface="Source Sans Pro Light" charset="0"/>
              </a:rPr>
              <a:t> S.A., copying or sending parts of the document or the entire document by any means to third parties is not permitted. Granted authorizations for using parts of the document or the entire document do not mean </a:t>
            </a:r>
            <a:r>
              <a:rPr lang="en-US" sz="1400" b="0" i="0" kern="1200" spc="0" dirty="0" err="1">
                <a:ln>
                  <a:noFill/>
                </a:ln>
                <a:solidFill>
                  <a:schemeClr val="tx2"/>
                </a:solidFill>
                <a:latin typeface="Source Sans Pro Light" charset="0"/>
                <a:ea typeface="Source Sans Pro Light" charset="0"/>
                <a:cs typeface="Source Sans Pro Light" charset="0"/>
              </a:rPr>
              <a:t>MicroEJ</a:t>
            </a:r>
            <a:r>
              <a:rPr lang="en-US" sz="1400" b="0" i="0" kern="1200" spc="0" dirty="0">
                <a:ln>
                  <a:noFill/>
                </a:ln>
                <a:solidFill>
                  <a:schemeClr val="tx2"/>
                </a:solidFill>
                <a:latin typeface="Source Sans Pro Light" charset="0"/>
                <a:ea typeface="Source Sans Pro Light" charset="0"/>
                <a:cs typeface="Source Sans Pro Light" charset="0"/>
              </a:rPr>
              <a:t> S.A. gives public full access rights.</a:t>
            </a:r>
          </a:p>
          <a:p>
            <a:pPr marL="0" algn="ctr" defTabSz="914377" rtl="0" eaLnBrk="1" latinLnBrk="0" hangingPunct="1">
              <a:spcBef>
                <a:spcPts val="0"/>
              </a:spcBef>
              <a:spcAft>
                <a:spcPts val="600"/>
              </a:spcAft>
            </a:pPr>
            <a:endParaRPr lang="en-US" sz="1400" b="0" i="0" kern="1200" spc="0" dirty="0">
              <a:ln>
                <a:noFill/>
              </a:ln>
              <a:solidFill>
                <a:schemeClr val="tx2"/>
              </a:solidFill>
              <a:latin typeface="Source Sans Pro Light" charset="0"/>
              <a:ea typeface="Source Sans Pro Light" charset="0"/>
              <a:cs typeface="Source Sans Pro Light" charset="0"/>
            </a:endParaRPr>
          </a:p>
          <a:p>
            <a:pPr marL="0" algn="ctr" defTabSz="914377" rtl="0" eaLnBrk="1" latinLnBrk="0" hangingPunct="1">
              <a:spcBef>
                <a:spcPts val="0"/>
              </a:spcBef>
              <a:spcAft>
                <a:spcPts val="600"/>
              </a:spcAft>
            </a:pPr>
            <a:r>
              <a:rPr lang="en-US" sz="1400" b="0" i="0" kern="1200" spc="0" dirty="0">
                <a:ln>
                  <a:noFill/>
                </a:ln>
                <a:solidFill>
                  <a:schemeClr val="tx2"/>
                </a:solidFill>
                <a:latin typeface="Source Sans Pro Light" charset="0"/>
                <a:ea typeface="Source Sans Pro Light" charset="0"/>
                <a:cs typeface="Source Sans Pro Light" charset="0"/>
              </a:rPr>
              <a:t>The information contained herein is not warranted to be error-free.</a:t>
            </a:r>
          </a:p>
          <a:p>
            <a:pPr marL="0" algn="ctr" defTabSz="914377" rtl="0" eaLnBrk="1" latinLnBrk="0" hangingPunct="1">
              <a:spcBef>
                <a:spcPts val="0"/>
              </a:spcBef>
              <a:spcAft>
                <a:spcPts val="600"/>
              </a:spcAft>
            </a:pPr>
            <a:r>
              <a:rPr lang="en-US" sz="1400" b="0" i="0" kern="1200" spc="0" dirty="0">
                <a:ln>
                  <a:noFill/>
                </a:ln>
                <a:solidFill>
                  <a:schemeClr val="tx2"/>
                </a:solidFill>
                <a:latin typeface="Source Sans Pro Light" charset="0"/>
                <a:ea typeface="Source Sans Pro Light" charset="0"/>
                <a:cs typeface="Source Sans Pro Light" charset="0"/>
              </a:rPr>
              <a:t>IS2T® and </a:t>
            </a:r>
            <a:r>
              <a:rPr lang="en-US" sz="1400" b="0" i="0" kern="1200" spc="0" dirty="0" err="1">
                <a:ln>
                  <a:noFill/>
                </a:ln>
                <a:solidFill>
                  <a:schemeClr val="tx2"/>
                </a:solidFill>
                <a:latin typeface="Source Sans Pro Light" charset="0"/>
                <a:ea typeface="Source Sans Pro Light" charset="0"/>
                <a:cs typeface="Source Sans Pro Light" charset="0"/>
              </a:rPr>
              <a:t>MicroEJ</a:t>
            </a:r>
            <a:r>
              <a:rPr lang="en-US" sz="1400" b="0" i="0" kern="1200" spc="0" dirty="0">
                <a:ln>
                  <a:noFill/>
                </a:ln>
                <a:solidFill>
                  <a:schemeClr val="tx2"/>
                </a:solidFill>
                <a:latin typeface="Source Sans Pro Light" charset="0"/>
                <a:ea typeface="Source Sans Pro Light" charset="0"/>
                <a:cs typeface="Source Sans Pro Light" charset="0"/>
              </a:rPr>
              <a:t>® and all relative logos are trademarks or registered trademarks of IS2T S.A. in France and other Countries.</a:t>
            </a:r>
          </a:p>
          <a:p>
            <a:pPr marL="0" algn="ctr" defTabSz="914377" rtl="0" eaLnBrk="1" latinLnBrk="0" hangingPunct="1">
              <a:spcBef>
                <a:spcPts val="0"/>
              </a:spcBef>
              <a:spcAft>
                <a:spcPts val="600"/>
              </a:spcAft>
            </a:pPr>
            <a:r>
              <a:rPr lang="en-US" sz="1400" b="0" i="0" kern="1200" spc="0" dirty="0">
                <a:ln>
                  <a:noFill/>
                </a:ln>
                <a:solidFill>
                  <a:schemeClr val="tx2"/>
                </a:solidFill>
                <a:latin typeface="Source Sans Pro Light" charset="0"/>
                <a:ea typeface="Source Sans Pro Light" charset="0"/>
                <a:cs typeface="Source Sans Pro Light" charset="0"/>
              </a:rPr>
              <a:t>Java™ is Sun Microsystems’ trademark for a technology for developing application software and deploying it in cross-platform, networked environments. When it is used in this site without adding the “™” symbol, it includes implementations of the technology by companies other than Sun. Java™, all Java-based marks and all related logos are trademarks or registered trademarks of Sun Microsystems </a:t>
            </a:r>
            <a:r>
              <a:rPr lang="en-US" sz="1400" b="0" i="0" kern="1200" spc="0" dirty="0" err="1">
                <a:ln>
                  <a:noFill/>
                </a:ln>
                <a:solidFill>
                  <a:schemeClr val="tx2"/>
                </a:solidFill>
                <a:latin typeface="Source Sans Pro Light" charset="0"/>
                <a:ea typeface="Source Sans Pro Light" charset="0"/>
                <a:cs typeface="Source Sans Pro Light" charset="0"/>
              </a:rPr>
              <a:t>Inc</a:t>
            </a:r>
            <a:r>
              <a:rPr lang="en-US" sz="1400" b="0" i="0" kern="1200" spc="0" dirty="0">
                <a:ln>
                  <a:noFill/>
                </a:ln>
                <a:solidFill>
                  <a:schemeClr val="tx2"/>
                </a:solidFill>
                <a:latin typeface="Source Sans Pro Light" charset="0"/>
                <a:ea typeface="Source Sans Pro Light" charset="0"/>
                <a:cs typeface="Source Sans Pro Light" charset="0"/>
              </a:rPr>
              <a:t>, in the United States and other Countries.</a:t>
            </a:r>
          </a:p>
          <a:p>
            <a:pPr marL="0" algn="ctr" defTabSz="914377" rtl="0" eaLnBrk="1" latinLnBrk="0" hangingPunct="1">
              <a:spcBef>
                <a:spcPts val="0"/>
              </a:spcBef>
              <a:spcAft>
                <a:spcPts val="600"/>
              </a:spcAft>
            </a:pPr>
            <a:r>
              <a:rPr lang="en-US" sz="1400" b="0" i="0" kern="1200" spc="0" dirty="0">
                <a:ln>
                  <a:noFill/>
                </a:ln>
                <a:solidFill>
                  <a:schemeClr val="tx2"/>
                </a:solidFill>
                <a:latin typeface="Source Sans Pro Light" charset="0"/>
                <a:ea typeface="Source Sans Pro Light" charset="0"/>
                <a:cs typeface="Source Sans Pro Light" charset="0"/>
              </a:rPr>
              <a:t>Other trademarks are proprietary of their respective owners.</a:t>
            </a:r>
          </a:p>
        </p:txBody>
      </p:sp>
    </p:spTree>
    <p:extLst>
      <p:ext uri="{BB962C8B-B14F-4D97-AF65-F5344CB8AC3E}">
        <p14:creationId xmlns:p14="http://schemas.microsoft.com/office/powerpoint/2010/main" val="1925143224"/>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blank">
  <p:cSld name="END Slider - Conf">
    <p:spTree>
      <p:nvGrpSpPr>
        <p:cNvPr id="1" name=""/>
        <p:cNvGrpSpPr/>
        <p:nvPr/>
      </p:nvGrpSpPr>
      <p:grpSpPr>
        <a:xfrm>
          <a:off x="0" y="0"/>
          <a:ext cx="0" cy="0"/>
          <a:chOff x="0" y="0"/>
          <a:chExt cx="0" cy="0"/>
        </a:xfrm>
      </p:grpSpPr>
      <p:sp>
        <p:nvSpPr>
          <p:cNvPr id="5" name="Rectangle 1"/>
          <p:cNvSpPr/>
          <p:nvPr/>
        </p:nvSpPr>
        <p:spPr>
          <a:xfrm rot="1800000">
            <a:off x="4954333" y="-1094769"/>
            <a:ext cx="8109376" cy="10728642"/>
          </a:xfrm>
          <a:custGeom>
            <a:avLst/>
            <a:gdLst>
              <a:gd name="connsiteX0" fmla="*/ 0 w 4673328"/>
              <a:gd name="connsiteY0" fmla="*/ 0 h 12601313"/>
              <a:gd name="connsiteX1" fmla="*/ 4673328 w 4673328"/>
              <a:gd name="connsiteY1" fmla="*/ 0 h 12601313"/>
              <a:gd name="connsiteX2" fmla="*/ 4673328 w 4673328"/>
              <a:gd name="connsiteY2" fmla="*/ 12601313 h 12601313"/>
              <a:gd name="connsiteX3" fmla="*/ 0 w 4673328"/>
              <a:gd name="connsiteY3" fmla="*/ 12601313 h 12601313"/>
              <a:gd name="connsiteX4" fmla="*/ 0 w 4673328"/>
              <a:gd name="connsiteY4" fmla="*/ 0 h 12601313"/>
              <a:gd name="connsiteX0" fmla="*/ 0 w 4682599"/>
              <a:gd name="connsiteY0" fmla="*/ 0 h 12601313"/>
              <a:gd name="connsiteX1" fmla="*/ 4673328 w 4682599"/>
              <a:gd name="connsiteY1" fmla="*/ 0 h 12601313"/>
              <a:gd name="connsiteX2" fmla="*/ 4682599 w 4682599"/>
              <a:gd name="connsiteY2" fmla="*/ 9540063 h 12601313"/>
              <a:gd name="connsiteX3" fmla="*/ 0 w 4682599"/>
              <a:gd name="connsiteY3" fmla="*/ 12601313 h 12601313"/>
              <a:gd name="connsiteX4" fmla="*/ 0 w 4682599"/>
              <a:gd name="connsiteY4" fmla="*/ 0 h 12601313"/>
              <a:gd name="connsiteX0" fmla="*/ 5974 w 4688573"/>
              <a:gd name="connsiteY0" fmla="*/ 0 h 12239273"/>
              <a:gd name="connsiteX1" fmla="*/ 4679302 w 4688573"/>
              <a:gd name="connsiteY1" fmla="*/ 0 h 12239273"/>
              <a:gd name="connsiteX2" fmla="*/ 4688573 w 4688573"/>
              <a:gd name="connsiteY2" fmla="*/ 9540063 h 12239273"/>
              <a:gd name="connsiteX3" fmla="*/ 0 w 4688573"/>
              <a:gd name="connsiteY3" fmla="*/ 12239273 h 12239273"/>
              <a:gd name="connsiteX4" fmla="*/ 5974 w 4688573"/>
              <a:gd name="connsiteY4" fmla="*/ 0 h 12239273"/>
              <a:gd name="connsiteX0" fmla="*/ 5974 w 4688573"/>
              <a:gd name="connsiteY0" fmla="*/ 0 h 12239273"/>
              <a:gd name="connsiteX1" fmla="*/ 4676822 w 4688573"/>
              <a:gd name="connsiteY1" fmla="*/ 1402474 h 12239273"/>
              <a:gd name="connsiteX2" fmla="*/ 4688573 w 4688573"/>
              <a:gd name="connsiteY2" fmla="*/ 9540063 h 12239273"/>
              <a:gd name="connsiteX3" fmla="*/ 0 w 4688573"/>
              <a:gd name="connsiteY3" fmla="*/ 12239273 h 12239273"/>
              <a:gd name="connsiteX4" fmla="*/ 5974 w 4688573"/>
              <a:gd name="connsiteY4" fmla="*/ 0 h 12239273"/>
              <a:gd name="connsiteX0" fmla="*/ 650 w 4688647"/>
              <a:gd name="connsiteY0" fmla="*/ 2773313 h 10836799"/>
              <a:gd name="connsiteX1" fmla="*/ 4676896 w 4688647"/>
              <a:gd name="connsiteY1" fmla="*/ 0 h 10836799"/>
              <a:gd name="connsiteX2" fmla="*/ 4688647 w 4688647"/>
              <a:gd name="connsiteY2" fmla="*/ 8137589 h 10836799"/>
              <a:gd name="connsiteX3" fmla="*/ 74 w 4688647"/>
              <a:gd name="connsiteY3" fmla="*/ 10836799 h 10836799"/>
              <a:gd name="connsiteX4" fmla="*/ 650 w 4688647"/>
              <a:gd name="connsiteY4" fmla="*/ 2773313 h 10836799"/>
              <a:gd name="connsiteX0" fmla="*/ 650 w 4688647"/>
              <a:gd name="connsiteY0" fmla="*/ 2740720 h 10804206"/>
              <a:gd name="connsiteX1" fmla="*/ 4662974 w 4688647"/>
              <a:gd name="connsiteY1" fmla="*/ 0 h 10804206"/>
              <a:gd name="connsiteX2" fmla="*/ 4688647 w 4688647"/>
              <a:gd name="connsiteY2" fmla="*/ 8104996 h 10804206"/>
              <a:gd name="connsiteX3" fmla="*/ 74 w 4688647"/>
              <a:gd name="connsiteY3" fmla="*/ 10804206 h 10804206"/>
              <a:gd name="connsiteX4" fmla="*/ 650 w 4688647"/>
              <a:gd name="connsiteY4" fmla="*/ 2740720 h 10804206"/>
              <a:gd name="connsiteX0" fmla="*/ 650 w 4688647"/>
              <a:gd name="connsiteY0" fmla="*/ 2414351 h 10477837"/>
              <a:gd name="connsiteX1" fmla="*/ 4622225 w 4688647"/>
              <a:gd name="connsiteY1" fmla="*/ 0 h 10477837"/>
              <a:gd name="connsiteX2" fmla="*/ 4688647 w 4688647"/>
              <a:gd name="connsiteY2" fmla="*/ 7778627 h 10477837"/>
              <a:gd name="connsiteX3" fmla="*/ 74 w 4688647"/>
              <a:gd name="connsiteY3" fmla="*/ 10477837 h 10477837"/>
              <a:gd name="connsiteX4" fmla="*/ 650 w 4688647"/>
              <a:gd name="connsiteY4" fmla="*/ 2414351 h 10477837"/>
              <a:gd name="connsiteX0" fmla="*/ 650 w 4688647"/>
              <a:gd name="connsiteY0" fmla="*/ 2665156 h 10728642"/>
              <a:gd name="connsiteX1" fmla="*/ 4673861 w 4688647"/>
              <a:gd name="connsiteY1" fmla="*/ 0 h 10728642"/>
              <a:gd name="connsiteX2" fmla="*/ 4688647 w 4688647"/>
              <a:gd name="connsiteY2" fmla="*/ 8029432 h 10728642"/>
              <a:gd name="connsiteX3" fmla="*/ 74 w 4688647"/>
              <a:gd name="connsiteY3" fmla="*/ 10728642 h 10728642"/>
              <a:gd name="connsiteX4" fmla="*/ 650 w 4688647"/>
              <a:gd name="connsiteY4" fmla="*/ 2665156 h 10728642"/>
              <a:gd name="connsiteX0" fmla="*/ 650 w 8109376"/>
              <a:gd name="connsiteY0" fmla="*/ 2665156 h 10728642"/>
              <a:gd name="connsiteX1" fmla="*/ 4673861 w 8109376"/>
              <a:gd name="connsiteY1" fmla="*/ 0 h 10728642"/>
              <a:gd name="connsiteX2" fmla="*/ 8109376 w 8109376"/>
              <a:gd name="connsiteY2" fmla="*/ 6035100 h 10728642"/>
              <a:gd name="connsiteX3" fmla="*/ 74 w 8109376"/>
              <a:gd name="connsiteY3" fmla="*/ 10728642 h 10728642"/>
              <a:gd name="connsiteX4" fmla="*/ 650 w 8109376"/>
              <a:gd name="connsiteY4" fmla="*/ 2665156 h 10728642"/>
              <a:gd name="connsiteX0" fmla="*/ 650 w 8109376"/>
              <a:gd name="connsiteY0" fmla="*/ 2665156 h 10728642"/>
              <a:gd name="connsiteX1" fmla="*/ 4673861 w 8109376"/>
              <a:gd name="connsiteY1" fmla="*/ 0 h 10728642"/>
              <a:gd name="connsiteX2" fmla="*/ 8109376 w 8109376"/>
              <a:gd name="connsiteY2" fmla="*/ 6035100 h 10728642"/>
              <a:gd name="connsiteX3" fmla="*/ 74 w 8109376"/>
              <a:gd name="connsiteY3" fmla="*/ 10728642 h 10728642"/>
              <a:gd name="connsiteX4" fmla="*/ 650 w 8109376"/>
              <a:gd name="connsiteY4" fmla="*/ 2665156 h 10728642"/>
              <a:gd name="connsiteX0" fmla="*/ 650 w 8109376"/>
              <a:gd name="connsiteY0" fmla="*/ 2665156 h 10728642"/>
              <a:gd name="connsiteX1" fmla="*/ 4673861 w 8109376"/>
              <a:gd name="connsiteY1" fmla="*/ 0 h 10728642"/>
              <a:gd name="connsiteX2" fmla="*/ 8109376 w 8109376"/>
              <a:gd name="connsiteY2" fmla="*/ 6035100 h 10728642"/>
              <a:gd name="connsiteX3" fmla="*/ 74 w 8109376"/>
              <a:gd name="connsiteY3" fmla="*/ 10728642 h 10728642"/>
              <a:gd name="connsiteX4" fmla="*/ 650 w 8109376"/>
              <a:gd name="connsiteY4" fmla="*/ 2665156 h 10728642"/>
              <a:gd name="connsiteX0" fmla="*/ 650 w 8109376"/>
              <a:gd name="connsiteY0" fmla="*/ 2665156 h 10728642"/>
              <a:gd name="connsiteX1" fmla="*/ 4673861 w 8109376"/>
              <a:gd name="connsiteY1" fmla="*/ 0 h 10728642"/>
              <a:gd name="connsiteX2" fmla="*/ 8109376 w 8109376"/>
              <a:gd name="connsiteY2" fmla="*/ 6035100 h 10728642"/>
              <a:gd name="connsiteX3" fmla="*/ 74 w 8109376"/>
              <a:gd name="connsiteY3" fmla="*/ 10728642 h 10728642"/>
              <a:gd name="connsiteX4" fmla="*/ 650 w 8109376"/>
              <a:gd name="connsiteY4" fmla="*/ 2665156 h 107286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09376" h="10728642">
                <a:moveTo>
                  <a:pt x="650" y="2665156"/>
                </a:moveTo>
                <a:lnTo>
                  <a:pt x="4673861" y="0"/>
                </a:lnTo>
                <a:cubicBezTo>
                  <a:pt x="5668654" y="1793772"/>
                  <a:pt x="7081028" y="4183207"/>
                  <a:pt x="8109376" y="6035100"/>
                </a:cubicBezTo>
                <a:lnTo>
                  <a:pt x="74" y="10728642"/>
                </a:lnTo>
                <a:cubicBezTo>
                  <a:pt x="2065" y="6648884"/>
                  <a:pt x="-1341" y="6744914"/>
                  <a:pt x="650" y="2665156"/>
                </a:cubicBezTo>
                <a:close/>
              </a:path>
            </a:pathLst>
          </a:custGeom>
          <a:solidFill>
            <a:srgbClr val="E642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431493" y="3140968"/>
            <a:ext cx="3155056" cy="1012772"/>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1083" y="1700808"/>
            <a:ext cx="3663604" cy="3657510"/>
          </a:xfrm>
          <a:prstGeom prst="rect">
            <a:avLst/>
          </a:prstGeom>
        </p:spPr>
      </p:pic>
      <p:sp>
        <p:nvSpPr>
          <p:cNvPr id="8" name="Title 51"/>
          <p:cNvSpPr txBox="1">
            <a:spLocks/>
          </p:cNvSpPr>
          <p:nvPr/>
        </p:nvSpPr>
        <p:spPr>
          <a:xfrm>
            <a:off x="623392" y="836712"/>
            <a:ext cx="7018635" cy="1008112"/>
          </a:xfrm>
          <a:prstGeom prst="rect">
            <a:avLst/>
          </a:prstGeom>
        </p:spPr>
        <p:txBody>
          <a:bodyPr/>
          <a:lstStyle>
            <a:lvl1pPr algn="l" defTabSz="914286" rtl="0" eaLnBrk="1" latinLnBrk="0" hangingPunct="1">
              <a:spcBef>
                <a:spcPct val="0"/>
              </a:spcBef>
              <a:buNone/>
              <a:defRPr sz="3600" b="0" i="0" kern="1200" cap="small" baseline="0">
                <a:solidFill>
                  <a:schemeClr val="tx1"/>
                </a:solidFill>
                <a:latin typeface="+mj-lt"/>
                <a:ea typeface="Calibri Light" charset="0"/>
                <a:cs typeface="Calibri Light" charset="0"/>
              </a:defRPr>
            </a:lvl1pPr>
          </a:lstStyle>
          <a:p>
            <a:r>
              <a:rPr lang="en-US" sz="8000" b="0" i="1" spc="600" dirty="0">
                <a:latin typeface="Source Sans Pro ExtraLight" charset="0"/>
                <a:ea typeface="Source Sans Pro ExtraLight" charset="0"/>
                <a:cs typeface="Source Sans Pro ExtraLight" charset="0"/>
              </a:rPr>
              <a:t>Thank you </a:t>
            </a:r>
          </a:p>
        </p:txBody>
      </p:sp>
      <p:sp>
        <p:nvSpPr>
          <p:cNvPr id="9" name="Rectangle 8"/>
          <p:cNvSpPr/>
          <p:nvPr/>
        </p:nvSpPr>
        <p:spPr>
          <a:xfrm>
            <a:off x="2495600" y="1988839"/>
            <a:ext cx="2698175" cy="369332"/>
          </a:xfrm>
          <a:prstGeom prst="rect">
            <a:avLst/>
          </a:prstGeom>
        </p:spPr>
        <p:txBody>
          <a:bodyPr wrap="none">
            <a:spAutoFit/>
          </a:bodyPr>
          <a:lstStyle/>
          <a:p>
            <a:r>
              <a:rPr lang="en-US" b="0" i="1" spc="300" dirty="0">
                <a:latin typeface="Source Sans Pro Light" charset="0"/>
                <a:ea typeface="Source Sans Pro Light" charset="0"/>
                <a:cs typeface="Source Sans Pro Light" charset="0"/>
              </a:rPr>
              <a:t>for your attention !</a:t>
            </a:r>
          </a:p>
        </p:txBody>
      </p:sp>
      <p:sp>
        <p:nvSpPr>
          <p:cNvPr id="10" name="Rectangle 1"/>
          <p:cNvSpPr/>
          <p:nvPr userDrawn="1"/>
        </p:nvSpPr>
        <p:spPr>
          <a:xfrm rot="1800000">
            <a:off x="4954333" y="-1094769"/>
            <a:ext cx="8109376" cy="10728642"/>
          </a:xfrm>
          <a:custGeom>
            <a:avLst/>
            <a:gdLst>
              <a:gd name="connsiteX0" fmla="*/ 0 w 4673328"/>
              <a:gd name="connsiteY0" fmla="*/ 0 h 12601313"/>
              <a:gd name="connsiteX1" fmla="*/ 4673328 w 4673328"/>
              <a:gd name="connsiteY1" fmla="*/ 0 h 12601313"/>
              <a:gd name="connsiteX2" fmla="*/ 4673328 w 4673328"/>
              <a:gd name="connsiteY2" fmla="*/ 12601313 h 12601313"/>
              <a:gd name="connsiteX3" fmla="*/ 0 w 4673328"/>
              <a:gd name="connsiteY3" fmla="*/ 12601313 h 12601313"/>
              <a:gd name="connsiteX4" fmla="*/ 0 w 4673328"/>
              <a:gd name="connsiteY4" fmla="*/ 0 h 12601313"/>
              <a:gd name="connsiteX0" fmla="*/ 0 w 4682599"/>
              <a:gd name="connsiteY0" fmla="*/ 0 h 12601313"/>
              <a:gd name="connsiteX1" fmla="*/ 4673328 w 4682599"/>
              <a:gd name="connsiteY1" fmla="*/ 0 h 12601313"/>
              <a:gd name="connsiteX2" fmla="*/ 4682599 w 4682599"/>
              <a:gd name="connsiteY2" fmla="*/ 9540063 h 12601313"/>
              <a:gd name="connsiteX3" fmla="*/ 0 w 4682599"/>
              <a:gd name="connsiteY3" fmla="*/ 12601313 h 12601313"/>
              <a:gd name="connsiteX4" fmla="*/ 0 w 4682599"/>
              <a:gd name="connsiteY4" fmla="*/ 0 h 12601313"/>
              <a:gd name="connsiteX0" fmla="*/ 5974 w 4688573"/>
              <a:gd name="connsiteY0" fmla="*/ 0 h 12239273"/>
              <a:gd name="connsiteX1" fmla="*/ 4679302 w 4688573"/>
              <a:gd name="connsiteY1" fmla="*/ 0 h 12239273"/>
              <a:gd name="connsiteX2" fmla="*/ 4688573 w 4688573"/>
              <a:gd name="connsiteY2" fmla="*/ 9540063 h 12239273"/>
              <a:gd name="connsiteX3" fmla="*/ 0 w 4688573"/>
              <a:gd name="connsiteY3" fmla="*/ 12239273 h 12239273"/>
              <a:gd name="connsiteX4" fmla="*/ 5974 w 4688573"/>
              <a:gd name="connsiteY4" fmla="*/ 0 h 12239273"/>
              <a:gd name="connsiteX0" fmla="*/ 5974 w 4688573"/>
              <a:gd name="connsiteY0" fmla="*/ 0 h 12239273"/>
              <a:gd name="connsiteX1" fmla="*/ 4676822 w 4688573"/>
              <a:gd name="connsiteY1" fmla="*/ 1402474 h 12239273"/>
              <a:gd name="connsiteX2" fmla="*/ 4688573 w 4688573"/>
              <a:gd name="connsiteY2" fmla="*/ 9540063 h 12239273"/>
              <a:gd name="connsiteX3" fmla="*/ 0 w 4688573"/>
              <a:gd name="connsiteY3" fmla="*/ 12239273 h 12239273"/>
              <a:gd name="connsiteX4" fmla="*/ 5974 w 4688573"/>
              <a:gd name="connsiteY4" fmla="*/ 0 h 12239273"/>
              <a:gd name="connsiteX0" fmla="*/ 650 w 4688647"/>
              <a:gd name="connsiteY0" fmla="*/ 2773313 h 10836799"/>
              <a:gd name="connsiteX1" fmla="*/ 4676896 w 4688647"/>
              <a:gd name="connsiteY1" fmla="*/ 0 h 10836799"/>
              <a:gd name="connsiteX2" fmla="*/ 4688647 w 4688647"/>
              <a:gd name="connsiteY2" fmla="*/ 8137589 h 10836799"/>
              <a:gd name="connsiteX3" fmla="*/ 74 w 4688647"/>
              <a:gd name="connsiteY3" fmla="*/ 10836799 h 10836799"/>
              <a:gd name="connsiteX4" fmla="*/ 650 w 4688647"/>
              <a:gd name="connsiteY4" fmla="*/ 2773313 h 10836799"/>
              <a:gd name="connsiteX0" fmla="*/ 650 w 4688647"/>
              <a:gd name="connsiteY0" fmla="*/ 2740720 h 10804206"/>
              <a:gd name="connsiteX1" fmla="*/ 4662974 w 4688647"/>
              <a:gd name="connsiteY1" fmla="*/ 0 h 10804206"/>
              <a:gd name="connsiteX2" fmla="*/ 4688647 w 4688647"/>
              <a:gd name="connsiteY2" fmla="*/ 8104996 h 10804206"/>
              <a:gd name="connsiteX3" fmla="*/ 74 w 4688647"/>
              <a:gd name="connsiteY3" fmla="*/ 10804206 h 10804206"/>
              <a:gd name="connsiteX4" fmla="*/ 650 w 4688647"/>
              <a:gd name="connsiteY4" fmla="*/ 2740720 h 10804206"/>
              <a:gd name="connsiteX0" fmla="*/ 650 w 4688647"/>
              <a:gd name="connsiteY0" fmla="*/ 2414351 h 10477837"/>
              <a:gd name="connsiteX1" fmla="*/ 4622225 w 4688647"/>
              <a:gd name="connsiteY1" fmla="*/ 0 h 10477837"/>
              <a:gd name="connsiteX2" fmla="*/ 4688647 w 4688647"/>
              <a:gd name="connsiteY2" fmla="*/ 7778627 h 10477837"/>
              <a:gd name="connsiteX3" fmla="*/ 74 w 4688647"/>
              <a:gd name="connsiteY3" fmla="*/ 10477837 h 10477837"/>
              <a:gd name="connsiteX4" fmla="*/ 650 w 4688647"/>
              <a:gd name="connsiteY4" fmla="*/ 2414351 h 10477837"/>
              <a:gd name="connsiteX0" fmla="*/ 650 w 4688647"/>
              <a:gd name="connsiteY0" fmla="*/ 2665156 h 10728642"/>
              <a:gd name="connsiteX1" fmla="*/ 4673861 w 4688647"/>
              <a:gd name="connsiteY1" fmla="*/ 0 h 10728642"/>
              <a:gd name="connsiteX2" fmla="*/ 4688647 w 4688647"/>
              <a:gd name="connsiteY2" fmla="*/ 8029432 h 10728642"/>
              <a:gd name="connsiteX3" fmla="*/ 74 w 4688647"/>
              <a:gd name="connsiteY3" fmla="*/ 10728642 h 10728642"/>
              <a:gd name="connsiteX4" fmla="*/ 650 w 4688647"/>
              <a:gd name="connsiteY4" fmla="*/ 2665156 h 10728642"/>
              <a:gd name="connsiteX0" fmla="*/ 650 w 8109376"/>
              <a:gd name="connsiteY0" fmla="*/ 2665156 h 10728642"/>
              <a:gd name="connsiteX1" fmla="*/ 4673861 w 8109376"/>
              <a:gd name="connsiteY1" fmla="*/ 0 h 10728642"/>
              <a:gd name="connsiteX2" fmla="*/ 8109376 w 8109376"/>
              <a:gd name="connsiteY2" fmla="*/ 6035100 h 10728642"/>
              <a:gd name="connsiteX3" fmla="*/ 74 w 8109376"/>
              <a:gd name="connsiteY3" fmla="*/ 10728642 h 10728642"/>
              <a:gd name="connsiteX4" fmla="*/ 650 w 8109376"/>
              <a:gd name="connsiteY4" fmla="*/ 2665156 h 10728642"/>
              <a:gd name="connsiteX0" fmla="*/ 650 w 8109376"/>
              <a:gd name="connsiteY0" fmla="*/ 2665156 h 10728642"/>
              <a:gd name="connsiteX1" fmla="*/ 4673861 w 8109376"/>
              <a:gd name="connsiteY1" fmla="*/ 0 h 10728642"/>
              <a:gd name="connsiteX2" fmla="*/ 8109376 w 8109376"/>
              <a:gd name="connsiteY2" fmla="*/ 6035100 h 10728642"/>
              <a:gd name="connsiteX3" fmla="*/ 74 w 8109376"/>
              <a:gd name="connsiteY3" fmla="*/ 10728642 h 10728642"/>
              <a:gd name="connsiteX4" fmla="*/ 650 w 8109376"/>
              <a:gd name="connsiteY4" fmla="*/ 2665156 h 10728642"/>
              <a:gd name="connsiteX0" fmla="*/ 650 w 8109376"/>
              <a:gd name="connsiteY0" fmla="*/ 2665156 h 10728642"/>
              <a:gd name="connsiteX1" fmla="*/ 4673861 w 8109376"/>
              <a:gd name="connsiteY1" fmla="*/ 0 h 10728642"/>
              <a:gd name="connsiteX2" fmla="*/ 8109376 w 8109376"/>
              <a:gd name="connsiteY2" fmla="*/ 6035100 h 10728642"/>
              <a:gd name="connsiteX3" fmla="*/ 74 w 8109376"/>
              <a:gd name="connsiteY3" fmla="*/ 10728642 h 10728642"/>
              <a:gd name="connsiteX4" fmla="*/ 650 w 8109376"/>
              <a:gd name="connsiteY4" fmla="*/ 2665156 h 10728642"/>
              <a:gd name="connsiteX0" fmla="*/ 650 w 8109376"/>
              <a:gd name="connsiteY0" fmla="*/ 2665156 h 10728642"/>
              <a:gd name="connsiteX1" fmla="*/ 4673861 w 8109376"/>
              <a:gd name="connsiteY1" fmla="*/ 0 h 10728642"/>
              <a:gd name="connsiteX2" fmla="*/ 8109376 w 8109376"/>
              <a:gd name="connsiteY2" fmla="*/ 6035100 h 10728642"/>
              <a:gd name="connsiteX3" fmla="*/ 74 w 8109376"/>
              <a:gd name="connsiteY3" fmla="*/ 10728642 h 10728642"/>
              <a:gd name="connsiteX4" fmla="*/ 650 w 8109376"/>
              <a:gd name="connsiteY4" fmla="*/ 2665156 h 107286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09376" h="10728642">
                <a:moveTo>
                  <a:pt x="650" y="2665156"/>
                </a:moveTo>
                <a:lnTo>
                  <a:pt x="4673861" y="0"/>
                </a:lnTo>
                <a:cubicBezTo>
                  <a:pt x="5668654" y="1793772"/>
                  <a:pt x="7081028" y="4183207"/>
                  <a:pt x="8109376" y="6035100"/>
                </a:cubicBezTo>
                <a:lnTo>
                  <a:pt x="74" y="10728642"/>
                </a:lnTo>
                <a:cubicBezTo>
                  <a:pt x="2065" y="6648884"/>
                  <a:pt x="-1341" y="6744914"/>
                  <a:pt x="650" y="2665156"/>
                </a:cubicBezTo>
                <a:close/>
              </a:path>
            </a:pathLst>
          </a:custGeom>
          <a:solidFill>
            <a:srgbClr val="E642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 name="Picture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431493" y="3140968"/>
            <a:ext cx="3155056" cy="1012772"/>
          </a:xfrm>
          <a:prstGeom prst="rect">
            <a:avLst/>
          </a:prstGeom>
        </p:spPr>
      </p:pic>
      <p:pic>
        <p:nvPicPr>
          <p:cNvPr id="12" name="Picture 1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81083" y="1700808"/>
            <a:ext cx="3663604" cy="3657510"/>
          </a:xfrm>
          <a:prstGeom prst="rect">
            <a:avLst/>
          </a:prstGeom>
        </p:spPr>
      </p:pic>
      <p:sp>
        <p:nvSpPr>
          <p:cNvPr id="13" name="Title 51"/>
          <p:cNvSpPr txBox="1">
            <a:spLocks/>
          </p:cNvSpPr>
          <p:nvPr userDrawn="1"/>
        </p:nvSpPr>
        <p:spPr>
          <a:xfrm>
            <a:off x="623392" y="836712"/>
            <a:ext cx="7018635" cy="1008112"/>
          </a:xfrm>
          <a:prstGeom prst="rect">
            <a:avLst/>
          </a:prstGeom>
        </p:spPr>
        <p:txBody>
          <a:bodyPr/>
          <a:lstStyle>
            <a:lvl1pPr algn="l" defTabSz="914286" rtl="0" eaLnBrk="1" latinLnBrk="0" hangingPunct="1">
              <a:spcBef>
                <a:spcPct val="0"/>
              </a:spcBef>
              <a:buNone/>
              <a:defRPr sz="3600" b="0" i="0" kern="1200" cap="small" baseline="0">
                <a:solidFill>
                  <a:schemeClr val="tx1"/>
                </a:solidFill>
                <a:latin typeface="+mj-lt"/>
                <a:ea typeface="Calibri Light" charset="0"/>
                <a:cs typeface="Calibri Light" charset="0"/>
              </a:defRPr>
            </a:lvl1pPr>
          </a:lstStyle>
          <a:p>
            <a:r>
              <a:rPr lang="en-US" sz="8000" b="0" i="1" spc="600" dirty="0">
                <a:latin typeface="Source Sans Pro ExtraLight" charset="0"/>
                <a:ea typeface="Source Sans Pro ExtraLight" charset="0"/>
                <a:cs typeface="Source Sans Pro ExtraLight" charset="0"/>
              </a:rPr>
              <a:t>Thank you </a:t>
            </a:r>
          </a:p>
        </p:txBody>
      </p:sp>
      <p:sp>
        <p:nvSpPr>
          <p:cNvPr id="14" name="Rectangle 13"/>
          <p:cNvSpPr/>
          <p:nvPr userDrawn="1"/>
        </p:nvSpPr>
        <p:spPr>
          <a:xfrm>
            <a:off x="2495600" y="1988839"/>
            <a:ext cx="2698175" cy="369332"/>
          </a:xfrm>
          <a:prstGeom prst="rect">
            <a:avLst/>
          </a:prstGeom>
        </p:spPr>
        <p:txBody>
          <a:bodyPr wrap="none">
            <a:spAutoFit/>
          </a:bodyPr>
          <a:lstStyle/>
          <a:p>
            <a:r>
              <a:rPr lang="en-US" b="0" i="1" spc="300" dirty="0">
                <a:latin typeface="Source Sans Pro Light" charset="0"/>
                <a:ea typeface="Source Sans Pro Light" charset="0"/>
                <a:cs typeface="Source Sans Pro Light" charset="0"/>
              </a:rPr>
              <a:t>for your attention !</a:t>
            </a:r>
          </a:p>
        </p:txBody>
      </p:sp>
    </p:spTree>
    <p:extLst>
      <p:ext uri="{BB962C8B-B14F-4D97-AF65-F5344CB8AC3E}">
        <p14:creationId xmlns:p14="http://schemas.microsoft.com/office/powerpoint/2010/main" val="38831743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8.xml"/><Relationship Id="rId13" Type="http://schemas.openxmlformats.org/officeDocument/2006/relationships/slideLayout" Target="../slideLayouts/slideLayout33.xml"/><Relationship Id="rId18" Type="http://schemas.openxmlformats.org/officeDocument/2006/relationships/slideLayout" Target="../slideLayouts/slideLayout38.xml"/><Relationship Id="rId3" Type="http://schemas.openxmlformats.org/officeDocument/2006/relationships/slideLayout" Target="../slideLayouts/slideLayout23.xml"/><Relationship Id="rId21" Type="http://schemas.openxmlformats.org/officeDocument/2006/relationships/slideLayout" Target="../slideLayouts/slideLayout41.xml"/><Relationship Id="rId7" Type="http://schemas.openxmlformats.org/officeDocument/2006/relationships/slideLayout" Target="../slideLayouts/slideLayout27.xml"/><Relationship Id="rId12" Type="http://schemas.openxmlformats.org/officeDocument/2006/relationships/slideLayout" Target="../slideLayouts/slideLayout32.xml"/><Relationship Id="rId17" Type="http://schemas.openxmlformats.org/officeDocument/2006/relationships/slideLayout" Target="../slideLayouts/slideLayout37.xml"/><Relationship Id="rId2" Type="http://schemas.openxmlformats.org/officeDocument/2006/relationships/slideLayout" Target="../slideLayouts/slideLayout22.xml"/><Relationship Id="rId16" Type="http://schemas.openxmlformats.org/officeDocument/2006/relationships/slideLayout" Target="../slideLayouts/slideLayout36.xml"/><Relationship Id="rId20" Type="http://schemas.openxmlformats.org/officeDocument/2006/relationships/slideLayout" Target="../slideLayouts/slideLayout40.xml"/><Relationship Id="rId1" Type="http://schemas.openxmlformats.org/officeDocument/2006/relationships/slideLayout" Target="../slideLayouts/slideLayout21.xml"/><Relationship Id="rId6" Type="http://schemas.openxmlformats.org/officeDocument/2006/relationships/slideLayout" Target="../slideLayouts/slideLayout26.xml"/><Relationship Id="rId11" Type="http://schemas.openxmlformats.org/officeDocument/2006/relationships/slideLayout" Target="../slideLayouts/slideLayout31.xml"/><Relationship Id="rId24" Type="http://schemas.openxmlformats.org/officeDocument/2006/relationships/image" Target="../media/image1.png"/><Relationship Id="rId5" Type="http://schemas.openxmlformats.org/officeDocument/2006/relationships/slideLayout" Target="../slideLayouts/slideLayout25.xml"/><Relationship Id="rId15" Type="http://schemas.openxmlformats.org/officeDocument/2006/relationships/slideLayout" Target="../slideLayouts/slideLayout35.xml"/><Relationship Id="rId23" Type="http://schemas.openxmlformats.org/officeDocument/2006/relationships/image" Target="../media/image4.png"/><Relationship Id="rId10" Type="http://schemas.openxmlformats.org/officeDocument/2006/relationships/slideLayout" Target="../slideLayouts/slideLayout30.xml"/><Relationship Id="rId19" Type="http://schemas.openxmlformats.org/officeDocument/2006/relationships/slideLayout" Target="../slideLayouts/slideLayout39.xml"/><Relationship Id="rId4" Type="http://schemas.openxmlformats.org/officeDocument/2006/relationships/slideLayout" Target="../slideLayouts/slideLayout24.xml"/><Relationship Id="rId9" Type="http://schemas.openxmlformats.org/officeDocument/2006/relationships/slideLayout" Target="../slideLayouts/slideLayout29.xml"/><Relationship Id="rId14" Type="http://schemas.openxmlformats.org/officeDocument/2006/relationships/slideLayout" Target="../slideLayouts/slideLayout34.xml"/><Relationship Id="rId22"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9.xml"/><Relationship Id="rId13" Type="http://schemas.openxmlformats.org/officeDocument/2006/relationships/slideLayout" Target="../slideLayouts/slideLayout54.xml"/><Relationship Id="rId18" Type="http://schemas.openxmlformats.org/officeDocument/2006/relationships/slideLayout" Target="../slideLayouts/slideLayout59.xml"/><Relationship Id="rId3" Type="http://schemas.openxmlformats.org/officeDocument/2006/relationships/slideLayout" Target="../slideLayouts/slideLayout44.xml"/><Relationship Id="rId21" Type="http://schemas.openxmlformats.org/officeDocument/2006/relationships/slideLayout" Target="../slideLayouts/slideLayout62.xml"/><Relationship Id="rId7" Type="http://schemas.openxmlformats.org/officeDocument/2006/relationships/slideLayout" Target="../slideLayouts/slideLayout48.xml"/><Relationship Id="rId12" Type="http://schemas.openxmlformats.org/officeDocument/2006/relationships/slideLayout" Target="../slideLayouts/slideLayout53.xml"/><Relationship Id="rId17" Type="http://schemas.openxmlformats.org/officeDocument/2006/relationships/slideLayout" Target="../slideLayouts/slideLayout58.xml"/><Relationship Id="rId2" Type="http://schemas.openxmlformats.org/officeDocument/2006/relationships/slideLayout" Target="../slideLayouts/slideLayout43.xml"/><Relationship Id="rId16" Type="http://schemas.openxmlformats.org/officeDocument/2006/relationships/slideLayout" Target="../slideLayouts/slideLayout57.xml"/><Relationship Id="rId20" Type="http://schemas.openxmlformats.org/officeDocument/2006/relationships/slideLayout" Target="../slideLayouts/slideLayout61.xml"/><Relationship Id="rId1" Type="http://schemas.openxmlformats.org/officeDocument/2006/relationships/slideLayout" Target="../slideLayouts/slideLayout42.xml"/><Relationship Id="rId6" Type="http://schemas.openxmlformats.org/officeDocument/2006/relationships/slideLayout" Target="../slideLayouts/slideLayout47.xml"/><Relationship Id="rId11" Type="http://schemas.openxmlformats.org/officeDocument/2006/relationships/slideLayout" Target="../slideLayouts/slideLayout52.xml"/><Relationship Id="rId24" Type="http://schemas.openxmlformats.org/officeDocument/2006/relationships/image" Target="../media/image1.png"/><Relationship Id="rId5" Type="http://schemas.openxmlformats.org/officeDocument/2006/relationships/slideLayout" Target="../slideLayouts/slideLayout46.xml"/><Relationship Id="rId15" Type="http://schemas.openxmlformats.org/officeDocument/2006/relationships/slideLayout" Target="../slideLayouts/slideLayout56.xml"/><Relationship Id="rId23" Type="http://schemas.openxmlformats.org/officeDocument/2006/relationships/image" Target="../media/image4.png"/><Relationship Id="rId10" Type="http://schemas.openxmlformats.org/officeDocument/2006/relationships/slideLayout" Target="../slideLayouts/slideLayout51.xml"/><Relationship Id="rId19" Type="http://schemas.openxmlformats.org/officeDocument/2006/relationships/slideLayout" Target="../slideLayouts/slideLayout60.xml"/><Relationship Id="rId4" Type="http://schemas.openxmlformats.org/officeDocument/2006/relationships/slideLayout" Target="../slideLayouts/slideLayout45.xml"/><Relationship Id="rId9" Type="http://schemas.openxmlformats.org/officeDocument/2006/relationships/slideLayout" Target="../slideLayouts/slideLayout50.xml"/><Relationship Id="rId14" Type="http://schemas.openxmlformats.org/officeDocument/2006/relationships/slideLayout" Target="../slideLayouts/slideLayout55.xml"/><Relationship Id="rId22"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70.xml"/><Relationship Id="rId13" Type="http://schemas.openxmlformats.org/officeDocument/2006/relationships/slideLayout" Target="../slideLayouts/slideLayout75.xml"/><Relationship Id="rId18" Type="http://schemas.openxmlformats.org/officeDocument/2006/relationships/slideLayout" Target="../slideLayouts/slideLayout80.xml"/><Relationship Id="rId3" Type="http://schemas.openxmlformats.org/officeDocument/2006/relationships/slideLayout" Target="../slideLayouts/slideLayout65.xml"/><Relationship Id="rId21" Type="http://schemas.openxmlformats.org/officeDocument/2006/relationships/slideLayout" Target="../slideLayouts/slideLayout83.xml"/><Relationship Id="rId7" Type="http://schemas.openxmlformats.org/officeDocument/2006/relationships/slideLayout" Target="../slideLayouts/slideLayout69.xml"/><Relationship Id="rId12" Type="http://schemas.openxmlformats.org/officeDocument/2006/relationships/slideLayout" Target="../slideLayouts/slideLayout74.xml"/><Relationship Id="rId17" Type="http://schemas.openxmlformats.org/officeDocument/2006/relationships/slideLayout" Target="../slideLayouts/slideLayout79.xml"/><Relationship Id="rId2" Type="http://schemas.openxmlformats.org/officeDocument/2006/relationships/slideLayout" Target="../slideLayouts/slideLayout64.xml"/><Relationship Id="rId16" Type="http://schemas.openxmlformats.org/officeDocument/2006/relationships/slideLayout" Target="../slideLayouts/slideLayout78.xml"/><Relationship Id="rId20" Type="http://schemas.openxmlformats.org/officeDocument/2006/relationships/slideLayout" Target="../slideLayouts/slideLayout82.xml"/><Relationship Id="rId1" Type="http://schemas.openxmlformats.org/officeDocument/2006/relationships/slideLayout" Target="../slideLayouts/slideLayout63.xml"/><Relationship Id="rId6" Type="http://schemas.openxmlformats.org/officeDocument/2006/relationships/slideLayout" Target="../slideLayouts/slideLayout68.xml"/><Relationship Id="rId11" Type="http://schemas.openxmlformats.org/officeDocument/2006/relationships/slideLayout" Target="../slideLayouts/slideLayout73.xml"/><Relationship Id="rId24" Type="http://schemas.openxmlformats.org/officeDocument/2006/relationships/image" Target="../media/image1.png"/><Relationship Id="rId5" Type="http://schemas.openxmlformats.org/officeDocument/2006/relationships/slideLayout" Target="../slideLayouts/slideLayout67.xml"/><Relationship Id="rId15" Type="http://schemas.openxmlformats.org/officeDocument/2006/relationships/slideLayout" Target="../slideLayouts/slideLayout77.xml"/><Relationship Id="rId23" Type="http://schemas.openxmlformats.org/officeDocument/2006/relationships/image" Target="../media/image4.png"/><Relationship Id="rId10" Type="http://schemas.openxmlformats.org/officeDocument/2006/relationships/slideLayout" Target="../slideLayouts/slideLayout72.xml"/><Relationship Id="rId19" Type="http://schemas.openxmlformats.org/officeDocument/2006/relationships/slideLayout" Target="../slideLayouts/slideLayout81.xml"/><Relationship Id="rId4" Type="http://schemas.openxmlformats.org/officeDocument/2006/relationships/slideLayout" Target="../slideLayouts/slideLayout66.xml"/><Relationship Id="rId9" Type="http://schemas.openxmlformats.org/officeDocument/2006/relationships/slideLayout" Target="../slideLayouts/slideLayout71.xml"/><Relationship Id="rId14" Type="http://schemas.openxmlformats.org/officeDocument/2006/relationships/slideLayout" Target="../slideLayouts/slideLayout76.xml"/><Relationship Id="rId22"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4" name="Slide Number Placeholder 5">
            <a:extLst>
              <a:ext uri="{FF2B5EF4-FFF2-40B4-BE49-F238E27FC236}">
                <a16:creationId xmlns:a16="http://schemas.microsoft.com/office/drawing/2014/main" id="{D6A5EA0A-9DA9-564F-8F7D-CF263DB84C39}"/>
              </a:ext>
            </a:extLst>
          </p:cNvPr>
          <p:cNvSpPr txBox="1">
            <a:spLocks/>
          </p:cNvSpPr>
          <p:nvPr userDrawn="1"/>
        </p:nvSpPr>
        <p:spPr>
          <a:xfrm>
            <a:off x="11164442" y="6315917"/>
            <a:ext cx="460419" cy="109686"/>
          </a:xfrm>
          <a:prstGeom prst="rect">
            <a:avLst/>
          </a:prstGeom>
        </p:spPr>
        <p:txBody>
          <a:bodyPr vert="horz" lIns="0" tIns="0" rIns="0" bIns="0" rtlCol="0" anchor="ctr"/>
          <a:lstStyle>
            <a:defPPr>
              <a:defRPr lang="en-US"/>
            </a:defPPr>
            <a:lvl1pPr marL="0" algn="r" defTabSz="914377" rtl="0" eaLnBrk="1" latinLnBrk="0" hangingPunct="1">
              <a:defRPr sz="900" b="1" kern="1200">
                <a:solidFill>
                  <a:schemeClr val="tx1"/>
                </a:solidFill>
                <a:latin typeface="Lekton" panose="02000000000000000000" pitchFamily="2" charset="77"/>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fld id="{31963AA3-9EF4-BA4C-A53C-84A8AE0CCD3D}" type="slidenum">
              <a:rPr lang="en-US" smtClean="0">
                <a:latin typeface="Source Sans Pro" charset="0"/>
                <a:ea typeface="Source Sans Pro" charset="0"/>
                <a:cs typeface="Source Sans Pro" charset="0"/>
              </a:rPr>
              <a:pPr/>
              <a:t>‹#›</a:t>
            </a:fld>
            <a:endParaRPr lang="en-US" dirty="0">
              <a:latin typeface="Source Sans Pro" charset="0"/>
              <a:ea typeface="Source Sans Pro" charset="0"/>
              <a:cs typeface="Source Sans Pro" charset="0"/>
            </a:endParaRPr>
          </a:p>
        </p:txBody>
      </p:sp>
      <p:pic>
        <p:nvPicPr>
          <p:cNvPr id="16" name="Picture 15"/>
          <p:cNvPicPr>
            <a:picLocks noChangeAspect="1"/>
          </p:cNvPicPr>
          <p:nvPr userDrawn="1"/>
        </p:nvPicPr>
        <p:blipFill>
          <a:blip r:embed="rId22" cstate="print">
            <a:extLst>
              <a:ext uri="{28A0092B-C50C-407E-A947-70E740481C1C}">
                <a14:useLocalDpi xmlns:a14="http://schemas.microsoft.com/office/drawing/2010/main" val="0"/>
              </a:ext>
            </a:extLst>
          </a:blip>
          <a:stretch>
            <a:fillRect/>
          </a:stretch>
        </p:blipFill>
        <p:spPr>
          <a:xfrm>
            <a:off x="10835395" y="476672"/>
            <a:ext cx="845230" cy="212365"/>
          </a:xfrm>
          <a:prstGeom prst="rect">
            <a:avLst/>
          </a:prstGeom>
        </p:spPr>
      </p:pic>
      <p:cxnSp>
        <p:nvCxnSpPr>
          <p:cNvPr id="21" name="Straight Connector 20">
            <a:extLst>
              <a:ext uri="{FF2B5EF4-FFF2-40B4-BE49-F238E27FC236}">
                <a16:creationId xmlns:a16="http://schemas.microsoft.com/office/drawing/2014/main" id="{F4443C96-B82D-F449-A71B-02134B6BB207}"/>
              </a:ext>
            </a:extLst>
          </p:cNvPr>
          <p:cNvCxnSpPr>
            <a:cxnSpLocks/>
          </p:cNvCxnSpPr>
          <p:nvPr userDrawn="1"/>
        </p:nvCxnSpPr>
        <p:spPr>
          <a:xfrm>
            <a:off x="10835395" y="6216650"/>
            <a:ext cx="789466" cy="0"/>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sp>
        <p:nvSpPr>
          <p:cNvPr id="22" name="Rectangle 21"/>
          <p:cNvSpPr/>
          <p:nvPr userDrawn="1"/>
        </p:nvSpPr>
        <p:spPr>
          <a:xfrm>
            <a:off x="0" y="0"/>
            <a:ext cx="4571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Date Placeholder 3"/>
          <p:cNvSpPr txBox="1">
            <a:spLocks/>
          </p:cNvSpPr>
          <p:nvPr userDrawn="1"/>
        </p:nvSpPr>
        <p:spPr>
          <a:xfrm>
            <a:off x="10200456" y="6315916"/>
            <a:ext cx="1079961" cy="137420"/>
          </a:xfrm>
          <a:prstGeom prst="rect">
            <a:avLst/>
          </a:prstGeom>
        </p:spPr>
        <p:txBody>
          <a:bodyPr vert="horz" lIns="0" tIns="0" rIns="0" bIns="0" rtlCol="0" anchor="t" anchorCtr="0"/>
          <a:lstStyle>
            <a:defPPr>
              <a:defRPr lang="en-US"/>
            </a:defPPr>
            <a:lvl1pPr marL="0" algn="r" defTabSz="914377" rtl="0" eaLnBrk="1" latinLnBrk="0" hangingPunct="1">
              <a:defRPr sz="800" b="1" i="0" kern="1200" cap="none" spc="38">
                <a:ln w="13500">
                  <a:noFill/>
                  <a:prstDash val="solid"/>
                </a:ln>
                <a:solidFill>
                  <a:schemeClr val="tx2">
                    <a:alpha val="95000"/>
                  </a:schemeClr>
                </a:solidFill>
                <a:effectLst/>
                <a:latin typeface="Source Sans Pro Black" charset="0"/>
                <a:ea typeface="Source Sans Pro Black" charset="0"/>
                <a:cs typeface="Source Sans Pro Black" charset="0"/>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r>
              <a:rPr lang="fr-FR" sz="600" dirty="0">
                <a:solidFill>
                  <a:schemeClr val="tx1">
                    <a:lumMod val="60000"/>
                    <a:lumOff val="40000"/>
                    <a:alpha val="95000"/>
                  </a:schemeClr>
                </a:solidFill>
              </a:rPr>
              <a:t>02/10/2019</a:t>
            </a:r>
            <a:endParaRPr lang="en-US" sz="600" dirty="0">
              <a:solidFill>
                <a:schemeClr val="tx1">
                  <a:lumMod val="60000"/>
                  <a:lumOff val="40000"/>
                  <a:alpha val="95000"/>
                </a:schemeClr>
              </a:solidFill>
            </a:endParaRPr>
          </a:p>
        </p:txBody>
      </p:sp>
    </p:spTree>
    <p:extLst>
      <p:ext uri="{BB962C8B-B14F-4D97-AF65-F5344CB8AC3E}">
        <p14:creationId xmlns:p14="http://schemas.microsoft.com/office/powerpoint/2010/main" val="1397392708"/>
      </p:ext>
    </p:extLst>
  </p:cSld>
  <p:clrMap bg1="lt1" tx1="dk1" bg2="lt2" tx2="dk2" accent1="accent1" accent2="accent2" accent3="accent3" accent4="accent4" accent5="accent5" accent6="accent6" hlink="hlink" folHlink="folHlink"/>
  <p:sldLayoutIdLst>
    <p:sldLayoutId id="2147483697" r:id="rId1"/>
    <p:sldLayoutId id="2147483701" r:id="rId2"/>
    <p:sldLayoutId id="2147483710" r:id="rId3"/>
    <p:sldLayoutId id="2147483713" r:id="rId4"/>
    <p:sldLayoutId id="2147483667" r:id="rId5"/>
    <p:sldLayoutId id="2147483772" r:id="rId6"/>
    <p:sldLayoutId id="2147483773" r:id="rId7"/>
    <p:sldLayoutId id="2147483662" r:id="rId8"/>
    <p:sldLayoutId id="2147483696" r:id="rId9"/>
    <p:sldLayoutId id="2147483665" r:id="rId10"/>
    <p:sldLayoutId id="2147483698" r:id="rId11"/>
    <p:sldLayoutId id="2147483666" r:id="rId12"/>
    <p:sldLayoutId id="2147483699" r:id="rId13"/>
    <p:sldLayoutId id="2147483716" r:id="rId14"/>
    <p:sldLayoutId id="2147483717" r:id="rId15"/>
    <p:sldLayoutId id="2147483700" r:id="rId16"/>
    <p:sldLayoutId id="2147483711" r:id="rId17"/>
    <p:sldLayoutId id="2147483715" r:id="rId18"/>
    <p:sldLayoutId id="2147483712" r:id="rId19"/>
    <p:sldLayoutId id="2147483788" r:id="rId20"/>
  </p:sldLayoutIdLst>
  <p:hf hdr="0" ftr="0"/>
  <p:txStyles>
    <p:titleStyle>
      <a:lvl1pPr algn="l" defTabSz="914286" rtl="0" eaLnBrk="1" latinLnBrk="0" hangingPunct="1">
        <a:spcBef>
          <a:spcPct val="0"/>
        </a:spcBef>
        <a:buNone/>
        <a:defRPr sz="3600" b="0" i="0" kern="1200" cap="small" baseline="0">
          <a:solidFill>
            <a:schemeClr val="tx1"/>
          </a:solidFill>
          <a:latin typeface="Source Sans Pro" charset="0"/>
          <a:ea typeface="Source Sans Pro" charset="0"/>
          <a:cs typeface="Source Sans Pro" charset="0"/>
        </a:defRPr>
      </a:lvl1pPr>
    </p:titleStyle>
    <p:bodyStyle>
      <a:lvl1pPr marL="0" indent="0" algn="l" defTabSz="914286" rtl="0" eaLnBrk="1" latinLnBrk="0" hangingPunct="1">
        <a:spcBef>
          <a:spcPct val="20000"/>
        </a:spcBef>
        <a:spcAft>
          <a:spcPts val="400"/>
        </a:spcAft>
        <a:buFontTx/>
        <a:buNone/>
        <a:defRPr sz="2400" b="0" i="0" kern="1200">
          <a:solidFill>
            <a:schemeClr val="tx2"/>
          </a:solidFill>
          <a:effectLst/>
          <a:latin typeface="Source Sans Pro Light" charset="0"/>
          <a:ea typeface="Source Sans Pro Light" charset="0"/>
          <a:cs typeface="Source Sans Pro Light" charset="0"/>
        </a:defRPr>
      </a:lvl1pPr>
      <a:lvl2pPr marL="742857" indent="-285717" algn="l" defTabSz="914286" rtl="0" eaLnBrk="1" latinLnBrk="0" hangingPunct="1">
        <a:spcBef>
          <a:spcPct val="20000"/>
        </a:spcBef>
        <a:spcAft>
          <a:spcPts val="400"/>
        </a:spcAft>
        <a:buFont typeface="Courier New" charset="0"/>
        <a:buChar char="o"/>
        <a:defRPr sz="2200" b="0" i="0" kern="1200">
          <a:solidFill>
            <a:schemeClr val="tx2"/>
          </a:solidFill>
          <a:latin typeface="Source Sans Pro Light" charset="0"/>
          <a:ea typeface="Source Sans Pro Light" charset="0"/>
          <a:cs typeface="Source Sans Pro Light" charset="0"/>
        </a:defRPr>
      </a:lvl2pPr>
      <a:lvl3pPr marL="1142858" indent="-228573" algn="l" defTabSz="914286" rtl="0" eaLnBrk="1" latinLnBrk="0" hangingPunct="1">
        <a:spcBef>
          <a:spcPct val="20000"/>
        </a:spcBef>
        <a:spcAft>
          <a:spcPts val="400"/>
        </a:spcAft>
        <a:buFont typeface="Arial" panose="020B0604020202020204" pitchFamily="34" charset="0"/>
        <a:buChar char="•"/>
        <a:defRPr sz="2000" b="0" i="0" kern="1200" baseline="0">
          <a:solidFill>
            <a:schemeClr val="tx2"/>
          </a:solidFill>
          <a:latin typeface="Source Sans Pro Light" charset="0"/>
          <a:ea typeface="Source Sans Pro Light" charset="0"/>
          <a:cs typeface="Source Sans Pro Light" charset="0"/>
        </a:defRPr>
      </a:lvl3pPr>
      <a:lvl4pPr marL="1371427" indent="0" algn="l" defTabSz="914286" rtl="0" eaLnBrk="1" latinLnBrk="0" hangingPunct="1">
        <a:spcBef>
          <a:spcPct val="20000"/>
        </a:spcBef>
        <a:spcAft>
          <a:spcPts val="400"/>
        </a:spcAft>
        <a:buFontTx/>
        <a:buNone/>
        <a:defRPr sz="1800" b="0" i="0" kern="1200" baseline="0">
          <a:solidFill>
            <a:schemeClr val="tx2"/>
          </a:solidFill>
          <a:latin typeface="Source Sans Pro Light" charset="0"/>
          <a:ea typeface="Source Sans Pro Light" charset="0"/>
          <a:cs typeface="Source Sans Pro Light" charset="0"/>
        </a:defRPr>
      </a:lvl4pPr>
      <a:lvl5pPr marL="1828570" marR="0" indent="0" algn="l" defTabSz="914286" rtl="0" eaLnBrk="1" fontAlgn="auto" latinLnBrk="0" hangingPunct="1">
        <a:lnSpc>
          <a:spcPct val="100000"/>
        </a:lnSpc>
        <a:spcBef>
          <a:spcPct val="20000"/>
        </a:spcBef>
        <a:spcAft>
          <a:spcPts val="400"/>
        </a:spcAft>
        <a:buClrTx/>
        <a:buSzTx/>
        <a:buFontTx/>
        <a:buNone/>
        <a:tabLst/>
        <a:defRPr sz="1600" b="0" i="0" kern="1200">
          <a:solidFill>
            <a:schemeClr val="tx2"/>
          </a:solidFill>
          <a:latin typeface="+mn-lt"/>
          <a:ea typeface="Calibri Regular" charset="0"/>
          <a:cs typeface="Calibri Regular" charset="0"/>
        </a:defRPr>
      </a:lvl5pPr>
      <a:lvl6pPr marL="2514286" indent="-228573" algn="l" defTabSz="914286"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430" indent="-228573" algn="l" defTabSz="914286"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8573" indent="-228573" algn="l" defTabSz="914286"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718" indent="-228573" algn="l" defTabSz="914286"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286" rtl="0" eaLnBrk="1" latinLnBrk="0" hangingPunct="1">
        <a:defRPr sz="1800" kern="1200">
          <a:solidFill>
            <a:schemeClr val="tx1"/>
          </a:solidFill>
          <a:latin typeface="+mn-lt"/>
          <a:ea typeface="+mn-ea"/>
          <a:cs typeface="+mn-cs"/>
        </a:defRPr>
      </a:lvl1pPr>
      <a:lvl2pPr marL="457143" algn="l" defTabSz="914286" rtl="0" eaLnBrk="1" latinLnBrk="0" hangingPunct="1">
        <a:defRPr sz="1800" kern="1200">
          <a:solidFill>
            <a:schemeClr val="tx1"/>
          </a:solidFill>
          <a:latin typeface="+mn-lt"/>
          <a:ea typeface="+mn-ea"/>
          <a:cs typeface="+mn-cs"/>
        </a:defRPr>
      </a:lvl2pPr>
      <a:lvl3pPr marL="914286" algn="l" defTabSz="914286" rtl="0" eaLnBrk="1" latinLnBrk="0" hangingPunct="1">
        <a:defRPr sz="1800" kern="1200">
          <a:solidFill>
            <a:schemeClr val="tx1"/>
          </a:solidFill>
          <a:latin typeface="+mn-lt"/>
          <a:ea typeface="+mn-ea"/>
          <a:cs typeface="+mn-cs"/>
        </a:defRPr>
      </a:lvl3pPr>
      <a:lvl4pPr marL="1371430" algn="l" defTabSz="914286" rtl="0" eaLnBrk="1" latinLnBrk="0" hangingPunct="1">
        <a:defRPr sz="1800" kern="1200">
          <a:solidFill>
            <a:schemeClr val="tx1"/>
          </a:solidFill>
          <a:latin typeface="+mn-lt"/>
          <a:ea typeface="+mn-ea"/>
          <a:cs typeface="+mn-cs"/>
        </a:defRPr>
      </a:lvl4pPr>
      <a:lvl5pPr marL="1828573" algn="l" defTabSz="914286" rtl="0" eaLnBrk="1" latinLnBrk="0" hangingPunct="1">
        <a:defRPr sz="1800" kern="1200">
          <a:solidFill>
            <a:schemeClr val="tx1"/>
          </a:solidFill>
          <a:latin typeface="+mn-lt"/>
          <a:ea typeface="+mn-ea"/>
          <a:cs typeface="+mn-cs"/>
        </a:defRPr>
      </a:lvl5pPr>
      <a:lvl6pPr marL="2285718" algn="l" defTabSz="914286" rtl="0" eaLnBrk="1" latinLnBrk="0" hangingPunct="1">
        <a:defRPr sz="1800" kern="1200">
          <a:solidFill>
            <a:schemeClr val="tx1"/>
          </a:solidFill>
          <a:latin typeface="+mn-lt"/>
          <a:ea typeface="+mn-ea"/>
          <a:cs typeface="+mn-cs"/>
        </a:defRPr>
      </a:lvl6pPr>
      <a:lvl7pPr marL="2742858" algn="l" defTabSz="914286" rtl="0" eaLnBrk="1" latinLnBrk="0" hangingPunct="1">
        <a:defRPr sz="1800" kern="1200">
          <a:solidFill>
            <a:schemeClr val="tx1"/>
          </a:solidFill>
          <a:latin typeface="+mn-lt"/>
          <a:ea typeface="+mn-ea"/>
          <a:cs typeface="+mn-cs"/>
        </a:defRPr>
      </a:lvl7pPr>
      <a:lvl8pPr marL="3200000" algn="l" defTabSz="914286" rtl="0" eaLnBrk="1" latinLnBrk="0" hangingPunct="1">
        <a:defRPr sz="1800" kern="1200">
          <a:solidFill>
            <a:schemeClr val="tx1"/>
          </a:solidFill>
          <a:latin typeface="+mn-lt"/>
          <a:ea typeface="+mn-ea"/>
          <a:cs typeface="+mn-cs"/>
        </a:defRPr>
      </a:lvl8pPr>
      <a:lvl9pPr marL="3657143" algn="l" defTabSz="914286"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807" userDrawn="1">
          <p15:clr>
            <a:srgbClr val="F26B43"/>
          </p15:clr>
        </p15:guide>
        <p15:guide id="2" pos="7333" userDrawn="1">
          <p15:clr>
            <a:srgbClr val="F26B43"/>
          </p15:clr>
        </p15:guide>
        <p15:guide id="3" pos="347" userDrawn="1">
          <p15:clr>
            <a:srgbClr val="F26B43"/>
          </p15:clr>
        </p15:guide>
        <p15:guide id="4" orient="horz" pos="406" userDrawn="1">
          <p15:clr>
            <a:srgbClr val="F26B43"/>
          </p15:clr>
        </p15:guide>
        <p15:guide id="5" orient="horz" pos="3916" userDrawn="1">
          <p15:clr>
            <a:srgbClr val="F26B43"/>
          </p15:clr>
        </p15:guide>
        <p15:guide id="6" pos="6834" userDrawn="1">
          <p15:clr>
            <a:srgbClr val="F26B43"/>
          </p15:clr>
        </p15:guide>
        <p15:guide id="7" pos="6728" userDrawn="1">
          <p15:clr>
            <a:srgbClr val="F26B43"/>
          </p15:clr>
        </p15:guide>
        <p15:guide id="8" pos="1292" userDrawn="1">
          <p15:clr>
            <a:srgbClr val="F26B43"/>
          </p15:clr>
        </p15:guide>
        <p15:guide id="9" pos="1044" userDrawn="1">
          <p15:clr>
            <a:srgbClr val="F26B43"/>
          </p15:clr>
        </p15:guide>
        <p15:guide id="10" pos="1990" userDrawn="1">
          <p15:clr>
            <a:srgbClr val="F26B43"/>
          </p15:clr>
        </p15:guide>
        <p15:guide id="11" pos="2242" userDrawn="1">
          <p15:clr>
            <a:srgbClr val="F26B43"/>
          </p15:clr>
        </p15:guide>
        <p15:guide id="12" pos="2938" userDrawn="1">
          <p15:clr>
            <a:srgbClr val="F26B43"/>
          </p15:clr>
        </p15:guide>
        <p15:guide id="13" pos="3190" userDrawn="1">
          <p15:clr>
            <a:srgbClr val="F26B43"/>
          </p15:clr>
        </p15:guide>
        <p15:guide id="14" pos="4138" userDrawn="1">
          <p15:clr>
            <a:srgbClr val="F26B43"/>
          </p15:clr>
        </p15:guide>
        <p15:guide id="15" pos="3885" userDrawn="1">
          <p15:clr>
            <a:srgbClr val="F26B43"/>
          </p15:clr>
        </p15:guide>
        <p15:guide id="16" pos="4838" userDrawn="1">
          <p15:clr>
            <a:srgbClr val="F26B43"/>
          </p15:clr>
        </p15:guide>
        <p15:guide id="17" pos="5084" userDrawn="1">
          <p15:clr>
            <a:srgbClr val="F26B43"/>
          </p15:clr>
        </p15:guide>
        <p15:guide id="18" pos="5784" userDrawn="1">
          <p15:clr>
            <a:srgbClr val="F26B43"/>
          </p15:clr>
        </p15:guide>
        <p15:guide id="19" pos="6032" userDrawn="1">
          <p15:clr>
            <a:srgbClr val="F26B43"/>
          </p15:clr>
        </p15:guide>
        <p15:guide id="20" orient="horz" pos="30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4" name="Slide Number Placeholder 5">
            <a:extLst>
              <a:ext uri="{FF2B5EF4-FFF2-40B4-BE49-F238E27FC236}">
                <a16:creationId xmlns:a16="http://schemas.microsoft.com/office/drawing/2014/main" id="{D6A5EA0A-9DA9-564F-8F7D-CF263DB84C39}"/>
              </a:ext>
            </a:extLst>
          </p:cNvPr>
          <p:cNvSpPr txBox="1">
            <a:spLocks/>
          </p:cNvSpPr>
          <p:nvPr/>
        </p:nvSpPr>
        <p:spPr>
          <a:xfrm>
            <a:off x="11164442" y="6188198"/>
            <a:ext cx="536325" cy="365125"/>
          </a:xfrm>
          <a:prstGeom prst="rect">
            <a:avLst/>
          </a:prstGeom>
        </p:spPr>
        <p:txBody>
          <a:bodyPr vert="horz" lIns="91440" tIns="45720" rIns="91440" bIns="45720" rtlCol="0" anchor="ctr"/>
          <a:lstStyle>
            <a:defPPr>
              <a:defRPr lang="en-US"/>
            </a:defPPr>
            <a:lvl1pPr marL="0" algn="r" defTabSz="914377" rtl="0" eaLnBrk="1" latinLnBrk="0" hangingPunct="1">
              <a:defRPr sz="900" b="1" kern="1200">
                <a:solidFill>
                  <a:schemeClr val="tx1"/>
                </a:solidFill>
                <a:latin typeface="Lekton" panose="02000000000000000000" pitchFamily="2" charset="77"/>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fld id="{31963AA3-9EF4-BA4C-A53C-84A8AE0CCD3D}" type="slidenum">
              <a:rPr lang="en-US" smtClean="0">
                <a:latin typeface="Source Sans Pro" charset="0"/>
                <a:ea typeface="Source Sans Pro" charset="0"/>
                <a:cs typeface="Source Sans Pro" charset="0"/>
              </a:rPr>
              <a:pPr/>
              <a:t>‹#›</a:t>
            </a:fld>
            <a:endParaRPr lang="en-US" dirty="0">
              <a:latin typeface="Source Sans Pro" charset="0"/>
              <a:ea typeface="Source Sans Pro" charset="0"/>
              <a:cs typeface="Source Sans Pro" charset="0"/>
            </a:endParaRPr>
          </a:p>
        </p:txBody>
      </p:sp>
      <p:pic>
        <p:nvPicPr>
          <p:cNvPr id="16" name="Picture 15"/>
          <p:cNvPicPr>
            <a:picLocks noChangeAspect="1"/>
          </p:cNvPicPr>
          <p:nvPr/>
        </p:nvPicPr>
        <p:blipFill>
          <a:blip r:embed="rId23" cstate="print">
            <a:extLst>
              <a:ext uri="{28A0092B-C50C-407E-A947-70E740481C1C}">
                <a14:useLocalDpi xmlns:a14="http://schemas.microsoft.com/office/drawing/2010/main" val="0"/>
              </a:ext>
            </a:extLst>
          </a:blip>
          <a:stretch>
            <a:fillRect/>
          </a:stretch>
        </p:blipFill>
        <p:spPr>
          <a:xfrm>
            <a:off x="10835395" y="476672"/>
            <a:ext cx="845230" cy="212365"/>
          </a:xfrm>
          <a:prstGeom prst="rect">
            <a:avLst/>
          </a:prstGeom>
        </p:spPr>
      </p:pic>
      <p:cxnSp>
        <p:nvCxnSpPr>
          <p:cNvPr id="21" name="Straight Connector 20">
            <a:extLst>
              <a:ext uri="{FF2B5EF4-FFF2-40B4-BE49-F238E27FC236}">
                <a16:creationId xmlns:a16="http://schemas.microsoft.com/office/drawing/2014/main" id="{F4443C96-B82D-F449-A71B-02134B6BB207}"/>
              </a:ext>
            </a:extLst>
          </p:cNvPr>
          <p:cNvCxnSpPr>
            <a:cxnSpLocks/>
          </p:cNvCxnSpPr>
          <p:nvPr/>
        </p:nvCxnSpPr>
        <p:spPr>
          <a:xfrm>
            <a:off x="10835395" y="6216650"/>
            <a:ext cx="789466" cy="0"/>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sp>
        <p:nvSpPr>
          <p:cNvPr id="22" name="Rectangle 21"/>
          <p:cNvSpPr/>
          <p:nvPr/>
        </p:nvSpPr>
        <p:spPr>
          <a:xfrm>
            <a:off x="0" y="0"/>
            <a:ext cx="4571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a:extLst>
              <a:ext uri="{FF2B5EF4-FFF2-40B4-BE49-F238E27FC236}">
                <a16:creationId xmlns:a16="http://schemas.microsoft.com/office/drawing/2014/main" id="{D6A5EA0A-9DA9-564F-8F7D-CF263DB84C39}"/>
              </a:ext>
            </a:extLst>
          </p:cNvPr>
          <p:cNvSpPr txBox="1">
            <a:spLocks/>
          </p:cNvSpPr>
          <p:nvPr userDrawn="1"/>
        </p:nvSpPr>
        <p:spPr>
          <a:xfrm>
            <a:off x="11164442" y="6188198"/>
            <a:ext cx="536325" cy="365125"/>
          </a:xfrm>
          <a:prstGeom prst="rect">
            <a:avLst/>
          </a:prstGeom>
        </p:spPr>
        <p:txBody>
          <a:bodyPr vert="horz" lIns="91440" tIns="45720" rIns="91440" bIns="45720" rtlCol="0" anchor="ctr"/>
          <a:lstStyle>
            <a:defPPr>
              <a:defRPr lang="en-US"/>
            </a:defPPr>
            <a:lvl1pPr marL="0" algn="r" defTabSz="914377" rtl="0" eaLnBrk="1" latinLnBrk="0" hangingPunct="1">
              <a:defRPr sz="900" b="1" kern="1200">
                <a:solidFill>
                  <a:schemeClr val="tx1"/>
                </a:solidFill>
                <a:latin typeface="Lekton" panose="02000000000000000000" pitchFamily="2" charset="77"/>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fld id="{31963AA3-9EF4-BA4C-A53C-84A8AE0CCD3D}" type="slidenum">
              <a:rPr lang="en-US" smtClean="0">
                <a:latin typeface="Source Sans Pro" charset="0"/>
                <a:ea typeface="Source Sans Pro" charset="0"/>
                <a:cs typeface="Source Sans Pro" charset="0"/>
              </a:rPr>
              <a:pPr/>
              <a:t>‹#›</a:t>
            </a:fld>
            <a:endParaRPr lang="en-US" dirty="0">
              <a:latin typeface="Source Sans Pro" charset="0"/>
              <a:ea typeface="Source Sans Pro" charset="0"/>
              <a:cs typeface="Source Sans Pro" charset="0"/>
            </a:endParaRPr>
          </a:p>
        </p:txBody>
      </p:sp>
      <p:pic>
        <p:nvPicPr>
          <p:cNvPr id="7" name="Picture 6"/>
          <p:cNvPicPr>
            <a:picLocks noChangeAspect="1"/>
          </p:cNvPicPr>
          <p:nvPr userDrawn="1"/>
        </p:nvPicPr>
        <p:blipFill>
          <a:blip r:embed="rId24" cstate="print">
            <a:extLst>
              <a:ext uri="{28A0092B-C50C-407E-A947-70E740481C1C}">
                <a14:useLocalDpi xmlns:a14="http://schemas.microsoft.com/office/drawing/2010/main" val="0"/>
              </a:ext>
            </a:extLst>
          </a:blip>
          <a:stretch>
            <a:fillRect/>
          </a:stretch>
        </p:blipFill>
        <p:spPr>
          <a:xfrm>
            <a:off x="10835395" y="476672"/>
            <a:ext cx="845230" cy="212365"/>
          </a:xfrm>
          <a:prstGeom prst="rect">
            <a:avLst/>
          </a:prstGeom>
        </p:spPr>
      </p:pic>
      <p:cxnSp>
        <p:nvCxnSpPr>
          <p:cNvPr id="8" name="Straight Connector 7">
            <a:extLst>
              <a:ext uri="{FF2B5EF4-FFF2-40B4-BE49-F238E27FC236}">
                <a16:creationId xmlns:a16="http://schemas.microsoft.com/office/drawing/2014/main" id="{F4443C96-B82D-F449-A71B-02134B6BB207}"/>
              </a:ext>
            </a:extLst>
          </p:cNvPr>
          <p:cNvCxnSpPr>
            <a:cxnSpLocks/>
          </p:cNvCxnSpPr>
          <p:nvPr userDrawn="1"/>
        </p:nvCxnSpPr>
        <p:spPr>
          <a:xfrm>
            <a:off x="10835395" y="6216650"/>
            <a:ext cx="789466" cy="0"/>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sp>
        <p:nvSpPr>
          <p:cNvPr id="9" name="Rectangle 8"/>
          <p:cNvSpPr/>
          <p:nvPr userDrawn="1"/>
        </p:nvSpPr>
        <p:spPr>
          <a:xfrm>
            <a:off x="0" y="0"/>
            <a:ext cx="4571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Date Placeholder 3"/>
          <p:cNvSpPr txBox="1">
            <a:spLocks/>
          </p:cNvSpPr>
          <p:nvPr userDrawn="1"/>
        </p:nvSpPr>
        <p:spPr>
          <a:xfrm>
            <a:off x="10200456" y="6315916"/>
            <a:ext cx="1079961" cy="137420"/>
          </a:xfrm>
          <a:prstGeom prst="rect">
            <a:avLst/>
          </a:prstGeom>
        </p:spPr>
        <p:txBody>
          <a:bodyPr vert="horz" lIns="0" tIns="0" rIns="0" bIns="0" rtlCol="0" anchor="t" anchorCtr="0"/>
          <a:lstStyle>
            <a:defPPr>
              <a:defRPr lang="en-US"/>
            </a:defPPr>
            <a:lvl1pPr marL="0" algn="r" defTabSz="914377" rtl="0" eaLnBrk="1" latinLnBrk="0" hangingPunct="1">
              <a:defRPr sz="800" b="1" i="0" kern="1200" cap="none" spc="38">
                <a:ln w="13500">
                  <a:noFill/>
                  <a:prstDash val="solid"/>
                </a:ln>
                <a:solidFill>
                  <a:schemeClr val="tx2">
                    <a:alpha val="95000"/>
                  </a:schemeClr>
                </a:solidFill>
                <a:effectLst/>
                <a:latin typeface="Source Sans Pro Black" charset="0"/>
                <a:ea typeface="Source Sans Pro Black" charset="0"/>
                <a:cs typeface="Source Sans Pro Black" charset="0"/>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r>
              <a:rPr lang="fr-FR" sz="600" dirty="0">
                <a:solidFill>
                  <a:schemeClr val="tx1">
                    <a:lumMod val="60000"/>
                    <a:lumOff val="40000"/>
                    <a:alpha val="95000"/>
                  </a:schemeClr>
                </a:solidFill>
              </a:rPr>
              <a:t>02/10/2019</a:t>
            </a:r>
            <a:endParaRPr lang="en-US" sz="600" dirty="0">
              <a:solidFill>
                <a:schemeClr val="tx1">
                  <a:lumMod val="60000"/>
                  <a:lumOff val="40000"/>
                  <a:alpha val="95000"/>
                </a:schemeClr>
              </a:solidFill>
            </a:endParaRPr>
          </a:p>
        </p:txBody>
      </p:sp>
      <p:sp>
        <p:nvSpPr>
          <p:cNvPr id="17" name="Footer Placeholder 11"/>
          <p:cNvSpPr txBox="1">
            <a:spLocks/>
          </p:cNvSpPr>
          <p:nvPr userDrawn="1"/>
        </p:nvSpPr>
        <p:spPr>
          <a:xfrm>
            <a:off x="550863" y="6315916"/>
            <a:ext cx="2390627" cy="137420"/>
          </a:xfrm>
          <a:prstGeom prst="rect">
            <a:avLst/>
          </a:prstGeom>
        </p:spPr>
        <p:txBody>
          <a:bodyPr vert="horz" lIns="0" tIns="0" rIns="0" bIns="0" numCol="1" rtlCol="0" anchor="t" anchorCtr="0"/>
          <a:lstStyle>
            <a:defPPr>
              <a:defRPr lang="en-US"/>
            </a:defPPr>
            <a:lvl1pPr marL="0" algn="l" defTabSz="914377" rtl="0" eaLnBrk="1" latinLnBrk="0" hangingPunct="1">
              <a:lnSpc>
                <a:spcPct val="100000"/>
              </a:lnSpc>
              <a:defRPr lang="en-US" sz="800" b="1" i="0" kern="1200" cap="none" spc="38" smtClean="0">
                <a:ln w="13500">
                  <a:noFill/>
                  <a:prstDash val="solid"/>
                </a:ln>
                <a:solidFill>
                  <a:schemeClr val="tx2">
                    <a:alpha val="95000"/>
                  </a:schemeClr>
                </a:solidFill>
                <a:effectLst/>
                <a:latin typeface="Source Sans Pro Black" charset="0"/>
                <a:ea typeface="Source Sans Pro Black" charset="0"/>
                <a:cs typeface="Source Sans Pro Black" charset="0"/>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r>
              <a:rPr lang="en-US" dirty="0">
                <a:solidFill>
                  <a:schemeClr val="tx1">
                    <a:lumMod val="60000"/>
                    <a:lumOff val="40000"/>
                    <a:alpha val="95000"/>
                  </a:schemeClr>
                </a:solidFill>
              </a:rPr>
              <a:t>© </a:t>
            </a:r>
            <a:r>
              <a:rPr lang="en-US" dirty="0">
                <a:solidFill>
                  <a:schemeClr val="tx1">
                    <a:lumMod val="60000"/>
                    <a:lumOff val="40000"/>
                    <a:alpha val="95000"/>
                  </a:schemeClr>
                </a:solidFill>
                <a:latin typeface="Brandon Grotesque Black" charset="0"/>
                <a:ea typeface="Brandon Grotesque Black" charset="0"/>
                <a:cs typeface="Brandon Grotesque Black" charset="0"/>
              </a:rPr>
              <a:t>MICROEJ</a:t>
            </a:r>
            <a:r>
              <a:rPr lang="en-US" dirty="0">
                <a:solidFill>
                  <a:schemeClr val="tx1">
                    <a:lumMod val="60000"/>
                    <a:lumOff val="40000"/>
                    <a:alpha val="95000"/>
                  </a:schemeClr>
                </a:solidFill>
              </a:rPr>
              <a:t> 2019 - C O N F I D E N T I A L</a:t>
            </a:r>
          </a:p>
        </p:txBody>
      </p:sp>
    </p:spTree>
    <p:extLst>
      <p:ext uri="{BB962C8B-B14F-4D97-AF65-F5344CB8AC3E}">
        <p14:creationId xmlns:p14="http://schemas.microsoft.com/office/powerpoint/2010/main" val="402676867"/>
      </p:ext>
    </p:extLst>
  </p:cSld>
  <p:clrMap bg1="lt1" tx1="dk1" bg2="lt2" tx2="dk2" accent1="accent1" accent2="accent2" accent3="accent3" accent4="accent4" accent5="accent5" accent6="accent6" hlink="hlink" folHlink="folHlink"/>
  <p:sldLayoutIdLst>
    <p:sldLayoutId id="2147483751" r:id="rId1"/>
    <p:sldLayoutId id="2147483752" r:id="rId2"/>
    <p:sldLayoutId id="2147483753" r:id="rId3"/>
    <p:sldLayoutId id="2147483754" r:id="rId4"/>
    <p:sldLayoutId id="2147483755" r:id="rId5"/>
    <p:sldLayoutId id="2147483774" r:id="rId6"/>
    <p:sldLayoutId id="2147483775" r:id="rId7"/>
    <p:sldLayoutId id="2147483776" r:id="rId8"/>
    <p:sldLayoutId id="2147483777" r:id="rId9"/>
    <p:sldLayoutId id="2147483778" r:id="rId10"/>
    <p:sldLayoutId id="2147483779" r:id="rId11"/>
    <p:sldLayoutId id="2147483780" r:id="rId12"/>
    <p:sldLayoutId id="2147483781" r:id="rId13"/>
    <p:sldLayoutId id="2147483782" r:id="rId14"/>
    <p:sldLayoutId id="2147483783" r:id="rId15"/>
    <p:sldLayoutId id="2147483784" r:id="rId16"/>
    <p:sldLayoutId id="2147483785" r:id="rId17"/>
    <p:sldLayoutId id="2147483786" r:id="rId18"/>
    <p:sldLayoutId id="2147483787" r:id="rId19"/>
    <p:sldLayoutId id="2147483769" r:id="rId20"/>
    <p:sldLayoutId id="2147483770" r:id="rId21"/>
  </p:sldLayoutIdLst>
  <p:hf hdr="0" ftr="0"/>
  <p:txStyles>
    <p:titleStyle>
      <a:lvl1pPr algn="l" defTabSz="914286" rtl="0" eaLnBrk="1" latinLnBrk="0" hangingPunct="1">
        <a:spcBef>
          <a:spcPct val="0"/>
        </a:spcBef>
        <a:buNone/>
        <a:defRPr sz="3600" b="0" i="0" kern="1200" cap="small" baseline="0">
          <a:solidFill>
            <a:schemeClr val="tx1"/>
          </a:solidFill>
          <a:latin typeface="Source Sans Pro" charset="0"/>
          <a:ea typeface="Source Sans Pro" charset="0"/>
          <a:cs typeface="Source Sans Pro" charset="0"/>
        </a:defRPr>
      </a:lvl1pPr>
    </p:titleStyle>
    <p:bodyStyle>
      <a:lvl1pPr marL="0" indent="0" algn="l" defTabSz="914286" rtl="0" eaLnBrk="1" latinLnBrk="0" hangingPunct="1">
        <a:spcBef>
          <a:spcPct val="20000"/>
        </a:spcBef>
        <a:spcAft>
          <a:spcPts val="400"/>
        </a:spcAft>
        <a:buFontTx/>
        <a:buNone/>
        <a:defRPr sz="2400" b="0" i="0" kern="1200">
          <a:solidFill>
            <a:schemeClr val="tx2"/>
          </a:solidFill>
          <a:effectLst/>
          <a:latin typeface="Source Sans Pro Light" charset="0"/>
          <a:ea typeface="Source Sans Pro Light" charset="0"/>
          <a:cs typeface="Source Sans Pro Light" charset="0"/>
        </a:defRPr>
      </a:lvl1pPr>
      <a:lvl2pPr marL="742857" indent="-285717" algn="l" defTabSz="914286" rtl="0" eaLnBrk="1" latinLnBrk="0" hangingPunct="1">
        <a:spcBef>
          <a:spcPct val="20000"/>
        </a:spcBef>
        <a:spcAft>
          <a:spcPts val="400"/>
        </a:spcAft>
        <a:buFont typeface="Courier New" charset="0"/>
        <a:buChar char="o"/>
        <a:defRPr sz="2200" b="0" i="0" kern="1200">
          <a:solidFill>
            <a:schemeClr val="tx2"/>
          </a:solidFill>
          <a:latin typeface="Source Sans Pro Light" charset="0"/>
          <a:ea typeface="Source Sans Pro Light" charset="0"/>
          <a:cs typeface="Source Sans Pro Light" charset="0"/>
        </a:defRPr>
      </a:lvl2pPr>
      <a:lvl3pPr marL="1142858" indent="-228573" algn="l" defTabSz="914286" rtl="0" eaLnBrk="1" latinLnBrk="0" hangingPunct="1">
        <a:spcBef>
          <a:spcPct val="20000"/>
        </a:spcBef>
        <a:spcAft>
          <a:spcPts val="400"/>
        </a:spcAft>
        <a:buFont typeface="Arial" panose="020B0604020202020204" pitchFamily="34" charset="0"/>
        <a:buChar char="•"/>
        <a:defRPr sz="2000" b="0" i="0" kern="1200" baseline="0">
          <a:solidFill>
            <a:schemeClr val="tx2"/>
          </a:solidFill>
          <a:latin typeface="Source Sans Pro Light" charset="0"/>
          <a:ea typeface="Source Sans Pro Light" charset="0"/>
          <a:cs typeface="Source Sans Pro Light" charset="0"/>
        </a:defRPr>
      </a:lvl3pPr>
      <a:lvl4pPr marL="1371427" indent="0" algn="l" defTabSz="914286" rtl="0" eaLnBrk="1" latinLnBrk="0" hangingPunct="1">
        <a:spcBef>
          <a:spcPct val="20000"/>
        </a:spcBef>
        <a:spcAft>
          <a:spcPts val="400"/>
        </a:spcAft>
        <a:buFontTx/>
        <a:buNone/>
        <a:defRPr sz="1800" b="0" i="0" kern="1200" baseline="0">
          <a:solidFill>
            <a:schemeClr val="tx2"/>
          </a:solidFill>
          <a:latin typeface="Source Sans Pro Light" charset="0"/>
          <a:ea typeface="Source Sans Pro Light" charset="0"/>
          <a:cs typeface="Source Sans Pro Light" charset="0"/>
        </a:defRPr>
      </a:lvl4pPr>
      <a:lvl5pPr marL="1828570" marR="0" indent="0" algn="l" defTabSz="914286" rtl="0" eaLnBrk="1" fontAlgn="auto" latinLnBrk="0" hangingPunct="1">
        <a:lnSpc>
          <a:spcPct val="100000"/>
        </a:lnSpc>
        <a:spcBef>
          <a:spcPct val="20000"/>
        </a:spcBef>
        <a:spcAft>
          <a:spcPts val="400"/>
        </a:spcAft>
        <a:buClrTx/>
        <a:buSzTx/>
        <a:buFontTx/>
        <a:buNone/>
        <a:tabLst/>
        <a:defRPr sz="1600" b="0" i="0" kern="1200">
          <a:solidFill>
            <a:schemeClr val="tx2"/>
          </a:solidFill>
          <a:latin typeface="+mn-lt"/>
          <a:ea typeface="Calibri Regular" charset="0"/>
          <a:cs typeface="Calibri Regular" charset="0"/>
        </a:defRPr>
      </a:lvl5pPr>
      <a:lvl6pPr marL="2514286" indent="-228573" algn="l" defTabSz="914286"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430" indent="-228573" algn="l" defTabSz="914286"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8573" indent="-228573" algn="l" defTabSz="914286"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718" indent="-228573" algn="l" defTabSz="914286"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286" rtl="0" eaLnBrk="1" latinLnBrk="0" hangingPunct="1">
        <a:defRPr sz="1800" kern="1200">
          <a:solidFill>
            <a:schemeClr val="tx1"/>
          </a:solidFill>
          <a:latin typeface="+mn-lt"/>
          <a:ea typeface="+mn-ea"/>
          <a:cs typeface="+mn-cs"/>
        </a:defRPr>
      </a:lvl1pPr>
      <a:lvl2pPr marL="457143" algn="l" defTabSz="914286" rtl="0" eaLnBrk="1" latinLnBrk="0" hangingPunct="1">
        <a:defRPr sz="1800" kern="1200">
          <a:solidFill>
            <a:schemeClr val="tx1"/>
          </a:solidFill>
          <a:latin typeface="+mn-lt"/>
          <a:ea typeface="+mn-ea"/>
          <a:cs typeface="+mn-cs"/>
        </a:defRPr>
      </a:lvl2pPr>
      <a:lvl3pPr marL="914286" algn="l" defTabSz="914286" rtl="0" eaLnBrk="1" latinLnBrk="0" hangingPunct="1">
        <a:defRPr sz="1800" kern="1200">
          <a:solidFill>
            <a:schemeClr val="tx1"/>
          </a:solidFill>
          <a:latin typeface="+mn-lt"/>
          <a:ea typeface="+mn-ea"/>
          <a:cs typeface="+mn-cs"/>
        </a:defRPr>
      </a:lvl3pPr>
      <a:lvl4pPr marL="1371430" algn="l" defTabSz="914286" rtl="0" eaLnBrk="1" latinLnBrk="0" hangingPunct="1">
        <a:defRPr sz="1800" kern="1200">
          <a:solidFill>
            <a:schemeClr val="tx1"/>
          </a:solidFill>
          <a:latin typeface="+mn-lt"/>
          <a:ea typeface="+mn-ea"/>
          <a:cs typeface="+mn-cs"/>
        </a:defRPr>
      </a:lvl4pPr>
      <a:lvl5pPr marL="1828573" algn="l" defTabSz="914286" rtl="0" eaLnBrk="1" latinLnBrk="0" hangingPunct="1">
        <a:defRPr sz="1800" kern="1200">
          <a:solidFill>
            <a:schemeClr val="tx1"/>
          </a:solidFill>
          <a:latin typeface="+mn-lt"/>
          <a:ea typeface="+mn-ea"/>
          <a:cs typeface="+mn-cs"/>
        </a:defRPr>
      </a:lvl5pPr>
      <a:lvl6pPr marL="2285718" algn="l" defTabSz="914286" rtl="0" eaLnBrk="1" latinLnBrk="0" hangingPunct="1">
        <a:defRPr sz="1800" kern="1200">
          <a:solidFill>
            <a:schemeClr val="tx1"/>
          </a:solidFill>
          <a:latin typeface="+mn-lt"/>
          <a:ea typeface="+mn-ea"/>
          <a:cs typeface="+mn-cs"/>
        </a:defRPr>
      </a:lvl6pPr>
      <a:lvl7pPr marL="2742858" algn="l" defTabSz="914286" rtl="0" eaLnBrk="1" latinLnBrk="0" hangingPunct="1">
        <a:defRPr sz="1800" kern="1200">
          <a:solidFill>
            <a:schemeClr val="tx1"/>
          </a:solidFill>
          <a:latin typeface="+mn-lt"/>
          <a:ea typeface="+mn-ea"/>
          <a:cs typeface="+mn-cs"/>
        </a:defRPr>
      </a:lvl7pPr>
      <a:lvl8pPr marL="3200000" algn="l" defTabSz="914286" rtl="0" eaLnBrk="1" latinLnBrk="0" hangingPunct="1">
        <a:defRPr sz="1800" kern="1200">
          <a:solidFill>
            <a:schemeClr val="tx1"/>
          </a:solidFill>
          <a:latin typeface="+mn-lt"/>
          <a:ea typeface="+mn-ea"/>
          <a:cs typeface="+mn-cs"/>
        </a:defRPr>
      </a:lvl8pPr>
      <a:lvl9pPr marL="3657143" algn="l" defTabSz="914286"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0" orient="horz" pos="3838" userDrawn="1">
          <p15:clr>
            <a:srgbClr val="F26B43"/>
          </p15:clr>
        </p15:guide>
        <p15:guide id="21" pos="7333" userDrawn="1">
          <p15:clr>
            <a:srgbClr val="F26B43"/>
          </p15:clr>
        </p15:guide>
        <p15:guide id="22" pos="347" userDrawn="1">
          <p15:clr>
            <a:srgbClr val="F26B43"/>
          </p15:clr>
        </p15:guide>
        <p15:guide id="23" orient="horz" pos="436" userDrawn="1">
          <p15:clr>
            <a:srgbClr val="F26B43"/>
          </p15:clr>
        </p15:guide>
        <p15:guide id="24" orient="horz" pos="3916" userDrawn="1">
          <p15:clr>
            <a:srgbClr val="F26B43"/>
          </p15:clr>
        </p15:guide>
        <p15:guide id="25" pos="6834" userDrawn="1">
          <p15:clr>
            <a:srgbClr val="F26B43"/>
          </p15:clr>
        </p15:guide>
        <p15:guide id="26" pos="6728" userDrawn="1">
          <p15:clr>
            <a:srgbClr val="F26B43"/>
          </p15:clr>
        </p15:guide>
        <p15:guide id="27" pos="1292" userDrawn="1">
          <p15:clr>
            <a:srgbClr val="F26B43"/>
          </p15:clr>
        </p15:guide>
        <p15:guide id="28" pos="1044" userDrawn="1">
          <p15:clr>
            <a:srgbClr val="F26B43"/>
          </p15:clr>
        </p15:guide>
        <p15:guide id="29" pos="1990" userDrawn="1">
          <p15:clr>
            <a:srgbClr val="F26B43"/>
          </p15:clr>
        </p15:guide>
        <p15:guide id="30" pos="2242" userDrawn="1">
          <p15:clr>
            <a:srgbClr val="F26B43"/>
          </p15:clr>
        </p15:guide>
        <p15:guide id="31" pos="2938" userDrawn="1">
          <p15:clr>
            <a:srgbClr val="F26B43"/>
          </p15:clr>
        </p15:guide>
        <p15:guide id="32" pos="3190" userDrawn="1">
          <p15:clr>
            <a:srgbClr val="F26B43"/>
          </p15:clr>
        </p15:guide>
        <p15:guide id="33" pos="4138" userDrawn="1">
          <p15:clr>
            <a:srgbClr val="F26B43"/>
          </p15:clr>
        </p15:guide>
        <p15:guide id="34" pos="3885" userDrawn="1">
          <p15:clr>
            <a:srgbClr val="F26B43"/>
          </p15:clr>
        </p15:guide>
        <p15:guide id="35" pos="4838" userDrawn="1">
          <p15:clr>
            <a:srgbClr val="F26B43"/>
          </p15:clr>
        </p15:guide>
        <p15:guide id="36" pos="5084" userDrawn="1">
          <p15:clr>
            <a:srgbClr val="F26B43"/>
          </p15:clr>
        </p15:guide>
        <p15:guide id="37" pos="5784" userDrawn="1">
          <p15:clr>
            <a:srgbClr val="F26B43"/>
          </p15:clr>
        </p15:guide>
        <p15:guide id="38" pos="6032" userDrawn="1">
          <p15:clr>
            <a:srgbClr val="F26B43"/>
          </p15:clr>
        </p15:guide>
        <p15:guide id="39" orient="horz" pos="300"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4" name="Slide Number Placeholder 5">
            <a:extLst>
              <a:ext uri="{FF2B5EF4-FFF2-40B4-BE49-F238E27FC236}">
                <a16:creationId xmlns:a16="http://schemas.microsoft.com/office/drawing/2014/main" id="{D6A5EA0A-9DA9-564F-8F7D-CF263DB84C39}"/>
              </a:ext>
            </a:extLst>
          </p:cNvPr>
          <p:cNvSpPr txBox="1">
            <a:spLocks/>
          </p:cNvSpPr>
          <p:nvPr/>
        </p:nvSpPr>
        <p:spPr>
          <a:xfrm>
            <a:off x="11164442" y="6188198"/>
            <a:ext cx="536325" cy="365125"/>
          </a:xfrm>
          <a:prstGeom prst="rect">
            <a:avLst/>
          </a:prstGeom>
        </p:spPr>
        <p:txBody>
          <a:bodyPr vert="horz" lIns="91440" tIns="45720" rIns="91440" bIns="45720" rtlCol="0" anchor="ctr"/>
          <a:lstStyle>
            <a:defPPr>
              <a:defRPr lang="en-US"/>
            </a:defPPr>
            <a:lvl1pPr marL="0" algn="r" defTabSz="914377" rtl="0" eaLnBrk="1" latinLnBrk="0" hangingPunct="1">
              <a:defRPr sz="900" b="1" kern="1200">
                <a:solidFill>
                  <a:schemeClr val="tx1"/>
                </a:solidFill>
                <a:latin typeface="Lekton" panose="02000000000000000000" pitchFamily="2" charset="77"/>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fld id="{31963AA3-9EF4-BA4C-A53C-84A8AE0CCD3D}" type="slidenum">
              <a:rPr lang="en-US" smtClean="0">
                <a:latin typeface="Source Sans Pro" charset="0"/>
                <a:ea typeface="Source Sans Pro" charset="0"/>
                <a:cs typeface="Source Sans Pro" charset="0"/>
              </a:rPr>
              <a:pPr/>
              <a:t>‹#›</a:t>
            </a:fld>
            <a:endParaRPr lang="en-US" dirty="0">
              <a:latin typeface="Source Sans Pro" charset="0"/>
              <a:ea typeface="Source Sans Pro" charset="0"/>
              <a:cs typeface="Source Sans Pro" charset="0"/>
            </a:endParaRPr>
          </a:p>
        </p:txBody>
      </p:sp>
      <p:pic>
        <p:nvPicPr>
          <p:cNvPr id="16" name="Picture 15"/>
          <p:cNvPicPr>
            <a:picLocks noChangeAspect="1"/>
          </p:cNvPicPr>
          <p:nvPr/>
        </p:nvPicPr>
        <p:blipFill>
          <a:blip r:embed="rId23" cstate="print">
            <a:extLst>
              <a:ext uri="{28A0092B-C50C-407E-A947-70E740481C1C}">
                <a14:useLocalDpi xmlns:a14="http://schemas.microsoft.com/office/drawing/2010/main" val="0"/>
              </a:ext>
            </a:extLst>
          </a:blip>
          <a:stretch>
            <a:fillRect/>
          </a:stretch>
        </p:blipFill>
        <p:spPr>
          <a:xfrm>
            <a:off x="10835395" y="476672"/>
            <a:ext cx="845230" cy="212365"/>
          </a:xfrm>
          <a:prstGeom prst="rect">
            <a:avLst/>
          </a:prstGeom>
        </p:spPr>
      </p:pic>
      <p:cxnSp>
        <p:nvCxnSpPr>
          <p:cNvPr id="21" name="Straight Connector 20">
            <a:extLst>
              <a:ext uri="{FF2B5EF4-FFF2-40B4-BE49-F238E27FC236}">
                <a16:creationId xmlns:a16="http://schemas.microsoft.com/office/drawing/2014/main" id="{F4443C96-B82D-F449-A71B-02134B6BB207}"/>
              </a:ext>
            </a:extLst>
          </p:cNvPr>
          <p:cNvCxnSpPr>
            <a:cxnSpLocks/>
          </p:cNvCxnSpPr>
          <p:nvPr/>
        </p:nvCxnSpPr>
        <p:spPr>
          <a:xfrm>
            <a:off x="10835395" y="6216650"/>
            <a:ext cx="789466" cy="0"/>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sp>
        <p:nvSpPr>
          <p:cNvPr id="22" name="Rectangle 21"/>
          <p:cNvSpPr/>
          <p:nvPr/>
        </p:nvSpPr>
        <p:spPr>
          <a:xfrm>
            <a:off x="0" y="0"/>
            <a:ext cx="4571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a:extLst>
              <a:ext uri="{FF2B5EF4-FFF2-40B4-BE49-F238E27FC236}">
                <a16:creationId xmlns:a16="http://schemas.microsoft.com/office/drawing/2014/main" id="{D6A5EA0A-9DA9-564F-8F7D-CF263DB84C39}"/>
              </a:ext>
            </a:extLst>
          </p:cNvPr>
          <p:cNvSpPr txBox="1">
            <a:spLocks/>
          </p:cNvSpPr>
          <p:nvPr userDrawn="1"/>
        </p:nvSpPr>
        <p:spPr>
          <a:xfrm>
            <a:off x="11164442" y="6188198"/>
            <a:ext cx="536325" cy="365125"/>
          </a:xfrm>
          <a:prstGeom prst="rect">
            <a:avLst/>
          </a:prstGeom>
        </p:spPr>
        <p:txBody>
          <a:bodyPr vert="horz" lIns="91440" tIns="45720" rIns="91440" bIns="45720" rtlCol="0" anchor="ctr"/>
          <a:lstStyle>
            <a:defPPr>
              <a:defRPr lang="en-US"/>
            </a:defPPr>
            <a:lvl1pPr marL="0" algn="r" defTabSz="914377" rtl="0" eaLnBrk="1" latinLnBrk="0" hangingPunct="1">
              <a:defRPr sz="900" b="1" kern="1200">
                <a:solidFill>
                  <a:schemeClr val="tx1"/>
                </a:solidFill>
                <a:latin typeface="Lekton" panose="02000000000000000000" pitchFamily="2" charset="77"/>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fld id="{31963AA3-9EF4-BA4C-A53C-84A8AE0CCD3D}" type="slidenum">
              <a:rPr lang="en-US" smtClean="0">
                <a:latin typeface="Source Sans Pro" charset="0"/>
                <a:ea typeface="Source Sans Pro" charset="0"/>
                <a:cs typeface="Source Sans Pro" charset="0"/>
              </a:rPr>
              <a:pPr/>
              <a:t>‹#›</a:t>
            </a:fld>
            <a:endParaRPr lang="en-US" dirty="0">
              <a:latin typeface="Source Sans Pro" charset="0"/>
              <a:ea typeface="Source Sans Pro" charset="0"/>
              <a:cs typeface="Source Sans Pro" charset="0"/>
            </a:endParaRPr>
          </a:p>
        </p:txBody>
      </p:sp>
      <p:pic>
        <p:nvPicPr>
          <p:cNvPr id="7" name="Picture 6"/>
          <p:cNvPicPr>
            <a:picLocks noChangeAspect="1"/>
          </p:cNvPicPr>
          <p:nvPr userDrawn="1"/>
        </p:nvPicPr>
        <p:blipFill>
          <a:blip r:embed="rId24" cstate="print">
            <a:extLst>
              <a:ext uri="{28A0092B-C50C-407E-A947-70E740481C1C}">
                <a14:useLocalDpi xmlns:a14="http://schemas.microsoft.com/office/drawing/2010/main" val="0"/>
              </a:ext>
            </a:extLst>
          </a:blip>
          <a:stretch>
            <a:fillRect/>
          </a:stretch>
        </p:blipFill>
        <p:spPr>
          <a:xfrm>
            <a:off x="10835395" y="476672"/>
            <a:ext cx="845230" cy="212365"/>
          </a:xfrm>
          <a:prstGeom prst="rect">
            <a:avLst/>
          </a:prstGeom>
        </p:spPr>
      </p:pic>
      <p:cxnSp>
        <p:nvCxnSpPr>
          <p:cNvPr id="8" name="Straight Connector 7">
            <a:extLst>
              <a:ext uri="{FF2B5EF4-FFF2-40B4-BE49-F238E27FC236}">
                <a16:creationId xmlns:a16="http://schemas.microsoft.com/office/drawing/2014/main" id="{F4443C96-B82D-F449-A71B-02134B6BB207}"/>
              </a:ext>
            </a:extLst>
          </p:cNvPr>
          <p:cNvCxnSpPr>
            <a:cxnSpLocks/>
          </p:cNvCxnSpPr>
          <p:nvPr userDrawn="1"/>
        </p:nvCxnSpPr>
        <p:spPr>
          <a:xfrm>
            <a:off x="10835395" y="6216650"/>
            <a:ext cx="789466" cy="0"/>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sp>
        <p:nvSpPr>
          <p:cNvPr id="9" name="Rectangle 8"/>
          <p:cNvSpPr/>
          <p:nvPr userDrawn="1"/>
        </p:nvSpPr>
        <p:spPr>
          <a:xfrm>
            <a:off x="0" y="0"/>
            <a:ext cx="4571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Date Placeholder 3"/>
          <p:cNvSpPr txBox="1">
            <a:spLocks/>
          </p:cNvSpPr>
          <p:nvPr userDrawn="1"/>
        </p:nvSpPr>
        <p:spPr>
          <a:xfrm>
            <a:off x="10200456" y="6315916"/>
            <a:ext cx="1079961" cy="137420"/>
          </a:xfrm>
          <a:prstGeom prst="rect">
            <a:avLst/>
          </a:prstGeom>
        </p:spPr>
        <p:txBody>
          <a:bodyPr vert="horz" lIns="0" tIns="0" rIns="0" bIns="0" rtlCol="0" anchor="t" anchorCtr="0"/>
          <a:lstStyle>
            <a:defPPr>
              <a:defRPr lang="en-US"/>
            </a:defPPr>
            <a:lvl1pPr marL="0" algn="r" defTabSz="914377" rtl="0" eaLnBrk="1" latinLnBrk="0" hangingPunct="1">
              <a:defRPr sz="800" b="1" i="0" kern="1200" cap="none" spc="38">
                <a:ln w="13500">
                  <a:noFill/>
                  <a:prstDash val="solid"/>
                </a:ln>
                <a:solidFill>
                  <a:schemeClr val="tx2">
                    <a:alpha val="95000"/>
                  </a:schemeClr>
                </a:solidFill>
                <a:effectLst/>
                <a:latin typeface="Source Sans Pro Black" charset="0"/>
                <a:ea typeface="Source Sans Pro Black" charset="0"/>
                <a:cs typeface="Source Sans Pro Black" charset="0"/>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r>
              <a:rPr lang="fr-FR" sz="600" dirty="0">
                <a:solidFill>
                  <a:schemeClr val="tx1">
                    <a:lumMod val="60000"/>
                    <a:lumOff val="40000"/>
                    <a:alpha val="95000"/>
                  </a:schemeClr>
                </a:solidFill>
              </a:rPr>
              <a:t>02/10/2019</a:t>
            </a:r>
            <a:endParaRPr lang="en-US" sz="600" dirty="0">
              <a:solidFill>
                <a:schemeClr val="tx1">
                  <a:lumMod val="60000"/>
                  <a:lumOff val="40000"/>
                  <a:alpha val="95000"/>
                </a:schemeClr>
              </a:solidFill>
            </a:endParaRPr>
          </a:p>
        </p:txBody>
      </p:sp>
      <p:sp>
        <p:nvSpPr>
          <p:cNvPr id="17" name="Footer Placeholder 11"/>
          <p:cNvSpPr txBox="1">
            <a:spLocks/>
          </p:cNvSpPr>
          <p:nvPr userDrawn="1"/>
        </p:nvSpPr>
        <p:spPr>
          <a:xfrm>
            <a:off x="550863" y="6315916"/>
            <a:ext cx="2390627" cy="137420"/>
          </a:xfrm>
          <a:prstGeom prst="rect">
            <a:avLst/>
          </a:prstGeom>
        </p:spPr>
        <p:txBody>
          <a:bodyPr vert="horz" lIns="0" tIns="0" rIns="0" bIns="0" numCol="1" rtlCol="0" anchor="t" anchorCtr="0"/>
          <a:lstStyle>
            <a:defPPr>
              <a:defRPr lang="en-US"/>
            </a:defPPr>
            <a:lvl1pPr marL="0" algn="l" defTabSz="914377" rtl="0" eaLnBrk="1" latinLnBrk="0" hangingPunct="1">
              <a:lnSpc>
                <a:spcPct val="100000"/>
              </a:lnSpc>
              <a:defRPr lang="en-US" sz="800" b="1" i="0" kern="1200" cap="none" spc="38" smtClean="0">
                <a:ln w="13500">
                  <a:noFill/>
                  <a:prstDash val="solid"/>
                </a:ln>
                <a:solidFill>
                  <a:schemeClr val="tx2">
                    <a:alpha val="95000"/>
                  </a:schemeClr>
                </a:solidFill>
                <a:effectLst/>
                <a:latin typeface="Source Sans Pro Black" charset="0"/>
                <a:ea typeface="Source Sans Pro Black" charset="0"/>
                <a:cs typeface="Source Sans Pro Black" charset="0"/>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r>
              <a:rPr lang="en-US" dirty="0">
                <a:solidFill>
                  <a:schemeClr val="tx1">
                    <a:lumMod val="60000"/>
                    <a:lumOff val="40000"/>
                    <a:alpha val="95000"/>
                  </a:schemeClr>
                </a:solidFill>
              </a:rPr>
              <a:t>© </a:t>
            </a:r>
            <a:r>
              <a:rPr lang="en-US" dirty="0">
                <a:solidFill>
                  <a:schemeClr val="tx1">
                    <a:lumMod val="60000"/>
                    <a:lumOff val="40000"/>
                    <a:alpha val="95000"/>
                  </a:schemeClr>
                </a:solidFill>
                <a:latin typeface="Brandon Grotesque Black" charset="0"/>
                <a:ea typeface="Brandon Grotesque Black" charset="0"/>
                <a:cs typeface="Brandon Grotesque Black" charset="0"/>
              </a:rPr>
              <a:t>MICROEJ</a:t>
            </a:r>
            <a:r>
              <a:rPr lang="en-US" dirty="0">
                <a:solidFill>
                  <a:schemeClr val="tx1">
                    <a:lumMod val="60000"/>
                    <a:lumOff val="40000"/>
                    <a:alpha val="95000"/>
                  </a:schemeClr>
                </a:solidFill>
              </a:rPr>
              <a:t> 2019 - C O N F I D E N T I A L</a:t>
            </a:r>
          </a:p>
        </p:txBody>
      </p:sp>
    </p:spTree>
    <p:extLst>
      <p:ext uri="{BB962C8B-B14F-4D97-AF65-F5344CB8AC3E}">
        <p14:creationId xmlns:p14="http://schemas.microsoft.com/office/powerpoint/2010/main" val="2181245220"/>
      </p:ext>
    </p:extLst>
  </p:cSld>
  <p:clrMap bg1="lt1" tx1="dk1" bg2="lt2" tx2="dk2" accent1="accent1" accent2="accent2" accent3="accent3" accent4="accent4" accent5="accent5" accent6="accent6" hlink="hlink" folHlink="folHlink"/>
  <p:sldLayoutIdLst>
    <p:sldLayoutId id="2147483790" r:id="rId1"/>
    <p:sldLayoutId id="2147483791" r:id="rId2"/>
    <p:sldLayoutId id="2147483792" r:id="rId3"/>
    <p:sldLayoutId id="2147483793" r:id="rId4"/>
    <p:sldLayoutId id="2147483794" r:id="rId5"/>
    <p:sldLayoutId id="2147483795" r:id="rId6"/>
    <p:sldLayoutId id="2147483796" r:id="rId7"/>
    <p:sldLayoutId id="2147483797" r:id="rId8"/>
    <p:sldLayoutId id="2147483798" r:id="rId9"/>
    <p:sldLayoutId id="2147483799" r:id="rId10"/>
    <p:sldLayoutId id="2147483800" r:id="rId11"/>
    <p:sldLayoutId id="2147483801" r:id="rId12"/>
    <p:sldLayoutId id="2147483802" r:id="rId13"/>
    <p:sldLayoutId id="2147483803" r:id="rId14"/>
    <p:sldLayoutId id="2147483804" r:id="rId15"/>
    <p:sldLayoutId id="2147483805" r:id="rId16"/>
    <p:sldLayoutId id="2147483806" r:id="rId17"/>
    <p:sldLayoutId id="2147483807" r:id="rId18"/>
    <p:sldLayoutId id="2147483808" r:id="rId19"/>
    <p:sldLayoutId id="2147483809" r:id="rId20"/>
    <p:sldLayoutId id="2147483810" r:id="rId21"/>
  </p:sldLayoutIdLst>
  <p:hf hdr="0" ftr="0"/>
  <p:txStyles>
    <p:titleStyle>
      <a:lvl1pPr algn="l" defTabSz="914286" rtl="0" eaLnBrk="1" latinLnBrk="0" hangingPunct="1">
        <a:spcBef>
          <a:spcPct val="0"/>
        </a:spcBef>
        <a:buNone/>
        <a:defRPr sz="3600" b="0" i="0" kern="1200" cap="small" baseline="0">
          <a:solidFill>
            <a:schemeClr val="tx1"/>
          </a:solidFill>
          <a:latin typeface="Source Sans Pro" charset="0"/>
          <a:ea typeface="Source Sans Pro" charset="0"/>
          <a:cs typeface="Source Sans Pro" charset="0"/>
        </a:defRPr>
      </a:lvl1pPr>
    </p:titleStyle>
    <p:bodyStyle>
      <a:lvl1pPr marL="0" indent="0" algn="l" defTabSz="914286" rtl="0" eaLnBrk="1" latinLnBrk="0" hangingPunct="1">
        <a:spcBef>
          <a:spcPct val="20000"/>
        </a:spcBef>
        <a:spcAft>
          <a:spcPts val="400"/>
        </a:spcAft>
        <a:buFontTx/>
        <a:buNone/>
        <a:defRPr sz="2400" b="0" i="0" kern="1200">
          <a:solidFill>
            <a:schemeClr val="tx2"/>
          </a:solidFill>
          <a:effectLst/>
          <a:latin typeface="Source Sans Pro Light" charset="0"/>
          <a:ea typeface="Source Sans Pro Light" charset="0"/>
          <a:cs typeface="Source Sans Pro Light" charset="0"/>
        </a:defRPr>
      </a:lvl1pPr>
      <a:lvl2pPr marL="742857" indent="-285717" algn="l" defTabSz="914286" rtl="0" eaLnBrk="1" latinLnBrk="0" hangingPunct="1">
        <a:spcBef>
          <a:spcPct val="20000"/>
        </a:spcBef>
        <a:spcAft>
          <a:spcPts val="400"/>
        </a:spcAft>
        <a:buFont typeface="Courier New" charset="0"/>
        <a:buChar char="o"/>
        <a:defRPr sz="2200" b="0" i="0" kern="1200">
          <a:solidFill>
            <a:schemeClr val="tx2"/>
          </a:solidFill>
          <a:latin typeface="Source Sans Pro Light" charset="0"/>
          <a:ea typeface="Source Sans Pro Light" charset="0"/>
          <a:cs typeface="Source Sans Pro Light" charset="0"/>
        </a:defRPr>
      </a:lvl2pPr>
      <a:lvl3pPr marL="1142858" indent="-228573" algn="l" defTabSz="914286" rtl="0" eaLnBrk="1" latinLnBrk="0" hangingPunct="1">
        <a:spcBef>
          <a:spcPct val="20000"/>
        </a:spcBef>
        <a:spcAft>
          <a:spcPts val="400"/>
        </a:spcAft>
        <a:buFont typeface="Arial" panose="020B0604020202020204" pitchFamily="34" charset="0"/>
        <a:buChar char="•"/>
        <a:defRPr sz="2000" b="0" i="0" kern="1200" baseline="0">
          <a:solidFill>
            <a:schemeClr val="tx2"/>
          </a:solidFill>
          <a:latin typeface="Source Sans Pro Light" charset="0"/>
          <a:ea typeface="Source Sans Pro Light" charset="0"/>
          <a:cs typeface="Source Sans Pro Light" charset="0"/>
        </a:defRPr>
      </a:lvl3pPr>
      <a:lvl4pPr marL="1371427" indent="0" algn="l" defTabSz="914286" rtl="0" eaLnBrk="1" latinLnBrk="0" hangingPunct="1">
        <a:spcBef>
          <a:spcPct val="20000"/>
        </a:spcBef>
        <a:spcAft>
          <a:spcPts val="400"/>
        </a:spcAft>
        <a:buFontTx/>
        <a:buNone/>
        <a:defRPr sz="1800" b="0" i="0" kern="1200" baseline="0">
          <a:solidFill>
            <a:schemeClr val="tx2"/>
          </a:solidFill>
          <a:latin typeface="Source Sans Pro Light" charset="0"/>
          <a:ea typeface="Source Sans Pro Light" charset="0"/>
          <a:cs typeface="Source Sans Pro Light" charset="0"/>
        </a:defRPr>
      </a:lvl4pPr>
      <a:lvl5pPr marL="1828570" marR="0" indent="0" algn="l" defTabSz="914286" rtl="0" eaLnBrk="1" fontAlgn="auto" latinLnBrk="0" hangingPunct="1">
        <a:lnSpc>
          <a:spcPct val="100000"/>
        </a:lnSpc>
        <a:spcBef>
          <a:spcPct val="20000"/>
        </a:spcBef>
        <a:spcAft>
          <a:spcPts val="400"/>
        </a:spcAft>
        <a:buClrTx/>
        <a:buSzTx/>
        <a:buFontTx/>
        <a:buNone/>
        <a:tabLst/>
        <a:defRPr sz="1600" b="0" i="0" kern="1200">
          <a:solidFill>
            <a:schemeClr val="tx2"/>
          </a:solidFill>
          <a:latin typeface="+mn-lt"/>
          <a:ea typeface="Calibri Regular" charset="0"/>
          <a:cs typeface="Calibri Regular" charset="0"/>
        </a:defRPr>
      </a:lvl5pPr>
      <a:lvl6pPr marL="2514286" indent="-228573" algn="l" defTabSz="914286"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430" indent="-228573" algn="l" defTabSz="914286"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8573" indent="-228573" algn="l" defTabSz="914286"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718" indent="-228573" algn="l" defTabSz="914286"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286" rtl="0" eaLnBrk="1" latinLnBrk="0" hangingPunct="1">
        <a:defRPr sz="1800" kern="1200">
          <a:solidFill>
            <a:schemeClr val="tx1"/>
          </a:solidFill>
          <a:latin typeface="+mn-lt"/>
          <a:ea typeface="+mn-ea"/>
          <a:cs typeface="+mn-cs"/>
        </a:defRPr>
      </a:lvl1pPr>
      <a:lvl2pPr marL="457143" algn="l" defTabSz="914286" rtl="0" eaLnBrk="1" latinLnBrk="0" hangingPunct="1">
        <a:defRPr sz="1800" kern="1200">
          <a:solidFill>
            <a:schemeClr val="tx1"/>
          </a:solidFill>
          <a:latin typeface="+mn-lt"/>
          <a:ea typeface="+mn-ea"/>
          <a:cs typeface="+mn-cs"/>
        </a:defRPr>
      </a:lvl2pPr>
      <a:lvl3pPr marL="914286" algn="l" defTabSz="914286" rtl="0" eaLnBrk="1" latinLnBrk="0" hangingPunct="1">
        <a:defRPr sz="1800" kern="1200">
          <a:solidFill>
            <a:schemeClr val="tx1"/>
          </a:solidFill>
          <a:latin typeface="+mn-lt"/>
          <a:ea typeface="+mn-ea"/>
          <a:cs typeface="+mn-cs"/>
        </a:defRPr>
      </a:lvl3pPr>
      <a:lvl4pPr marL="1371430" algn="l" defTabSz="914286" rtl="0" eaLnBrk="1" latinLnBrk="0" hangingPunct="1">
        <a:defRPr sz="1800" kern="1200">
          <a:solidFill>
            <a:schemeClr val="tx1"/>
          </a:solidFill>
          <a:latin typeface="+mn-lt"/>
          <a:ea typeface="+mn-ea"/>
          <a:cs typeface="+mn-cs"/>
        </a:defRPr>
      </a:lvl4pPr>
      <a:lvl5pPr marL="1828573" algn="l" defTabSz="914286" rtl="0" eaLnBrk="1" latinLnBrk="0" hangingPunct="1">
        <a:defRPr sz="1800" kern="1200">
          <a:solidFill>
            <a:schemeClr val="tx1"/>
          </a:solidFill>
          <a:latin typeface="+mn-lt"/>
          <a:ea typeface="+mn-ea"/>
          <a:cs typeface="+mn-cs"/>
        </a:defRPr>
      </a:lvl5pPr>
      <a:lvl6pPr marL="2285718" algn="l" defTabSz="914286" rtl="0" eaLnBrk="1" latinLnBrk="0" hangingPunct="1">
        <a:defRPr sz="1800" kern="1200">
          <a:solidFill>
            <a:schemeClr val="tx1"/>
          </a:solidFill>
          <a:latin typeface="+mn-lt"/>
          <a:ea typeface="+mn-ea"/>
          <a:cs typeface="+mn-cs"/>
        </a:defRPr>
      </a:lvl6pPr>
      <a:lvl7pPr marL="2742858" algn="l" defTabSz="914286" rtl="0" eaLnBrk="1" latinLnBrk="0" hangingPunct="1">
        <a:defRPr sz="1800" kern="1200">
          <a:solidFill>
            <a:schemeClr val="tx1"/>
          </a:solidFill>
          <a:latin typeface="+mn-lt"/>
          <a:ea typeface="+mn-ea"/>
          <a:cs typeface="+mn-cs"/>
        </a:defRPr>
      </a:lvl7pPr>
      <a:lvl8pPr marL="3200000" algn="l" defTabSz="914286" rtl="0" eaLnBrk="1" latinLnBrk="0" hangingPunct="1">
        <a:defRPr sz="1800" kern="1200">
          <a:solidFill>
            <a:schemeClr val="tx1"/>
          </a:solidFill>
          <a:latin typeface="+mn-lt"/>
          <a:ea typeface="+mn-ea"/>
          <a:cs typeface="+mn-cs"/>
        </a:defRPr>
      </a:lvl8pPr>
      <a:lvl9pPr marL="3657143" algn="l" defTabSz="914286"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838">
          <p15:clr>
            <a:srgbClr val="F26B43"/>
          </p15:clr>
        </p15:guide>
        <p15:guide id="2" pos="7333">
          <p15:clr>
            <a:srgbClr val="F26B43"/>
          </p15:clr>
        </p15:guide>
        <p15:guide id="3" pos="347">
          <p15:clr>
            <a:srgbClr val="F26B43"/>
          </p15:clr>
        </p15:guide>
        <p15:guide id="4" orient="horz" pos="436">
          <p15:clr>
            <a:srgbClr val="F26B43"/>
          </p15:clr>
        </p15:guide>
        <p15:guide id="5" orient="horz" pos="3916">
          <p15:clr>
            <a:srgbClr val="F26B43"/>
          </p15:clr>
        </p15:guide>
        <p15:guide id="6" pos="6834">
          <p15:clr>
            <a:srgbClr val="F26B43"/>
          </p15:clr>
        </p15:guide>
        <p15:guide id="7" pos="6728">
          <p15:clr>
            <a:srgbClr val="F26B43"/>
          </p15:clr>
        </p15:guide>
        <p15:guide id="8" pos="1292">
          <p15:clr>
            <a:srgbClr val="F26B43"/>
          </p15:clr>
        </p15:guide>
        <p15:guide id="9" pos="1044">
          <p15:clr>
            <a:srgbClr val="F26B43"/>
          </p15:clr>
        </p15:guide>
        <p15:guide id="10" pos="1990">
          <p15:clr>
            <a:srgbClr val="F26B43"/>
          </p15:clr>
        </p15:guide>
        <p15:guide id="11" pos="2242">
          <p15:clr>
            <a:srgbClr val="F26B43"/>
          </p15:clr>
        </p15:guide>
        <p15:guide id="12" pos="2938">
          <p15:clr>
            <a:srgbClr val="F26B43"/>
          </p15:clr>
        </p15:guide>
        <p15:guide id="13" pos="3190">
          <p15:clr>
            <a:srgbClr val="F26B43"/>
          </p15:clr>
        </p15:guide>
        <p15:guide id="14" pos="4138">
          <p15:clr>
            <a:srgbClr val="F26B43"/>
          </p15:clr>
        </p15:guide>
        <p15:guide id="15" pos="3885">
          <p15:clr>
            <a:srgbClr val="F26B43"/>
          </p15:clr>
        </p15:guide>
        <p15:guide id="16" pos="4838">
          <p15:clr>
            <a:srgbClr val="F26B43"/>
          </p15:clr>
        </p15:guide>
        <p15:guide id="17" pos="5084">
          <p15:clr>
            <a:srgbClr val="F26B43"/>
          </p15:clr>
        </p15:guide>
        <p15:guide id="18" pos="5784">
          <p15:clr>
            <a:srgbClr val="F26B43"/>
          </p15:clr>
        </p15:guide>
        <p15:guide id="19" pos="6032">
          <p15:clr>
            <a:srgbClr val="F26B43"/>
          </p15:clr>
        </p15:guide>
        <p15:guide id="20" orient="horz" pos="300">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4" name="Slide Number Placeholder 5">
            <a:extLst>
              <a:ext uri="{FF2B5EF4-FFF2-40B4-BE49-F238E27FC236}">
                <a16:creationId xmlns:a16="http://schemas.microsoft.com/office/drawing/2014/main" id="{D6A5EA0A-9DA9-564F-8F7D-CF263DB84C39}"/>
              </a:ext>
            </a:extLst>
          </p:cNvPr>
          <p:cNvSpPr txBox="1">
            <a:spLocks/>
          </p:cNvSpPr>
          <p:nvPr/>
        </p:nvSpPr>
        <p:spPr>
          <a:xfrm>
            <a:off x="11164442" y="6188198"/>
            <a:ext cx="536325" cy="365125"/>
          </a:xfrm>
          <a:prstGeom prst="rect">
            <a:avLst/>
          </a:prstGeom>
        </p:spPr>
        <p:txBody>
          <a:bodyPr vert="horz" lIns="91440" tIns="45720" rIns="91440" bIns="45720" rtlCol="0" anchor="ctr"/>
          <a:lstStyle>
            <a:defPPr>
              <a:defRPr lang="en-US"/>
            </a:defPPr>
            <a:lvl1pPr marL="0" algn="r" defTabSz="914377" rtl="0" eaLnBrk="1" latinLnBrk="0" hangingPunct="1">
              <a:defRPr sz="900" b="1" kern="1200">
                <a:solidFill>
                  <a:schemeClr val="tx1"/>
                </a:solidFill>
                <a:latin typeface="Lekton" panose="02000000000000000000" pitchFamily="2" charset="77"/>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fld id="{31963AA3-9EF4-BA4C-A53C-84A8AE0CCD3D}" type="slidenum">
              <a:rPr lang="en-US" smtClean="0">
                <a:latin typeface="Source Sans Pro" charset="0"/>
                <a:ea typeface="Source Sans Pro" charset="0"/>
                <a:cs typeface="Source Sans Pro" charset="0"/>
              </a:rPr>
              <a:pPr/>
              <a:t>‹#›</a:t>
            </a:fld>
            <a:endParaRPr lang="en-US" dirty="0">
              <a:latin typeface="Source Sans Pro" charset="0"/>
              <a:ea typeface="Source Sans Pro" charset="0"/>
              <a:cs typeface="Source Sans Pro" charset="0"/>
            </a:endParaRPr>
          </a:p>
        </p:txBody>
      </p:sp>
      <p:pic>
        <p:nvPicPr>
          <p:cNvPr id="16" name="Picture 15"/>
          <p:cNvPicPr>
            <a:picLocks noChangeAspect="1"/>
          </p:cNvPicPr>
          <p:nvPr/>
        </p:nvPicPr>
        <p:blipFill>
          <a:blip r:embed="rId23" cstate="print">
            <a:extLst>
              <a:ext uri="{28A0092B-C50C-407E-A947-70E740481C1C}">
                <a14:useLocalDpi xmlns:a14="http://schemas.microsoft.com/office/drawing/2010/main" val="0"/>
              </a:ext>
            </a:extLst>
          </a:blip>
          <a:stretch>
            <a:fillRect/>
          </a:stretch>
        </p:blipFill>
        <p:spPr>
          <a:xfrm>
            <a:off x="10835395" y="476672"/>
            <a:ext cx="845230" cy="212365"/>
          </a:xfrm>
          <a:prstGeom prst="rect">
            <a:avLst/>
          </a:prstGeom>
        </p:spPr>
      </p:pic>
      <p:cxnSp>
        <p:nvCxnSpPr>
          <p:cNvPr id="21" name="Straight Connector 20">
            <a:extLst>
              <a:ext uri="{FF2B5EF4-FFF2-40B4-BE49-F238E27FC236}">
                <a16:creationId xmlns:a16="http://schemas.microsoft.com/office/drawing/2014/main" id="{F4443C96-B82D-F449-A71B-02134B6BB207}"/>
              </a:ext>
            </a:extLst>
          </p:cNvPr>
          <p:cNvCxnSpPr>
            <a:cxnSpLocks/>
          </p:cNvCxnSpPr>
          <p:nvPr/>
        </p:nvCxnSpPr>
        <p:spPr>
          <a:xfrm>
            <a:off x="10835395" y="6216650"/>
            <a:ext cx="789466" cy="0"/>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sp>
        <p:nvSpPr>
          <p:cNvPr id="22" name="Rectangle 21"/>
          <p:cNvSpPr/>
          <p:nvPr/>
        </p:nvSpPr>
        <p:spPr>
          <a:xfrm>
            <a:off x="0" y="0"/>
            <a:ext cx="4571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a:extLst>
              <a:ext uri="{FF2B5EF4-FFF2-40B4-BE49-F238E27FC236}">
                <a16:creationId xmlns:a16="http://schemas.microsoft.com/office/drawing/2014/main" id="{D6A5EA0A-9DA9-564F-8F7D-CF263DB84C39}"/>
              </a:ext>
            </a:extLst>
          </p:cNvPr>
          <p:cNvSpPr txBox="1">
            <a:spLocks/>
          </p:cNvSpPr>
          <p:nvPr userDrawn="1"/>
        </p:nvSpPr>
        <p:spPr>
          <a:xfrm>
            <a:off x="11164442" y="6188198"/>
            <a:ext cx="536325" cy="365125"/>
          </a:xfrm>
          <a:prstGeom prst="rect">
            <a:avLst/>
          </a:prstGeom>
        </p:spPr>
        <p:txBody>
          <a:bodyPr vert="horz" lIns="91440" tIns="45720" rIns="91440" bIns="45720" rtlCol="0" anchor="ctr"/>
          <a:lstStyle>
            <a:defPPr>
              <a:defRPr lang="en-US"/>
            </a:defPPr>
            <a:lvl1pPr marL="0" algn="r" defTabSz="914377" rtl="0" eaLnBrk="1" latinLnBrk="0" hangingPunct="1">
              <a:defRPr sz="900" b="1" kern="1200">
                <a:solidFill>
                  <a:schemeClr val="tx1"/>
                </a:solidFill>
                <a:latin typeface="Lekton" panose="02000000000000000000" pitchFamily="2" charset="77"/>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fld id="{31963AA3-9EF4-BA4C-A53C-84A8AE0CCD3D}" type="slidenum">
              <a:rPr lang="en-US" smtClean="0">
                <a:latin typeface="Source Sans Pro" charset="0"/>
                <a:ea typeface="Source Sans Pro" charset="0"/>
                <a:cs typeface="Source Sans Pro" charset="0"/>
              </a:rPr>
              <a:pPr/>
              <a:t>‹#›</a:t>
            </a:fld>
            <a:endParaRPr lang="en-US" dirty="0">
              <a:latin typeface="Source Sans Pro" charset="0"/>
              <a:ea typeface="Source Sans Pro" charset="0"/>
              <a:cs typeface="Source Sans Pro" charset="0"/>
            </a:endParaRPr>
          </a:p>
        </p:txBody>
      </p:sp>
      <p:pic>
        <p:nvPicPr>
          <p:cNvPr id="7" name="Picture 6"/>
          <p:cNvPicPr>
            <a:picLocks noChangeAspect="1"/>
          </p:cNvPicPr>
          <p:nvPr userDrawn="1"/>
        </p:nvPicPr>
        <p:blipFill>
          <a:blip r:embed="rId24" cstate="print">
            <a:extLst>
              <a:ext uri="{28A0092B-C50C-407E-A947-70E740481C1C}">
                <a14:useLocalDpi xmlns:a14="http://schemas.microsoft.com/office/drawing/2010/main" val="0"/>
              </a:ext>
            </a:extLst>
          </a:blip>
          <a:stretch>
            <a:fillRect/>
          </a:stretch>
        </p:blipFill>
        <p:spPr>
          <a:xfrm>
            <a:off x="10835395" y="476672"/>
            <a:ext cx="845230" cy="212365"/>
          </a:xfrm>
          <a:prstGeom prst="rect">
            <a:avLst/>
          </a:prstGeom>
        </p:spPr>
      </p:pic>
      <p:cxnSp>
        <p:nvCxnSpPr>
          <p:cNvPr id="8" name="Straight Connector 7">
            <a:extLst>
              <a:ext uri="{FF2B5EF4-FFF2-40B4-BE49-F238E27FC236}">
                <a16:creationId xmlns:a16="http://schemas.microsoft.com/office/drawing/2014/main" id="{F4443C96-B82D-F449-A71B-02134B6BB207}"/>
              </a:ext>
            </a:extLst>
          </p:cNvPr>
          <p:cNvCxnSpPr>
            <a:cxnSpLocks/>
          </p:cNvCxnSpPr>
          <p:nvPr userDrawn="1"/>
        </p:nvCxnSpPr>
        <p:spPr>
          <a:xfrm>
            <a:off x="10835395" y="6216650"/>
            <a:ext cx="789466" cy="0"/>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sp>
        <p:nvSpPr>
          <p:cNvPr id="9" name="Rectangle 8"/>
          <p:cNvSpPr/>
          <p:nvPr userDrawn="1"/>
        </p:nvSpPr>
        <p:spPr>
          <a:xfrm>
            <a:off x="0" y="0"/>
            <a:ext cx="4571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Date Placeholder 3"/>
          <p:cNvSpPr txBox="1">
            <a:spLocks/>
          </p:cNvSpPr>
          <p:nvPr userDrawn="1"/>
        </p:nvSpPr>
        <p:spPr>
          <a:xfrm>
            <a:off x="10200456" y="6315916"/>
            <a:ext cx="1079961" cy="137420"/>
          </a:xfrm>
          <a:prstGeom prst="rect">
            <a:avLst/>
          </a:prstGeom>
        </p:spPr>
        <p:txBody>
          <a:bodyPr vert="horz" lIns="0" tIns="0" rIns="0" bIns="0" rtlCol="0" anchor="t" anchorCtr="0"/>
          <a:lstStyle>
            <a:defPPr>
              <a:defRPr lang="en-US"/>
            </a:defPPr>
            <a:lvl1pPr marL="0" algn="r" defTabSz="914377" rtl="0" eaLnBrk="1" latinLnBrk="0" hangingPunct="1">
              <a:defRPr sz="800" b="1" i="0" kern="1200" cap="none" spc="38">
                <a:ln w="13500">
                  <a:noFill/>
                  <a:prstDash val="solid"/>
                </a:ln>
                <a:solidFill>
                  <a:schemeClr val="tx2">
                    <a:alpha val="95000"/>
                  </a:schemeClr>
                </a:solidFill>
                <a:effectLst/>
                <a:latin typeface="Source Sans Pro Black" charset="0"/>
                <a:ea typeface="Source Sans Pro Black" charset="0"/>
                <a:cs typeface="Source Sans Pro Black" charset="0"/>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r>
              <a:rPr lang="fr-FR" sz="600" dirty="0">
                <a:solidFill>
                  <a:schemeClr val="tx1">
                    <a:lumMod val="60000"/>
                    <a:lumOff val="40000"/>
                    <a:alpha val="95000"/>
                  </a:schemeClr>
                </a:solidFill>
              </a:rPr>
              <a:t>02/10/2019</a:t>
            </a:r>
            <a:endParaRPr lang="en-US" sz="600" dirty="0">
              <a:solidFill>
                <a:schemeClr val="tx1">
                  <a:lumMod val="60000"/>
                  <a:lumOff val="40000"/>
                  <a:alpha val="95000"/>
                </a:schemeClr>
              </a:solidFill>
            </a:endParaRPr>
          </a:p>
        </p:txBody>
      </p:sp>
      <p:sp>
        <p:nvSpPr>
          <p:cNvPr id="17" name="Footer Placeholder 11"/>
          <p:cNvSpPr txBox="1">
            <a:spLocks/>
          </p:cNvSpPr>
          <p:nvPr userDrawn="1"/>
        </p:nvSpPr>
        <p:spPr>
          <a:xfrm>
            <a:off x="550863" y="6315916"/>
            <a:ext cx="2390627" cy="137420"/>
          </a:xfrm>
          <a:prstGeom prst="rect">
            <a:avLst/>
          </a:prstGeom>
        </p:spPr>
        <p:txBody>
          <a:bodyPr vert="horz" lIns="0" tIns="0" rIns="0" bIns="0" numCol="1" rtlCol="0" anchor="t" anchorCtr="0"/>
          <a:lstStyle>
            <a:defPPr>
              <a:defRPr lang="en-US"/>
            </a:defPPr>
            <a:lvl1pPr marL="0" algn="l" defTabSz="914377" rtl="0" eaLnBrk="1" latinLnBrk="0" hangingPunct="1">
              <a:lnSpc>
                <a:spcPct val="100000"/>
              </a:lnSpc>
              <a:defRPr lang="en-US" sz="800" b="1" i="0" kern="1200" cap="none" spc="38" smtClean="0">
                <a:ln w="13500">
                  <a:noFill/>
                  <a:prstDash val="solid"/>
                </a:ln>
                <a:solidFill>
                  <a:schemeClr val="tx2">
                    <a:alpha val="95000"/>
                  </a:schemeClr>
                </a:solidFill>
                <a:effectLst/>
                <a:latin typeface="Source Sans Pro Black" charset="0"/>
                <a:ea typeface="Source Sans Pro Black" charset="0"/>
                <a:cs typeface="Source Sans Pro Black" charset="0"/>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r>
              <a:rPr lang="en-US" dirty="0">
                <a:solidFill>
                  <a:schemeClr val="tx1">
                    <a:lumMod val="60000"/>
                    <a:lumOff val="40000"/>
                    <a:alpha val="95000"/>
                  </a:schemeClr>
                </a:solidFill>
              </a:rPr>
              <a:t>© </a:t>
            </a:r>
            <a:r>
              <a:rPr lang="en-US" dirty="0">
                <a:solidFill>
                  <a:schemeClr val="tx1">
                    <a:lumMod val="60000"/>
                    <a:lumOff val="40000"/>
                    <a:alpha val="95000"/>
                  </a:schemeClr>
                </a:solidFill>
                <a:latin typeface="Brandon Grotesque Black" charset="0"/>
                <a:ea typeface="Brandon Grotesque Black" charset="0"/>
                <a:cs typeface="Brandon Grotesque Black" charset="0"/>
              </a:rPr>
              <a:t>MICROEJ</a:t>
            </a:r>
            <a:r>
              <a:rPr lang="en-US" dirty="0">
                <a:solidFill>
                  <a:schemeClr val="tx1">
                    <a:lumMod val="60000"/>
                    <a:lumOff val="40000"/>
                    <a:alpha val="95000"/>
                  </a:schemeClr>
                </a:solidFill>
              </a:rPr>
              <a:t> 2019 - C O N F I D E N T I A L</a:t>
            </a:r>
          </a:p>
        </p:txBody>
      </p:sp>
    </p:spTree>
    <p:extLst>
      <p:ext uri="{BB962C8B-B14F-4D97-AF65-F5344CB8AC3E}">
        <p14:creationId xmlns:p14="http://schemas.microsoft.com/office/powerpoint/2010/main" val="1621412379"/>
      </p:ext>
    </p:extLst>
  </p:cSld>
  <p:clrMap bg1="lt1" tx1="dk1" bg2="lt2" tx2="dk2" accent1="accent1" accent2="accent2" accent3="accent3" accent4="accent4" accent5="accent5" accent6="accent6" hlink="hlink" folHlink="folHlink"/>
  <p:sldLayoutIdLst>
    <p:sldLayoutId id="2147483812" r:id="rId1"/>
    <p:sldLayoutId id="2147483813" r:id="rId2"/>
    <p:sldLayoutId id="2147483814" r:id="rId3"/>
    <p:sldLayoutId id="2147483815" r:id="rId4"/>
    <p:sldLayoutId id="2147483816" r:id="rId5"/>
    <p:sldLayoutId id="2147483817" r:id="rId6"/>
    <p:sldLayoutId id="2147483818" r:id="rId7"/>
    <p:sldLayoutId id="2147483819" r:id="rId8"/>
    <p:sldLayoutId id="2147483820" r:id="rId9"/>
    <p:sldLayoutId id="2147483821" r:id="rId10"/>
    <p:sldLayoutId id="2147483822" r:id="rId11"/>
    <p:sldLayoutId id="2147483823" r:id="rId12"/>
    <p:sldLayoutId id="2147483824" r:id="rId13"/>
    <p:sldLayoutId id="2147483825" r:id="rId14"/>
    <p:sldLayoutId id="2147483826" r:id="rId15"/>
    <p:sldLayoutId id="2147483827" r:id="rId16"/>
    <p:sldLayoutId id="2147483828" r:id="rId17"/>
    <p:sldLayoutId id="2147483829" r:id="rId18"/>
    <p:sldLayoutId id="2147483830" r:id="rId19"/>
    <p:sldLayoutId id="2147483831" r:id="rId20"/>
    <p:sldLayoutId id="2147483832" r:id="rId21"/>
  </p:sldLayoutIdLst>
  <p:hf hdr="0" ftr="0"/>
  <p:txStyles>
    <p:titleStyle>
      <a:lvl1pPr algn="l" defTabSz="914286" rtl="0" eaLnBrk="1" latinLnBrk="0" hangingPunct="1">
        <a:spcBef>
          <a:spcPct val="0"/>
        </a:spcBef>
        <a:buNone/>
        <a:defRPr sz="3600" b="0" i="0" kern="1200" cap="small" baseline="0">
          <a:solidFill>
            <a:schemeClr val="tx1"/>
          </a:solidFill>
          <a:latin typeface="Source Sans Pro" charset="0"/>
          <a:ea typeface="Source Sans Pro" charset="0"/>
          <a:cs typeface="Source Sans Pro" charset="0"/>
        </a:defRPr>
      </a:lvl1pPr>
    </p:titleStyle>
    <p:bodyStyle>
      <a:lvl1pPr marL="0" indent="0" algn="l" defTabSz="914286" rtl="0" eaLnBrk="1" latinLnBrk="0" hangingPunct="1">
        <a:spcBef>
          <a:spcPct val="20000"/>
        </a:spcBef>
        <a:spcAft>
          <a:spcPts val="400"/>
        </a:spcAft>
        <a:buFontTx/>
        <a:buNone/>
        <a:defRPr sz="2400" b="0" i="0" kern="1200">
          <a:solidFill>
            <a:schemeClr val="tx2"/>
          </a:solidFill>
          <a:effectLst/>
          <a:latin typeface="Source Sans Pro Light" charset="0"/>
          <a:ea typeface="Source Sans Pro Light" charset="0"/>
          <a:cs typeface="Source Sans Pro Light" charset="0"/>
        </a:defRPr>
      </a:lvl1pPr>
      <a:lvl2pPr marL="742857" indent="-285717" algn="l" defTabSz="914286" rtl="0" eaLnBrk="1" latinLnBrk="0" hangingPunct="1">
        <a:spcBef>
          <a:spcPct val="20000"/>
        </a:spcBef>
        <a:spcAft>
          <a:spcPts val="400"/>
        </a:spcAft>
        <a:buFont typeface="Courier New" charset="0"/>
        <a:buChar char="o"/>
        <a:defRPr sz="2200" b="0" i="0" kern="1200">
          <a:solidFill>
            <a:schemeClr val="tx2"/>
          </a:solidFill>
          <a:latin typeface="Source Sans Pro Light" charset="0"/>
          <a:ea typeface="Source Sans Pro Light" charset="0"/>
          <a:cs typeface="Source Sans Pro Light" charset="0"/>
        </a:defRPr>
      </a:lvl2pPr>
      <a:lvl3pPr marL="1142858" indent="-228573" algn="l" defTabSz="914286" rtl="0" eaLnBrk="1" latinLnBrk="0" hangingPunct="1">
        <a:spcBef>
          <a:spcPct val="20000"/>
        </a:spcBef>
        <a:spcAft>
          <a:spcPts val="400"/>
        </a:spcAft>
        <a:buFont typeface="Arial" panose="020B0604020202020204" pitchFamily="34" charset="0"/>
        <a:buChar char="•"/>
        <a:defRPr sz="2000" b="0" i="0" kern="1200" baseline="0">
          <a:solidFill>
            <a:schemeClr val="tx2"/>
          </a:solidFill>
          <a:latin typeface="Source Sans Pro Light" charset="0"/>
          <a:ea typeface="Source Sans Pro Light" charset="0"/>
          <a:cs typeface="Source Sans Pro Light" charset="0"/>
        </a:defRPr>
      </a:lvl3pPr>
      <a:lvl4pPr marL="1371427" indent="0" algn="l" defTabSz="914286" rtl="0" eaLnBrk="1" latinLnBrk="0" hangingPunct="1">
        <a:spcBef>
          <a:spcPct val="20000"/>
        </a:spcBef>
        <a:spcAft>
          <a:spcPts val="400"/>
        </a:spcAft>
        <a:buFontTx/>
        <a:buNone/>
        <a:defRPr sz="1800" b="0" i="0" kern="1200" baseline="0">
          <a:solidFill>
            <a:schemeClr val="tx2"/>
          </a:solidFill>
          <a:latin typeface="Source Sans Pro Light" charset="0"/>
          <a:ea typeface="Source Sans Pro Light" charset="0"/>
          <a:cs typeface="Source Sans Pro Light" charset="0"/>
        </a:defRPr>
      </a:lvl4pPr>
      <a:lvl5pPr marL="1828570" marR="0" indent="0" algn="l" defTabSz="914286" rtl="0" eaLnBrk="1" fontAlgn="auto" latinLnBrk="0" hangingPunct="1">
        <a:lnSpc>
          <a:spcPct val="100000"/>
        </a:lnSpc>
        <a:spcBef>
          <a:spcPct val="20000"/>
        </a:spcBef>
        <a:spcAft>
          <a:spcPts val="400"/>
        </a:spcAft>
        <a:buClrTx/>
        <a:buSzTx/>
        <a:buFontTx/>
        <a:buNone/>
        <a:tabLst/>
        <a:defRPr sz="1600" b="0" i="0" kern="1200">
          <a:solidFill>
            <a:schemeClr val="tx2"/>
          </a:solidFill>
          <a:latin typeface="+mn-lt"/>
          <a:ea typeface="Calibri Regular" charset="0"/>
          <a:cs typeface="Calibri Regular" charset="0"/>
        </a:defRPr>
      </a:lvl5pPr>
      <a:lvl6pPr marL="2514286" indent="-228573" algn="l" defTabSz="914286"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430" indent="-228573" algn="l" defTabSz="914286"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8573" indent="-228573" algn="l" defTabSz="914286"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718" indent="-228573" algn="l" defTabSz="914286"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286" rtl="0" eaLnBrk="1" latinLnBrk="0" hangingPunct="1">
        <a:defRPr sz="1800" kern="1200">
          <a:solidFill>
            <a:schemeClr val="tx1"/>
          </a:solidFill>
          <a:latin typeface="+mn-lt"/>
          <a:ea typeface="+mn-ea"/>
          <a:cs typeface="+mn-cs"/>
        </a:defRPr>
      </a:lvl1pPr>
      <a:lvl2pPr marL="457143" algn="l" defTabSz="914286" rtl="0" eaLnBrk="1" latinLnBrk="0" hangingPunct="1">
        <a:defRPr sz="1800" kern="1200">
          <a:solidFill>
            <a:schemeClr val="tx1"/>
          </a:solidFill>
          <a:latin typeface="+mn-lt"/>
          <a:ea typeface="+mn-ea"/>
          <a:cs typeface="+mn-cs"/>
        </a:defRPr>
      </a:lvl2pPr>
      <a:lvl3pPr marL="914286" algn="l" defTabSz="914286" rtl="0" eaLnBrk="1" latinLnBrk="0" hangingPunct="1">
        <a:defRPr sz="1800" kern="1200">
          <a:solidFill>
            <a:schemeClr val="tx1"/>
          </a:solidFill>
          <a:latin typeface="+mn-lt"/>
          <a:ea typeface="+mn-ea"/>
          <a:cs typeface="+mn-cs"/>
        </a:defRPr>
      </a:lvl3pPr>
      <a:lvl4pPr marL="1371430" algn="l" defTabSz="914286" rtl="0" eaLnBrk="1" latinLnBrk="0" hangingPunct="1">
        <a:defRPr sz="1800" kern="1200">
          <a:solidFill>
            <a:schemeClr val="tx1"/>
          </a:solidFill>
          <a:latin typeface="+mn-lt"/>
          <a:ea typeface="+mn-ea"/>
          <a:cs typeface="+mn-cs"/>
        </a:defRPr>
      </a:lvl4pPr>
      <a:lvl5pPr marL="1828573" algn="l" defTabSz="914286" rtl="0" eaLnBrk="1" latinLnBrk="0" hangingPunct="1">
        <a:defRPr sz="1800" kern="1200">
          <a:solidFill>
            <a:schemeClr val="tx1"/>
          </a:solidFill>
          <a:latin typeface="+mn-lt"/>
          <a:ea typeface="+mn-ea"/>
          <a:cs typeface="+mn-cs"/>
        </a:defRPr>
      </a:lvl5pPr>
      <a:lvl6pPr marL="2285718" algn="l" defTabSz="914286" rtl="0" eaLnBrk="1" latinLnBrk="0" hangingPunct="1">
        <a:defRPr sz="1800" kern="1200">
          <a:solidFill>
            <a:schemeClr val="tx1"/>
          </a:solidFill>
          <a:latin typeface="+mn-lt"/>
          <a:ea typeface="+mn-ea"/>
          <a:cs typeface="+mn-cs"/>
        </a:defRPr>
      </a:lvl6pPr>
      <a:lvl7pPr marL="2742858" algn="l" defTabSz="914286" rtl="0" eaLnBrk="1" latinLnBrk="0" hangingPunct="1">
        <a:defRPr sz="1800" kern="1200">
          <a:solidFill>
            <a:schemeClr val="tx1"/>
          </a:solidFill>
          <a:latin typeface="+mn-lt"/>
          <a:ea typeface="+mn-ea"/>
          <a:cs typeface="+mn-cs"/>
        </a:defRPr>
      </a:lvl7pPr>
      <a:lvl8pPr marL="3200000" algn="l" defTabSz="914286" rtl="0" eaLnBrk="1" latinLnBrk="0" hangingPunct="1">
        <a:defRPr sz="1800" kern="1200">
          <a:solidFill>
            <a:schemeClr val="tx1"/>
          </a:solidFill>
          <a:latin typeface="+mn-lt"/>
          <a:ea typeface="+mn-ea"/>
          <a:cs typeface="+mn-cs"/>
        </a:defRPr>
      </a:lvl8pPr>
      <a:lvl9pPr marL="3657143" algn="l" defTabSz="914286"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838">
          <p15:clr>
            <a:srgbClr val="F26B43"/>
          </p15:clr>
        </p15:guide>
        <p15:guide id="2" pos="7333">
          <p15:clr>
            <a:srgbClr val="F26B43"/>
          </p15:clr>
        </p15:guide>
        <p15:guide id="3" pos="347">
          <p15:clr>
            <a:srgbClr val="F26B43"/>
          </p15:clr>
        </p15:guide>
        <p15:guide id="4" orient="horz" pos="436">
          <p15:clr>
            <a:srgbClr val="F26B43"/>
          </p15:clr>
        </p15:guide>
        <p15:guide id="5" orient="horz" pos="3916">
          <p15:clr>
            <a:srgbClr val="F26B43"/>
          </p15:clr>
        </p15:guide>
        <p15:guide id="6" pos="6834">
          <p15:clr>
            <a:srgbClr val="F26B43"/>
          </p15:clr>
        </p15:guide>
        <p15:guide id="7" pos="6728">
          <p15:clr>
            <a:srgbClr val="F26B43"/>
          </p15:clr>
        </p15:guide>
        <p15:guide id="8" pos="1292">
          <p15:clr>
            <a:srgbClr val="F26B43"/>
          </p15:clr>
        </p15:guide>
        <p15:guide id="9" pos="1044">
          <p15:clr>
            <a:srgbClr val="F26B43"/>
          </p15:clr>
        </p15:guide>
        <p15:guide id="10" pos="1990">
          <p15:clr>
            <a:srgbClr val="F26B43"/>
          </p15:clr>
        </p15:guide>
        <p15:guide id="11" pos="2242">
          <p15:clr>
            <a:srgbClr val="F26B43"/>
          </p15:clr>
        </p15:guide>
        <p15:guide id="12" pos="2938">
          <p15:clr>
            <a:srgbClr val="F26B43"/>
          </p15:clr>
        </p15:guide>
        <p15:guide id="13" pos="3190">
          <p15:clr>
            <a:srgbClr val="F26B43"/>
          </p15:clr>
        </p15:guide>
        <p15:guide id="14" pos="4138">
          <p15:clr>
            <a:srgbClr val="F26B43"/>
          </p15:clr>
        </p15:guide>
        <p15:guide id="15" pos="3885">
          <p15:clr>
            <a:srgbClr val="F26B43"/>
          </p15:clr>
        </p15:guide>
        <p15:guide id="16" pos="4838">
          <p15:clr>
            <a:srgbClr val="F26B43"/>
          </p15:clr>
        </p15:guide>
        <p15:guide id="17" pos="5084">
          <p15:clr>
            <a:srgbClr val="F26B43"/>
          </p15:clr>
        </p15:guide>
        <p15:guide id="18" pos="5784">
          <p15:clr>
            <a:srgbClr val="F26B43"/>
          </p15:clr>
        </p15:guide>
        <p15:guide id="19" pos="6032">
          <p15:clr>
            <a:srgbClr val="F26B43"/>
          </p15:clr>
        </p15:guide>
        <p15:guide id="20" orient="horz" pos="30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2.png"/><Relationship Id="rId1" Type="http://schemas.openxmlformats.org/officeDocument/2006/relationships/slideLayout" Target="../slideLayouts/slideLayout38.xml"/><Relationship Id="rId5" Type="http://schemas.openxmlformats.org/officeDocument/2006/relationships/image" Target="../media/image15.png"/><Relationship Id="rId4" Type="http://schemas.openxmlformats.org/officeDocument/2006/relationships/image" Target="../media/image14.emf"/></Relationships>
</file>

<file path=ppt/slides/_rels/slide2.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4.emf"/><Relationship Id="rId7" Type="http://schemas.openxmlformats.org/officeDocument/2006/relationships/image" Target="../media/image17.png"/><Relationship Id="rId2" Type="http://schemas.openxmlformats.org/officeDocument/2006/relationships/image" Target="../media/image13.emf"/><Relationship Id="rId1" Type="http://schemas.openxmlformats.org/officeDocument/2006/relationships/slideLayout" Target="../slideLayouts/slideLayout38.xml"/><Relationship Id="rId6" Type="http://schemas.openxmlformats.org/officeDocument/2006/relationships/image" Target="../media/image16.png"/><Relationship Id="rId5" Type="http://schemas.openxmlformats.org/officeDocument/2006/relationships/image" Target="../media/image12.png"/><Relationship Id="rId4"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Snip Same Side Corner Rectangle 93">
            <a:extLst>
              <a:ext uri="{FF2B5EF4-FFF2-40B4-BE49-F238E27FC236}">
                <a16:creationId xmlns:a16="http://schemas.microsoft.com/office/drawing/2014/main" id="{07C7A460-4763-1DAE-D60B-0FA7EDE298ED}"/>
              </a:ext>
            </a:extLst>
          </p:cNvPr>
          <p:cNvSpPr/>
          <p:nvPr/>
        </p:nvSpPr>
        <p:spPr>
          <a:xfrm>
            <a:off x="8556540" y="1845440"/>
            <a:ext cx="3524567" cy="3167120"/>
          </a:xfrm>
          <a:prstGeom prst="snip2SameRect">
            <a:avLst>
              <a:gd name="adj1" fmla="val 3239"/>
              <a:gd name="adj2" fmla="val 0"/>
            </a:avLst>
          </a:prstGeom>
          <a:solidFill>
            <a:schemeClr val="bg1"/>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tIns="0" bIns="36000" rtlCol="0" anchor="ctr">
            <a:noAutofit/>
          </a:bodyPr>
          <a:lstStyle/>
          <a:p>
            <a:pPr algn="ctr"/>
            <a:endParaRPr lang="en-US" sz="1200" i="1" dirty="0">
              <a:solidFill>
                <a:schemeClr val="bg1"/>
              </a:solidFill>
              <a:latin typeface="Source Sans Pro Light" charset="0"/>
              <a:ea typeface="Source Sans Pro Light" charset="0"/>
              <a:cs typeface="Source Sans Pro Light" charset="0"/>
            </a:endParaRPr>
          </a:p>
        </p:txBody>
      </p:sp>
      <p:cxnSp>
        <p:nvCxnSpPr>
          <p:cNvPr id="83" name="Straight Connector 82">
            <a:extLst>
              <a:ext uri="{FF2B5EF4-FFF2-40B4-BE49-F238E27FC236}">
                <a16:creationId xmlns:a16="http://schemas.microsoft.com/office/drawing/2014/main" id="{33FBE5C0-244E-82F0-D5F0-B38D3A3763AC}"/>
              </a:ext>
            </a:extLst>
          </p:cNvPr>
          <p:cNvCxnSpPr>
            <a:cxnSpLocks/>
          </p:cNvCxnSpPr>
          <p:nvPr/>
        </p:nvCxnSpPr>
        <p:spPr>
          <a:xfrm>
            <a:off x="7346708" y="1464723"/>
            <a:ext cx="0" cy="1502194"/>
          </a:xfrm>
          <a:prstGeom prst="line">
            <a:avLst/>
          </a:prstGeom>
          <a:ln w="28575">
            <a:solidFill>
              <a:schemeClr val="bg2"/>
            </a:solidFill>
            <a:prstDash val="dash"/>
          </a:ln>
        </p:spPr>
        <p:style>
          <a:lnRef idx="1">
            <a:schemeClr val="accent1"/>
          </a:lnRef>
          <a:fillRef idx="0">
            <a:schemeClr val="accent1"/>
          </a:fillRef>
          <a:effectRef idx="0">
            <a:schemeClr val="accent1"/>
          </a:effectRef>
          <a:fontRef idx="minor">
            <a:schemeClr val="tx1"/>
          </a:fontRef>
        </p:style>
      </p:cxnSp>
      <p:sp>
        <p:nvSpPr>
          <p:cNvPr id="4" name="Title 3">
            <a:extLst>
              <a:ext uri="{FF2B5EF4-FFF2-40B4-BE49-F238E27FC236}">
                <a16:creationId xmlns:a16="http://schemas.microsoft.com/office/drawing/2014/main" id="{2022BAC3-5265-22A0-C2E9-AED4EEE9F802}"/>
              </a:ext>
            </a:extLst>
          </p:cNvPr>
          <p:cNvSpPr>
            <a:spLocks noGrp="1"/>
          </p:cNvSpPr>
          <p:nvPr>
            <p:ph type="title" idx="4294967295"/>
          </p:nvPr>
        </p:nvSpPr>
        <p:spPr>
          <a:xfrm>
            <a:off x="182667" y="35097"/>
            <a:ext cx="10129838" cy="465138"/>
          </a:xfrm>
          <a:prstGeom prst="rect">
            <a:avLst/>
          </a:prstGeom>
        </p:spPr>
        <p:txBody>
          <a:bodyPr/>
          <a:lstStyle/>
          <a:p>
            <a:r>
              <a:rPr lang="en-US" dirty="0"/>
              <a:t>.FO Differential update</a:t>
            </a:r>
          </a:p>
        </p:txBody>
      </p:sp>
      <p:sp>
        <p:nvSpPr>
          <p:cNvPr id="5" name="Rounded Rectangle 22">
            <a:extLst>
              <a:ext uri="{FF2B5EF4-FFF2-40B4-BE49-F238E27FC236}">
                <a16:creationId xmlns:a16="http://schemas.microsoft.com/office/drawing/2014/main" id="{13879A64-C475-CA64-9860-586A3D30C4E4}"/>
              </a:ext>
            </a:extLst>
          </p:cNvPr>
          <p:cNvSpPr/>
          <p:nvPr/>
        </p:nvSpPr>
        <p:spPr>
          <a:xfrm>
            <a:off x="2197475" y="1492755"/>
            <a:ext cx="4477495" cy="1461002"/>
          </a:xfrm>
          <a:prstGeom prst="roundRect">
            <a:avLst>
              <a:gd name="adj" fmla="val 4115"/>
            </a:avLst>
          </a:prstGeom>
          <a:solidFill>
            <a:schemeClr val="bg1"/>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ounded Rectangle 4">
            <a:extLst>
              <a:ext uri="{FF2B5EF4-FFF2-40B4-BE49-F238E27FC236}">
                <a16:creationId xmlns:a16="http://schemas.microsoft.com/office/drawing/2014/main" id="{7CCC54A2-092B-0E73-D989-2AF7129D4A08}"/>
              </a:ext>
            </a:extLst>
          </p:cNvPr>
          <p:cNvSpPr/>
          <p:nvPr/>
        </p:nvSpPr>
        <p:spPr>
          <a:xfrm>
            <a:off x="711081" y="1580295"/>
            <a:ext cx="1342377" cy="1140401"/>
          </a:xfrm>
          <a:prstGeom prst="roundRect">
            <a:avLst>
              <a:gd name="adj" fmla="val 11196"/>
            </a:avLst>
          </a:prstGeom>
          <a:solidFill>
            <a:schemeClr val="accent4"/>
          </a:solidFill>
          <a:ln>
            <a:no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defRPr/>
            </a:pPr>
            <a:r>
              <a:rPr lang="en-US" sz="1000" dirty="0">
                <a:solidFill>
                  <a:srgbClr val="FFFFFF"/>
                </a:solidFill>
                <a:latin typeface="Source Sans Pro Light" charset="0"/>
                <a:ea typeface="Source Sans Pro Light" charset="0"/>
                <a:cs typeface="Source Sans Pro Light" charset="0"/>
              </a:rPr>
              <a:t>Sandboxed</a:t>
            </a:r>
          </a:p>
          <a:p>
            <a:pPr algn="ctr">
              <a:defRPr/>
            </a:pPr>
            <a:r>
              <a:rPr lang="en-US" sz="1000" dirty="0">
                <a:solidFill>
                  <a:srgbClr val="FFFFFF"/>
                </a:solidFill>
                <a:latin typeface="Source Sans Pro Light" charset="0"/>
                <a:ea typeface="Source Sans Pro Light" charset="0"/>
                <a:cs typeface="Source Sans Pro Light" charset="0"/>
              </a:rPr>
              <a:t>Java Code</a:t>
            </a:r>
          </a:p>
          <a:p>
            <a:pPr algn="ctr">
              <a:defRPr/>
            </a:pPr>
            <a:endParaRPr lang="en-US" sz="1000" dirty="0">
              <a:solidFill>
                <a:srgbClr val="FFFFFF"/>
              </a:solidFill>
              <a:latin typeface="Source Sans Pro Light" charset="0"/>
              <a:ea typeface="Source Sans Pro Light" charset="0"/>
              <a:cs typeface="Source Sans Pro Light" charset="0"/>
            </a:endParaRPr>
          </a:p>
          <a:p>
            <a:pPr algn="ctr">
              <a:defRPr/>
            </a:pPr>
            <a:r>
              <a:rPr lang="en-US" sz="1000" dirty="0">
                <a:solidFill>
                  <a:srgbClr val="FFFFFF"/>
                </a:solidFill>
                <a:latin typeface="Source Sans Pro Light" charset="0"/>
                <a:ea typeface="Source Sans Pro Light" charset="0"/>
                <a:cs typeface="Source Sans Pro Light" charset="0"/>
              </a:rPr>
              <a:t>Application </a:t>
            </a:r>
          </a:p>
          <a:p>
            <a:pPr algn="ctr">
              <a:defRPr/>
            </a:pPr>
            <a:r>
              <a:rPr lang="en-US" sz="1000" dirty="0">
                <a:solidFill>
                  <a:srgbClr val="FFFFFF"/>
                </a:solidFill>
                <a:latin typeface="Source Sans Pro Light" charset="0"/>
                <a:ea typeface="Source Sans Pro Light" charset="0"/>
                <a:cs typeface="Source Sans Pro Light" charset="0"/>
              </a:rPr>
              <a:t>&amp; Libraries</a:t>
            </a:r>
          </a:p>
          <a:p>
            <a:pPr algn="ctr">
              <a:defRPr/>
            </a:pPr>
            <a:endParaRPr lang="en-US" sz="1000" dirty="0">
              <a:solidFill>
                <a:srgbClr val="FFFFFF"/>
              </a:solidFill>
              <a:latin typeface="Source Sans Pro Light" charset="0"/>
              <a:ea typeface="Source Sans Pro Light" charset="0"/>
              <a:cs typeface="Source Sans Pro Light" charset="0"/>
            </a:endParaRPr>
          </a:p>
        </p:txBody>
      </p:sp>
      <p:cxnSp>
        <p:nvCxnSpPr>
          <p:cNvPr id="7" name="Connecteur droit avec flèche 148">
            <a:extLst>
              <a:ext uri="{FF2B5EF4-FFF2-40B4-BE49-F238E27FC236}">
                <a16:creationId xmlns:a16="http://schemas.microsoft.com/office/drawing/2014/main" id="{51AB118E-D970-F745-FD39-CCF74B9A3D59}"/>
              </a:ext>
            </a:extLst>
          </p:cNvPr>
          <p:cNvCxnSpPr>
            <a:stCxn id="6" idx="2"/>
          </p:cNvCxnSpPr>
          <p:nvPr/>
        </p:nvCxnSpPr>
        <p:spPr>
          <a:xfrm>
            <a:off x="1382270" y="2720696"/>
            <a:ext cx="0" cy="559984"/>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8" name="ZoneTexte 152">
            <a:extLst>
              <a:ext uri="{FF2B5EF4-FFF2-40B4-BE49-F238E27FC236}">
                <a16:creationId xmlns:a16="http://schemas.microsoft.com/office/drawing/2014/main" id="{FA6216CC-CECC-5DCA-B775-FB634BB899D1}"/>
              </a:ext>
            </a:extLst>
          </p:cNvPr>
          <p:cNvSpPr txBox="1"/>
          <p:nvPr/>
        </p:nvSpPr>
        <p:spPr>
          <a:xfrm>
            <a:off x="841454" y="2667419"/>
            <a:ext cx="1263487" cy="246221"/>
          </a:xfrm>
          <a:prstGeom prst="rect">
            <a:avLst/>
          </a:prstGeom>
          <a:noFill/>
        </p:spPr>
        <p:txBody>
          <a:bodyPr wrap="none" rtlCol="0">
            <a:spAutoFit/>
          </a:bodyPr>
          <a:lstStyle/>
          <a:p>
            <a:pPr>
              <a:defRPr/>
            </a:pPr>
            <a:r>
              <a:rPr lang="en-US" sz="1000" dirty="0">
                <a:solidFill>
                  <a:schemeClr val="tx2"/>
                </a:solidFill>
              </a:rPr>
              <a:t>(*.class, *.jar, *.</a:t>
            </a:r>
            <a:r>
              <a:rPr lang="en-US" sz="1000" dirty="0" err="1">
                <a:solidFill>
                  <a:schemeClr val="tx2"/>
                </a:solidFill>
              </a:rPr>
              <a:t>wpk</a:t>
            </a:r>
            <a:r>
              <a:rPr lang="en-US" sz="1000" dirty="0">
                <a:solidFill>
                  <a:schemeClr val="tx2"/>
                </a:solidFill>
              </a:rPr>
              <a:t>)</a:t>
            </a:r>
          </a:p>
        </p:txBody>
      </p:sp>
      <p:sp>
        <p:nvSpPr>
          <p:cNvPr id="9" name="Rounded Rectangle 7">
            <a:extLst>
              <a:ext uri="{FF2B5EF4-FFF2-40B4-BE49-F238E27FC236}">
                <a16:creationId xmlns:a16="http://schemas.microsoft.com/office/drawing/2014/main" id="{2F320811-1819-73DB-2995-29E149487D9F}"/>
              </a:ext>
            </a:extLst>
          </p:cNvPr>
          <p:cNvSpPr/>
          <p:nvPr/>
        </p:nvSpPr>
        <p:spPr>
          <a:xfrm>
            <a:off x="711081" y="3280680"/>
            <a:ext cx="3106643" cy="385889"/>
          </a:xfrm>
          <a:prstGeom prst="roundRect">
            <a:avLst/>
          </a:prstGeom>
          <a:solidFill>
            <a:schemeClr val="tx1"/>
          </a:solidFill>
          <a:ln>
            <a:no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000" dirty="0">
                <a:solidFill>
                  <a:srgbClr val="FFFFFF"/>
                </a:solidFill>
                <a:latin typeface="Source Sans Pro Light" charset="0"/>
                <a:ea typeface="Source Sans Pro Light" charset="0"/>
                <a:cs typeface="Source Sans Pro Light" charset="0"/>
              </a:rPr>
              <a:t>SOAR Resolver</a:t>
            </a:r>
          </a:p>
        </p:txBody>
      </p:sp>
      <p:sp>
        <p:nvSpPr>
          <p:cNvPr id="10" name="Rounded Rectangle 8">
            <a:extLst>
              <a:ext uri="{FF2B5EF4-FFF2-40B4-BE49-F238E27FC236}">
                <a16:creationId xmlns:a16="http://schemas.microsoft.com/office/drawing/2014/main" id="{CAB1EB94-421C-7B5A-9AF2-C3240147CB37}"/>
              </a:ext>
            </a:extLst>
          </p:cNvPr>
          <p:cNvSpPr/>
          <p:nvPr/>
        </p:nvSpPr>
        <p:spPr>
          <a:xfrm>
            <a:off x="2295258" y="1594936"/>
            <a:ext cx="2952328" cy="1138920"/>
          </a:xfrm>
          <a:prstGeom prst="roundRect">
            <a:avLst>
              <a:gd name="adj" fmla="val 6304"/>
            </a:avLst>
          </a:prstGeom>
          <a:solidFill>
            <a:schemeClr val="accent1"/>
          </a:solidFill>
          <a:ln>
            <a:no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defRPr/>
            </a:pPr>
            <a:br>
              <a:rPr lang="en-US" sz="1000" dirty="0">
                <a:solidFill>
                  <a:srgbClr val="FFFFFF"/>
                </a:solidFill>
                <a:latin typeface="Source Sans Pro Light" charset="0"/>
                <a:ea typeface="Source Sans Pro Light" charset="0"/>
                <a:cs typeface="Source Sans Pro Light" charset="0"/>
              </a:rPr>
            </a:br>
            <a:br>
              <a:rPr lang="en-US" sz="1000" dirty="0">
                <a:solidFill>
                  <a:srgbClr val="FFFFFF"/>
                </a:solidFill>
                <a:latin typeface="Source Sans Pro Light" charset="0"/>
                <a:ea typeface="Source Sans Pro Light" charset="0"/>
                <a:cs typeface="Source Sans Pro Light" charset="0"/>
              </a:rPr>
            </a:br>
            <a:br>
              <a:rPr lang="en-US" sz="1000" dirty="0">
                <a:solidFill>
                  <a:srgbClr val="FFFFFF"/>
                </a:solidFill>
                <a:latin typeface="Source Sans Pro Light" charset="0"/>
                <a:ea typeface="Source Sans Pro Light" charset="0"/>
                <a:cs typeface="Source Sans Pro Light" charset="0"/>
              </a:rPr>
            </a:br>
            <a:br>
              <a:rPr lang="en-US" sz="1000" dirty="0">
                <a:solidFill>
                  <a:srgbClr val="FFFFFF"/>
                </a:solidFill>
                <a:latin typeface="Source Sans Pro Light" charset="0"/>
                <a:ea typeface="Source Sans Pro Light" charset="0"/>
                <a:cs typeface="Source Sans Pro Light" charset="0"/>
              </a:rPr>
            </a:br>
            <a:endParaRPr lang="en-US" sz="1000" dirty="0">
              <a:solidFill>
                <a:srgbClr val="FFFFFF"/>
              </a:solidFill>
              <a:latin typeface="Source Sans Pro Light" charset="0"/>
              <a:ea typeface="Source Sans Pro Light" charset="0"/>
              <a:cs typeface="Source Sans Pro Light" charset="0"/>
            </a:endParaRPr>
          </a:p>
          <a:p>
            <a:pPr algn="ctr">
              <a:defRPr/>
            </a:pPr>
            <a:endParaRPr lang="en-US" sz="1000" dirty="0">
              <a:solidFill>
                <a:srgbClr val="FFFFFF"/>
              </a:solidFill>
              <a:latin typeface="Source Sans Pro Light" charset="0"/>
              <a:ea typeface="Source Sans Pro Light" charset="0"/>
              <a:cs typeface="Source Sans Pro Light" charset="0"/>
            </a:endParaRPr>
          </a:p>
        </p:txBody>
      </p:sp>
      <p:sp>
        <p:nvSpPr>
          <p:cNvPr id="11" name="Rounded Rectangle 9">
            <a:extLst>
              <a:ext uri="{FF2B5EF4-FFF2-40B4-BE49-F238E27FC236}">
                <a16:creationId xmlns:a16="http://schemas.microsoft.com/office/drawing/2014/main" id="{371D216C-6183-60DB-12BF-EE3A0D3E540C}"/>
              </a:ext>
            </a:extLst>
          </p:cNvPr>
          <p:cNvSpPr/>
          <p:nvPr/>
        </p:nvSpPr>
        <p:spPr>
          <a:xfrm>
            <a:off x="4260056" y="1900808"/>
            <a:ext cx="843514" cy="756005"/>
          </a:xfrm>
          <a:prstGeom prst="roundRect">
            <a:avLst>
              <a:gd name="adj" fmla="val 7525"/>
            </a:avLst>
          </a:prstGeom>
          <a:solidFill>
            <a:srgbClr val="FFA300"/>
          </a:solidFill>
          <a:ln w="6350">
            <a:solidFill>
              <a:schemeClr val="bg1"/>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000" dirty="0">
                <a:solidFill>
                  <a:schemeClr val="bg1"/>
                </a:solidFill>
                <a:latin typeface="Source Sans Pro Light" charset="0"/>
                <a:ea typeface="Source Sans Pro Light" charset="0"/>
                <a:cs typeface="Source Sans Pro Light" charset="0"/>
              </a:rPr>
              <a:t>Stripped BSP &amp; C </a:t>
            </a:r>
          </a:p>
          <a:p>
            <a:pPr algn="ctr"/>
            <a:r>
              <a:rPr lang="en-US" sz="1000" dirty="0">
                <a:solidFill>
                  <a:schemeClr val="bg1"/>
                </a:solidFill>
                <a:latin typeface="Source Sans Pro Light" charset="0"/>
                <a:ea typeface="Source Sans Pro Light" charset="0"/>
                <a:cs typeface="Source Sans Pro Light" charset="0"/>
              </a:rPr>
              <a:t>code</a:t>
            </a:r>
          </a:p>
        </p:txBody>
      </p:sp>
      <p:sp>
        <p:nvSpPr>
          <p:cNvPr id="12" name="Rounded Rectangle 10">
            <a:extLst>
              <a:ext uri="{FF2B5EF4-FFF2-40B4-BE49-F238E27FC236}">
                <a16:creationId xmlns:a16="http://schemas.microsoft.com/office/drawing/2014/main" id="{39A25EB7-2530-30D7-649D-0BE6356A2784}"/>
              </a:ext>
            </a:extLst>
          </p:cNvPr>
          <p:cNvSpPr/>
          <p:nvPr/>
        </p:nvSpPr>
        <p:spPr>
          <a:xfrm>
            <a:off x="3303060" y="1908858"/>
            <a:ext cx="830959" cy="758109"/>
          </a:xfrm>
          <a:prstGeom prst="roundRect">
            <a:avLst>
              <a:gd name="adj" fmla="val 7525"/>
            </a:avLst>
          </a:prstGeom>
          <a:solidFill>
            <a:schemeClr val="accent4"/>
          </a:solidFill>
          <a:ln w="9525">
            <a:solidFill>
              <a:schemeClr val="bg1"/>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defRPr/>
            </a:pPr>
            <a:r>
              <a:rPr lang="en-US" sz="1000" dirty="0">
                <a:solidFill>
                  <a:srgbClr val="FFFFFF"/>
                </a:solidFill>
                <a:latin typeface="Source Sans Pro Light" charset="0"/>
                <a:ea typeface="Source Sans Pro Light" charset="0"/>
                <a:cs typeface="Source Sans Pro Light" charset="0"/>
              </a:rPr>
              <a:t>Kernel</a:t>
            </a:r>
          </a:p>
          <a:p>
            <a:pPr algn="ctr">
              <a:defRPr/>
            </a:pPr>
            <a:r>
              <a:rPr lang="en-US" sz="1000" dirty="0">
                <a:solidFill>
                  <a:srgbClr val="FFFFFF"/>
                </a:solidFill>
                <a:latin typeface="Source Sans Pro Light" charset="0"/>
                <a:ea typeface="Source Sans Pro Light" charset="0"/>
                <a:cs typeface="Source Sans Pro Light" charset="0"/>
              </a:rPr>
              <a:t>Application</a:t>
            </a:r>
          </a:p>
        </p:txBody>
      </p:sp>
      <p:sp>
        <p:nvSpPr>
          <p:cNvPr id="13" name="Rounded Rectangle 11">
            <a:extLst>
              <a:ext uri="{FF2B5EF4-FFF2-40B4-BE49-F238E27FC236}">
                <a16:creationId xmlns:a16="http://schemas.microsoft.com/office/drawing/2014/main" id="{46C8AE19-88E5-43D7-1059-CC09796D1D34}"/>
              </a:ext>
            </a:extLst>
          </p:cNvPr>
          <p:cNvSpPr/>
          <p:nvPr/>
        </p:nvSpPr>
        <p:spPr>
          <a:xfrm>
            <a:off x="2418896" y="1908858"/>
            <a:ext cx="740457" cy="758108"/>
          </a:xfrm>
          <a:prstGeom prst="roundRect">
            <a:avLst>
              <a:gd name="adj" fmla="val 7525"/>
            </a:avLst>
          </a:prstGeom>
          <a:solidFill>
            <a:schemeClr val="bg1"/>
          </a:solidFill>
          <a:ln>
            <a:no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defRPr/>
            </a:pPr>
            <a:endParaRPr lang="en-US" sz="1000" dirty="0">
              <a:solidFill>
                <a:srgbClr val="FFFFFF"/>
              </a:solidFill>
              <a:latin typeface="Source Sans Pro Light" charset="0"/>
              <a:ea typeface="Source Sans Pro Light" charset="0"/>
              <a:cs typeface="Source Sans Pro Light" charset="0"/>
            </a:endParaRPr>
          </a:p>
        </p:txBody>
      </p:sp>
      <p:grpSp>
        <p:nvGrpSpPr>
          <p:cNvPr id="14" name="Group 13">
            <a:extLst>
              <a:ext uri="{FF2B5EF4-FFF2-40B4-BE49-F238E27FC236}">
                <a16:creationId xmlns:a16="http://schemas.microsoft.com/office/drawing/2014/main" id="{1558DE56-9093-9237-D214-9485BA85C7CA}"/>
              </a:ext>
            </a:extLst>
          </p:cNvPr>
          <p:cNvGrpSpPr/>
          <p:nvPr/>
        </p:nvGrpSpPr>
        <p:grpSpPr>
          <a:xfrm>
            <a:off x="2230678" y="1576446"/>
            <a:ext cx="344751" cy="303135"/>
            <a:chOff x="3528000" y="4663584"/>
            <a:chExt cx="344751" cy="303135"/>
          </a:xfrm>
        </p:grpSpPr>
        <p:sp>
          <p:nvSpPr>
            <p:cNvPr id="15" name="Bande diagonale 197">
              <a:extLst>
                <a:ext uri="{FF2B5EF4-FFF2-40B4-BE49-F238E27FC236}">
                  <a16:creationId xmlns:a16="http://schemas.microsoft.com/office/drawing/2014/main" id="{99751A7E-FFFC-DA38-5AB4-8174562CFBEB}"/>
                </a:ext>
              </a:extLst>
            </p:cNvPr>
            <p:cNvSpPr/>
            <p:nvPr/>
          </p:nvSpPr>
          <p:spPr>
            <a:xfrm>
              <a:off x="3592923" y="4686891"/>
              <a:ext cx="279828" cy="279828"/>
            </a:xfrm>
            <a:prstGeom prst="diagStripe">
              <a:avLst>
                <a:gd name="adj" fmla="val 41991"/>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dirty="0">
                <a:solidFill>
                  <a:srgbClr val="FFFFFF"/>
                </a:solidFill>
                <a:latin typeface="Source Sans Pro Light" charset="0"/>
                <a:ea typeface="Source Sans Pro Light" charset="0"/>
                <a:cs typeface="Source Sans Pro Light" charset="0"/>
              </a:endParaRPr>
            </a:p>
          </p:txBody>
        </p:sp>
        <p:sp>
          <p:nvSpPr>
            <p:cNvPr id="16" name="ZoneTexte 198">
              <a:extLst>
                <a:ext uri="{FF2B5EF4-FFF2-40B4-BE49-F238E27FC236}">
                  <a16:creationId xmlns:a16="http://schemas.microsoft.com/office/drawing/2014/main" id="{83D09D18-537D-C876-2FB9-5D5E698016AE}"/>
                </a:ext>
              </a:extLst>
            </p:cNvPr>
            <p:cNvSpPr txBox="1"/>
            <p:nvPr/>
          </p:nvSpPr>
          <p:spPr>
            <a:xfrm rot="18945775">
              <a:off x="3528000" y="4663584"/>
              <a:ext cx="333746" cy="230832"/>
            </a:xfrm>
            <a:prstGeom prst="rect">
              <a:avLst/>
            </a:prstGeom>
            <a:noFill/>
          </p:spPr>
          <p:txBody>
            <a:bodyPr wrap="none" rtlCol="0">
              <a:spAutoFit/>
            </a:bodyPr>
            <a:lstStyle/>
            <a:p>
              <a:pPr>
                <a:defRPr/>
              </a:pPr>
              <a:r>
                <a:rPr lang="en-US" sz="900" dirty="0">
                  <a:solidFill>
                    <a:srgbClr val="FFFFFF"/>
                  </a:solidFill>
                  <a:latin typeface="Source Sans Pro Light" charset="0"/>
                  <a:ea typeface="Source Sans Pro Light" charset="0"/>
                  <a:cs typeface="Source Sans Pro Light" charset="0"/>
                </a:rPr>
                <a:t>bin</a:t>
              </a:r>
            </a:p>
          </p:txBody>
        </p:sp>
      </p:grpSp>
      <p:sp>
        <p:nvSpPr>
          <p:cNvPr id="17" name="Rectangle 16">
            <a:extLst>
              <a:ext uri="{FF2B5EF4-FFF2-40B4-BE49-F238E27FC236}">
                <a16:creationId xmlns:a16="http://schemas.microsoft.com/office/drawing/2014/main" id="{2AE2A7B7-104F-9767-3F67-825D543B380C}"/>
              </a:ext>
            </a:extLst>
          </p:cNvPr>
          <p:cNvSpPr/>
          <p:nvPr/>
        </p:nvSpPr>
        <p:spPr>
          <a:xfrm>
            <a:off x="2363506" y="1906818"/>
            <a:ext cx="871306" cy="219744"/>
          </a:xfrm>
          <a:prstGeom prst="rect">
            <a:avLst/>
          </a:prstGeom>
          <a:noFill/>
          <a:ln>
            <a:noFill/>
          </a:ln>
          <a:effectLst/>
        </p:spPr>
        <p:style>
          <a:lnRef idx="2">
            <a:schemeClr val="dk1">
              <a:shade val="50000"/>
            </a:schemeClr>
          </a:lnRef>
          <a:fillRef idx="1">
            <a:schemeClr val="dk1"/>
          </a:fillRef>
          <a:effectRef idx="0">
            <a:schemeClr val="dk1"/>
          </a:effectRef>
          <a:fontRef idx="minor">
            <a:schemeClr val="lt1"/>
          </a:fontRef>
        </p:style>
        <p:txBody>
          <a:bodyPr rtlCol="0" anchor="t"/>
          <a:lstStyle/>
          <a:p>
            <a:pPr algn="ctr">
              <a:defRPr/>
            </a:pPr>
            <a:r>
              <a:rPr lang="en-US" sz="1000" b="1" dirty="0">
                <a:solidFill>
                  <a:schemeClr val="tx1"/>
                </a:solidFill>
                <a:latin typeface="Source Sans Pro" charset="0"/>
                <a:ea typeface="Source Sans Pro" charset="0"/>
                <a:cs typeface="Source Sans Pro" charset="0"/>
              </a:rPr>
              <a:t>MEJ32 Core</a:t>
            </a:r>
          </a:p>
        </p:txBody>
      </p:sp>
      <p:pic>
        <p:nvPicPr>
          <p:cNvPr id="18" name="Picture 17">
            <a:extLst>
              <a:ext uri="{FF2B5EF4-FFF2-40B4-BE49-F238E27FC236}">
                <a16:creationId xmlns:a16="http://schemas.microsoft.com/office/drawing/2014/main" id="{10CDE401-4927-0834-D050-50622A287F1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545838" y="2126395"/>
            <a:ext cx="456454" cy="459496"/>
          </a:xfrm>
          <a:prstGeom prst="rect">
            <a:avLst/>
          </a:prstGeom>
        </p:spPr>
      </p:pic>
      <p:sp>
        <p:nvSpPr>
          <p:cNvPr id="19" name="Rectangle 18">
            <a:extLst>
              <a:ext uri="{FF2B5EF4-FFF2-40B4-BE49-F238E27FC236}">
                <a16:creationId xmlns:a16="http://schemas.microsoft.com/office/drawing/2014/main" id="{D313E858-AE03-C932-2628-A25BAEAE0BD9}"/>
              </a:ext>
            </a:extLst>
          </p:cNvPr>
          <p:cNvSpPr/>
          <p:nvPr/>
        </p:nvSpPr>
        <p:spPr>
          <a:xfrm>
            <a:off x="2295259" y="1616556"/>
            <a:ext cx="2952328" cy="246221"/>
          </a:xfrm>
          <a:prstGeom prst="rect">
            <a:avLst/>
          </a:prstGeom>
        </p:spPr>
        <p:txBody>
          <a:bodyPr wrap="square">
            <a:spAutoFit/>
          </a:bodyPr>
          <a:lstStyle/>
          <a:p>
            <a:pPr algn="ctr">
              <a:defRPr/>
            </a:pPr>
            <a:r>
              <a:rPr lang="en-US" sz="1000" b="1" dirty="0">
                <a:solidFill>
                  <a:srgbClr val="FFFFFF"/>
                </a:solidFill>
                <a:cs typeface="Arial" panose="020B0604020202020204" pitchFamily="34" charset="0"/>
              </a:rPr>
              <a:t>Kernel UID #1234</a:t>
            </a:r>
          </a:p>
        </p:txBody>
      </p:sp>
      <p:sp>
        <p:nvSpPr>
          <p:cNvPr id="20" name="Rounded Rectangle 21">
            <a:extLst>
              <a:ext uri="{FF2B5EF4-FFF2-40B4-BE49-F238E27FC236}">
                <a16:creationId xmlns:a16="http://schemas.microsoft.com/office/drawing/2014/main" id="{80F0B2E3-2F1E-9255-59FA-B93D6F51FE59}"/>
              </a:ext>
            </a:extLst>
          </p:cNvPr>
          <p:cNvSpPr/>
          <p:nvPr/>
        </p:nvSpPr>
        <p:spPr>
          <a:xfrm>
            <a:off x="5319594" y="1614998"/>
            <a:ext cx="1273769" cy="1118858"/>
          </a:xfrm>
          <a:prstGeom prst="roundRect">
            <a:avLst>
              <a:gd name="adj" fmla="val 7525"/>
            </a:avLst>
          </a:prstGeom>
          <a:solidFill>
            <a:schemeClr val="accent2"/>
          </a:solidFill>
          <a:ln w="12700">
            <a:noFill/>
          </a:ln>
          <a:effectLst/>
        </p:spPr>
        <p:style>
          <a:lnRef idx="2">
            <a:schemeClr val="dk1"/>
          </a:lnRef>
          <a:fillRef idx="1">
            <a:schemeClr val="lt1"/>
          </a:fillRef>
          <a:effectRef idx="0">
            <a:schemeClr val="dk1"/>
          </a:effectRef>
          <a:fontRef idx="minor">
            <a:schemeClr val="dk1"/>
          </a:fontRef>
        </p:style>
        <p:txBody>
          <a:bodyPr wrap="square" tIns="36000" bIns="36000" rtlCol="0" anchor="t" anchorCtr="0">
            <a:noAutofit/>
          </a:bodyPr>
          <a:lstStyle/>
          <a:p>
            <a:pPr algn="ctr"/>
            <a:r>
              <a:rPr lang="en-US" sz="1000" dirty="0">
                <a:solidFill>
                  <a:schemeClr val="bg1"/>
                </a:solidFill>
                <a:latin typeface="Source Sans Pro Light" charset="0"/>
                <a:ea typeface="Source Sans Pro Light" charset="0"/>
                <a:cs typeface="Source Sans Pro Light" charset="0"/>
              </a:rPr>
              <a:t>Debug Section</a:t>
            </a:r>
          </a:p>
          <a:p>
            <a:pPr algn="ctr"/>
            <a:endParaRPr lang="en-US" sz="1000" dirty="0">
              <a:solidFill>
                <a:schemeClr val="bg1"/>
              </a:solidFill>
              <a:latin typeface="Source Sans Pro Light" charset="0"/>
              <a:ea typeface="Source Sans Pro Light" charset="0"/>
              <a:cs typeface="Source Sans Pro Light" charset="0"/>
            </a:endParaRPr>
          </a:p>
          <a:p>
            <a:pPr algn="ctr"/>
            <a:r>
              <a:rPr lang="en-US" sz="1000" dirty="0">
                <a:solidFill>
                  <a:schemeClr val="bg1"/>
                </a:solidFill>
                <a:latin typeface="Source Sans Pro Light" charset="0"/>
                <a:ea typeface="Source Sans Pro Light" charset="0"/>
                <a:cs typeface="Source Sans Pro Light" charset="0"/>
              </a:rPr>
              <a:t>Kernel UID  #1234</a:t>
            </a:r>
          </a:p>
          <a:p>
            <a:pPr algn="ctr"/>
            <a:r>
              <a:rPr lang="en-GB" sz="1000" dirty="0">
                <a:solidFill>
                  <a:schemeClr val="bg1"/>
                </a:solidFill>
                <a:latin typeface="Source Sans Pro Light" charset="0"/>
                <a:ea typeface="Source Sans Pro Light" charset="0"/>
                <a:cs typeface="Source Sans Pro Light" charset="0"/>
              </a:rPr>
              <a:t>- #foo  @2F2A73EF</a:t>
            </a:r>
          </a:p>
          <a:p>
            <a:pPr algn="ctr"/>
            <a:r>
              <a:rPr lang="en-GB" sz="1000" dirty="0">
                <a:solidFill>
                  <a:schemeClr val="bg1"/>
                </a:solidFill>
                <a:latin typeface="Source Sans Pro Light" charset="0"/>
                <a:ea typeface="Source Sans Pro Light" charset="0"/>
                <a:cs typeface="Source Sans Pro Light" charset="0"/>
              </a:rPr>
              <a:t>- #bar  @142A723F</a:t>
            </a:r>
          </a:p>
          <a:p>
            <a:pPr algn="ctr"/>
            <a:r>
              <a:rPr lang="en-GB" sz="1000" dirty="0">
                <a:solidFill>
                  <a:schemeClr val="bg1"/>
                </a:solidFill>
                <a:latin typeface="Source Sans Pro Light" charset="0"/>
                <a:ea typeface="Source Sans Pro Light" charset="0"/>
                <a:cs typeface="Source Sans Pro Light" charset="0"/>
              </a:rPr>
              <a:t>- #</a:t>
            </a:r>
            <a:r>
              <a:rPr lang="en-GB" sz="1000" dirty="0" err="1">
                <a:solidFill>
                  <a:schemeClr val="bg1"/>
                </a:solidFill>
                <a:latin typeface="Source Sans Pro Light" charset="0"/>
                <a:ea typeface="Source Sans Pro Light" charset="0"/>
                <a:cs typeface="Source Sans Pro Light" charset="0"/>
              </a:rPr>
              <a:t>zork</a:t>
            </a:r>
            <a:r>
              <a:rPr lang="en-GB" sz="1000" dirty="0">
                <a:solidFill>
                  <a:schemeClr val="bg1"/>
                </a:solidFill>
                <a:latin typeface="Source Sans Pro Light" charset="0"/>
                <a:ea typeface="Source Sans Pro Light" charset="0"/>
                <a:cs typeface="Source Sans Pro Light" charset="0"/>
              </a:rPr>
              <a:t> @4D2B73EF</a:t>
            </a:r>
          </a:p>
          <a:p>
            <a:pPr algn="ctr"/>
            <a:r>
              <a:rPr lang="en-GB" sz="1000" dirty="0">
                <a:solidFill>
                  <a:schemeClr val="bg1"/>
                </a:solidFill>
                <a:latin typeface="Source Sans Pro Light" charset="0"/>
                <a:ea typeface="Source Sans Pro Light" charset="0"/>
                <a:cs typeface="Source Sans Pro Light" charset="0"/>
              </a:rPr>
              <a:t>…</a:t>
            </a:r>
          </a:p>
          <a:p>
            <a:pPr algn="ctr"/>
            <a:endParaRPr lang="en-US" sz="1000" dirty="0">
              <a:solidFill>
                <a:schemeClr val="bg1"/>
              </a:solidFill>
              <a:latin typeface="Source Sans Pro Light" charset="0"/>
              <a:ea typeface="Source Sans Pro Light" charset="0"/>
              <a:cs typeface="Source Sans Pro Light" charset="0"/>
            </a:endParaRPr>
          </a:p>
        </p:txBody>
      </p:sp>
      <p:sp>
        <p:nvSpPr>
          <p:cNvPr id="21" name="ZoneTexte 152">
            <a:extLst>
              <a:ext uri="{FF2B5EF4-FFF2-40B4-BE49-F238E27FC236}">
                <a16:creationId xmlns:a16="http://schemas.microsoft.com/office/drawing/2014/main" id="{A3DF4645-07B1-F15E-6DF7-D384DD5FDA85}"/>
              </a:ext>
            </a:extLst>
          </p:cNvPr>
          <p:cNvSpPr txBox="1"/>
          <p:nvPr/>
        </p:nvSpPr>
        <p:spPr>
          <a:xfrm>
            <a:off x="4046722" y="2720696"/>
            <a:ext cx="2638864" cy="246221"/>
          </a:xfrm>
          <a:prstGeom prst="rect">
            <a:avLst/>
          </a:prstGeom>
          <a:noFill/>
        </p:spPr>
        <p:txBody>
          <a:bodyPr wrap="none" rtlCol="0">
            <a:spAutoFit/>
          </a:bodyPr>
          <a:lstStyle/>
          <a:p>
            <a:pPr algn="r">
              <a:defRPr/>
            </a:pPr>
            <a:r>
              <a:rPr lang="en-US" sz="1000" dirty="0">
                <a:solidFill>
                  <a:schemeClr val="tx2"/>
                </a:solidFill>
              </a:rPr>
              <a:t>Virtual Device + stripped ELF Executable (.out)</a:t>
            </a:r>
          </a:p>
        </p:txBody>
      </p:sp>
      <p:sp>
        <p:nvSpPr>
          <p:cNvPr id="22" name="Rounded Rectangle 24">
            <a:extLst>
              <a:ext uri="{FF2B5EF4-FFF2-40B4-BE49-F238E27FC236}">
                <a16:creationId xmlns:a16="http://schemas.microsoft.com/office/drawing/2014/main" id="{84859642-E7A5-0593-DB6C-AFB25D5A6223}"/>
              </a:ext>
            </a:extLst>
          </p:cNvPr>
          <p:cNvSpPr/>
          <p:nvPr/>
        </p:nvSpPr>
        <p:spPr>
          <a:xfrm>
            <a:off x="1786555" y="4714230"/>
            <a:ext cx="4309445" cy="385889"/>
          </a:xfrm>
          <a:prstGeom prst="roundRect">
            <a:avLst/>
          </a:prstGeom>
          <a:solidFill>
            <a:schemeClr val="tx1"/>
          </a:solidFill>
          <a:ln>
            <a:no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000" dirty="0">
                <a:solidFill>
                  <a:srgbClr val="FFFFFF"/>
                </a:solidFill>
                <a:latin typeface="Source Sans Pro Light" charset="0"/>
                <a:ea typeface="Source Sans Pro Light" charset="0"/>
                <a:cs typeface="Source Sans Pro Light" charset="0"/>
              </a:rPr>
              <a:t>SOAR Optimizer</a:t>
            </a:r>
          </a:p>
        </p:txBody>
      </p:sp>
      <p:cxnSp>
        <p:nvCxnSpPr>
          <p:cNvPr id="23" name="Connecteur droit avec flèche 148">
            <a:extLst>
              <a:ext uri="{FF2B5EF4-FFF2-40B4-BE49-F238E27FC236}">
                <a16:creationId xmlns:a16="http://schemas.microsoft.com/office/drawing/2014/main" id="{B8888437-8F8C-0747-B30A-46BB580AB798}"/>
              </a:ext>
            </a:extLst>
          </p:cNvPr>
          <p:cNvCxnSpPr/>
          <p:nvPr/>
        </p:nvCxnSpPr>
        <p:spPr>
          <a:xfrm flipH="1">
            <a:off x="5956478" y="2966917"/>
            <a:ext cx="0" cy="993552"/>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24" name="Rounded Rectangle 27">
            <a:extLst>
              <a:ext uri="{FF2B5EF4-FFF2-40B4-BE49-F238E27FC236}">
                <a16:creationId xmlns:a16="http://schemas.microsoft.com/office/drawing/2014/main" id="{92FF20E2-2190-9F46-C06A-3A261F7A54C6}"/>
              </a:ext>
            </a:extLst>
          </p:cNvPr>
          <p:cNvSpPr/>
          <p:nvPr/>
        </p:nvSpPr>
        <p:spPr>
          <a:xfrm>
            <a:off x="4117255" y="3960469"/>
            <a:ext cx="2612894" cy="385889"/>
          </a:xfrm>
          <a:prstGeom prst="roundRect">
            <a:avLst/>
          </a:prstGeom>
          <a:solidFill>
            <a:schemeClr val="tx1"/>
          </a:solidFill>
          <a:ln>
            <a:no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000" dirty="0">
                <a:solidFill>
                  <a:srgbClr val="FFFFFF"/>
                </a:solidFill>
                <a:latin typeface="Source Sans Pro Light" charset="0"/>
                <a:ea typeface="Source Sans Pro Light" charset="0"/>
                <a:cs typeface="Source Sans Pro Light" charset="0"/>
              </a:rPr>
              <a:t>Kernel Metadata Generator</a:t>
            </a:r>
          </a:p>
        </p:txBody>
      </p:sp>
      <p:cxnSp>
        <p:nvCxnSpPr>
          <p:cNvPr id="25" name="Connecteur droit avec flèche 148">
            <a:extLst>
              <a:ext uri="{FF2B5EF4-FFF2-40B4-BE49-F238E27FC236}">
                <a16:creationId xmlns:a16="http://schemas.microsoft.com/office/drawing/2014/main" id="{CA5FA80B-B793-0897-C914-B4289097FDCE}"/>
              </a:ext>
            </a:extLst>
          </p:cNvPr>
          <p:cNvCxnSpPr/>
          <p:nvPr/>
        </p:nvCxnSpPr>
        <p:spPr>
          <a:xfrm>
            <a:off x="5410942" y="4356473"/>
            <a:ext cx="0" cy="341721"/>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26" name="ZoneTexte 152">
            <a:extLst>
              <a:ext uri="{FF2B5EF4-FFF2-40B4-BE49-F238E27FC236}">
                <a16:creationId xmlns:a16="http://schemas.microsoft.com/office/drawing/2014/main" id="{2B2291E3-53D7-7DC4-23E1-B5B3D59E414F}"/>
              </a:ext>
            </a:extLst>
          </p:cNvPr>
          <p:cNvSpPr txBox="1"/>
          <p:nvPr/>
        </p:nvSpPr>
        <p:spPr>
          <a:xfrm>
            <a:off x="5391602" y="4428984"/>
            <a:ext cx="519694" cy="246221"/>
          </a:xfrm>
          <a:prstGeom prst="rect">
            <a:avLst/>
          </a:prstGeom>
          <a:noFill/>
        </p:spPr>
        <p:txBody>
          <a:bodyPr wrap="none" rtlCol="0">
            <a:spAutoFit/>
          </a:bodyPr>
          <a:lstStyle/>
          <a:p>
            <a:pPr>
              <a:defRPr/>
            </a:pPr>
            <a:r>
              <a:rPr lang="en-US" sz="1000" dirty="0">
                <a:solidFill>
                  <a:srgbClr val="97A7AF"/>
                </a:solidFill>
              </a:rPr>
              <a:t>(.</a:t>
            </a:r>
            <a:r>
              <a:rPr lang="en-US" sz="1000" dirty="0" err="1">
                <a:solidFill>
                  <a:srgbClr val="97A7AF"/>
                </a:solidFill>
              </a:rPr>
              <a:t>kdat</a:t>
            </a:r>
            <a:r>
              <a:rPr lang="en-US" sz="1000" dirty="0">
                <a:solidFill>
                  <a:srgbClr val="97A7AF"/>
                </a:solidFill>
              </a:rPr>
              <a:t>)</a:t>
            </a:r>
          </a:p>
        </p:txBody>
      </p:sp>
      <p:cxnSp>
        <p:nvCxnSpPr>
          <p:cNvPr id="27" name="Connecteur droit avec flèche 148">
            <a:extLst>
              <a:ext uri="{FF2B5EF4-FFF2-40B4-BE49-F238E27FC236}">
                <a16:creationId xmlns:a16="http://schemas.microsoft.com/office/drawing/2014/main" id="{9A2BA1F5-5487-4791-136C-26394368BB2E}"/>
              </a:ext>
            </a:extLst>
          </p:cNvPr>
          <p:cNvCxnSpPr/>
          <p:nvPr/>
        </p:nvCxnSpPr>
        <p:spPr>
          <a:xfrm flipH="1">
            <a:off x="2204599" y="3666569"/>
            <a:ext cx="3136" cy="1031625"/>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28" name="ZoneTexte 152">
            <a:extLst>
              <a:ext uri="{FF2B5EF4-FFF2-40B4-BE49-F238E27FC236}">
                <a16:creationId xmlns:a16="http://schemas.microsoft.com/office/drawing/2014/main" id="{E42F8EDC-FD3B-58D8-9025-675F73330F9D}"/>
              </a:ext>
            </a:extLst>
          </p:cNvPr>
          <p:cNvSpPr txBox="1"/>
          <p:nvPr/>
        </p:nvSpPr>
        <p:spPr>
          <a:xfrm>
            <a:off x="2151417" y="4407184"/>
            <a:ext cx="449162" cy="246221"/>
          </a:xfrm>
          <a:prstGeom prst="rect">
            <a:avLst/>
          </a:prstGeom>
          <a:noFill/>
        </p:spPr>
        <p:txBody>
          <a:bodyPr wrap="none" rtlCol="0">
            <a:spAutoFit/>
          </a:bodyPr>
          <a:lstStyle/>
          <a:p>
            <a:pPr>
              <a:defRPr/>
            </a:pPr>
            <a:r>
              <a:rPr lang="en-US" sz="1000" dirty="0">
                <a:solidFill>
                  <a:srgbClr val="97A7AF"/>
                </a:solidFill>
              </a:rPr>
              <a:t>(.</a:t>
            </a:r>
            <a:r>
              <a:rPr lang="en-US" sz="1000" dirty="0" err="1">
                <a:solidFill>
                  <a:srgbClr val="97A7AF"/>
                </a:solidFill>
              </a:rPr>
              <a:t>fso</a:t>
            </a:r>
            <a:r>
              <a:rPr lang="en-US" sz="1000" dirty="0">
                <a:solidFill>
                  <a:srgbClr val="97A7AF"/>
                </a:solidFill>
              </a:rPr>
              <a:t>)</a:t>
            </a:r>
          </a:p>
        </p:txBody>
      </p:sp>
      <p:cxnSp>
        <p:nvCxnSpPr>
          <p:cNvPr id="29" name="Connecteur droit avec flèche 148">
            <a:extLst>
              <a:ext uri="{FF2B5EF4-FFF2-40B4-BE49-F238E27FC236}">
                <a16:creationId xmlns:a16="http://schemas.microsoft.com/office/drawing/2014/main" id="{BE72463B-D739-F5CB-A397-A3FC986F5BF5}"/>
              </a:ext>
            </a:extLst>
          </p:cNvPr>
          <p:cNvCxnSpPr/>
          <p:nvPr/>
        </p:nvCxnSpPr>
        <p:spPr>
          <a:xfrm>
            <a:off x="3817724" y="5124257"/>
            <a:ext cx="0" cy="341721"/>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30" name="ZoneTexte 152">
            <a:extLst>
              <a:ext uri="{FF2B5EF4-FFF2-40B4-BE49-F238E27FC236}">
                <a16:creationId xmlns:a16="http://schemas.microsoft.com/office/drawing/2014/main" id="{E0A4CE71-AF95-265A-BBFC-565DF43A3A93}"/>
              </a:ext>
            </a:extLst>
          </p:cNvPr>
          <p:cNvSpPr txBox="1"/>
          <p:nvPr/>
        </p:nvSpPr>
        <p:spPr>
          <a:xfrm>
            <a:off x="10376590" y="3517323"/>
            <a:ext cx="474810" cy="246221"/>
          </a:xfrm>
          <a:prstGeom prst="rect">
            <a:avLst/>
          </a:prstGeom>
          <a:noFill/>
        </p:spPr>
        <p:txBody>
          <a:bodyPr wrap="none" rtlCol="0">
            <a:spAutoFit/>
          </a:bodyPr>
          <a:lstStyle/>
          <a:p>
            <a:pPr>
              <a:defRPr/>
            </a:pPr>
            <a:r>
              <a:rPr lang="en-US" sz="1000" b="1" dirty="0">
                <a:solidFill>
                  <a:srgbClr val="97A7AF"/>
                </a:solidFill>
              </a:rPr>
              <a:t>V2.fo</a:t>
            </a:r>
            <a:endParaRPr lang="en-US" sz="1000" dirty="0">
              <a:solidFill>
                <a:srgbClr val="97A7AF"/>
              </a:solidFill>
            </a:endParaRPr>
          </a:p>
        </p:txBody>
      </p:sp>
      <p:sp>
        <p:nvSpPr>
          <p:cNvPr id="31" name="Rounded Rectangle 34">
            <a:extLst>
              <a:ext uri="{FF2B5EF4-FFF2-40B4-BE49-F238E27FC236}">
                <a16:creationId xmlns:a16="http://schemas.microsoft.com/office/drawing/2014/main" id="{E1F903A9-4C2A-C14E-8E0E-1A5F9632820E}"/>
              </a:ext>
            </a:extLst>
          </p:cNvPr>
          <p:cNvSpPr/>
          <p:nvPr/>
        </p:nvSpPr>
        <p:spPr>
          <a:xfrm>
            <a:off x="3136747" y="5459415"/>
            <a:ext cx="1361954" cy="436265"/>
          </a:xfrm>
          <a:prstGeom prst="roundRect">
            <a:avLst>
              <a:gd name="adj" fmla="val 11196"/>
            </a:avLst>
          </a:prstGeom>
          <a:solidFill>
            <a:schemeClr val="accent4"/>
          </a:solidFill>
          <a:ln>
            <a:no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defRPr/>
            </a:pPr>
            <a:r>
              <a:rPr lang="en-US" sz="1000" dirty="0">
                <a:solidFill>
                  <a:srgbClr val="FFFFFF"/>
                </a:solidFill>
                <a:latin typeface="Source Sans Pro Light" charset="0"/>
                <a:ea typeface="Source Sans Pro Light" charset="0"/>
                <a:cs typeface="Source Sans Pro Light" charset="0"/>
              </a:rPr>
              <a:t>Feature Binary</a:t>
            </a:r>
          </a:p>
          <a:p>
            <a:pPr algn="ctr">
              <a:defRPr/>
            </a:pPr>
            <a:r>
              <a:rPr lang="en-US" sz="1000" dirty="0">
                <a:solidFill>
                  <a:srgbClr val="FFFFFF"/>
                </a:solidFill>
                <a:latin typeface="Source Sans Pro Light" charset="0"/>
                <a:ea typeface="Source Sans Pro Light" charset="0"/>
                <a:cs typeface="Source Sans Pro Light" charset="0"/>
              </a:rPr>
              <a:t>(Kernel Specific)</a:t>
            </a:r>
          </a:p>
        </p:txBody>
      </p:sp>
      <p:cxnSp>
        <p:nvCxnSpPr>
          <p:cNvPr id="32" name="Connecteur droit avec flèche 148">
            <a:extLst>
              <a:ext uri="{FF2B5EF4-FFF2-40B4-BE49-F238E27FC236}">
                <a16:creationId xmlns:a16="http://schemas.microsoft.com/office/drawing/2014/main" id="{9F17BA03-7DFE-345E-CC31-F1AB164FAD7B}"/>
              </a:ext>
            </a:extLst>
          </p:cNvPr>
          <p:cNvCxnSpPr/>
          <p:nvPr/>
        </p:nvCxnSpPr>
        <p:spPr>
          <a:xfrm>
            <a:off x="3159354" y="2951393"/>
            <a:ext cx="0" cy="329287"/>
          </a:xfrm>
          <a:prstGeom prst="straightConnector1">
            <a:avLst/>
          </a:prstGeom>
          <a:ln w="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35" name="Connecteur droit avec flèche 148">
            <a:extLst>
              <a:ext uri="{FF2B5EF4-FFF2-40B4-BE49-F238E27FC236}">
                <a16:creationId xmlns:a16="http://schemas.microsoft.com/office/drawing/2014/main" id="{17E3D4E4-E670-D971-CDB6-4445EB14DA83}"/>
              </a:ext>
            </a:extLst>
          </p:cNvPr>
          <p:cNvCxnSpPr/>
          <p:nvPr/>
        </p:nvCxnSpPr>
        <p:spPr>
          <a:xfrm>
            <a:off x="3817724" y="5891182"/>
            <a:ext cx="0" cy="341721"/>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grpSp>
        <p:nvGrpSpPr>
          <p:cNvPr id="76" name="Group 75">
            <a:extLst>
              <a:ext uri="{FF2B5EF4-FFF2-40B4-BE49-F238E27FC236}">
                <a16:creationId xmlns:a16="http://schemas.microsoft.com/office/drawing/2014/main" id="{983CACCA-63C9-10C0-EE8B-02A45E3E0932}"/>
              </a:ext>
            </a:extLst>
          </p:cNvPr>
          <p:cNvGrpSpPr/>
          <p:nvPr/>
        </p:nvGrpSpPr>
        <p:grpSpPr>
          <a:xfrm>
            <a:off x="8168488" y="1514931"/>
            <a:ext cx="776104" cy="683632"/>
            <a:chOff x="379356" y="1276935"/>
            <a:chExt cx="776104" cy="683632"/>
          </a:xfrm>
        </p:grpSpPr>
        <p:pic>
          <p:nvPicPr>
            <p:cNvPr id="77" name="Picture 76">
              <a:extLst>
                <a:ext uri="{FF2B5EF4-FFF2-40B4-BE49-F238E27FC236}">
                  <a16:creationId xmlns:a16="http://schemas.microsoft.com/office/drawing/2014/main" id="{C4EE529B-8B6F-C7EA-A222-7F4828A09FC8}"/>
                </a:ext>
              </a:extLst>
            </p:cNvPr>
            <p:cNvPicPr>
              <a:picLocks noChangeAspect="1"/>
            </p:cNvPicPr>
            <p:nvPr/>
          </p:nvPicPr>
          <p:blipFill>
            <a:blip r:embed="rId3" cstate="print">
              <a:grayscl/>
              <a:extLst>
                <a:ext uri="{28A0092B-C50C-407E-A947-70E740481C1C}">
                  <a14:useLocalDpi xmlns:a14="http://schemas.microsoft.com/office/drawing/2010/main" val="0"/>
                </a:ext>
              </a:extLst>
            </a:blip>
            <a:stretch>
              <a:fillRect/>
            </a:stretch>
          </p:blipFill>
          <p:spPr>
            <a:xfrm>
              <a:off x="379356" y="1276935"/>
              <a:ext cx="776104" cy="683632"/>
            </a:xfrm>
            <a:prstGeom prst="rect">
              <a:avLst/>
            </a:prstGeom>
          </p:spPr>
        </p:pic>
        <p:pic>
          <p:nvPicPr>
            <p:cNvPr id="78" name="Picture 77">
              <a:extLst>
                <a:ext uri="{FF2B5EF4-FFF2-40B4-BE49-F238E27FC236}">
                  <a16:creationId xmlns:a16="http://schemas.microsoft.com/office/drawing/2014/main" id="{EA175BA5-F950-F1DF-C829-94E0B902B1E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36497" y="1388352"/>
              <a:ext cx="453545" cy="457188"/>
            </a:xfrm>
            <a:prstGeom prst="rect">
              <a:avLst/>
            </a:prstGeom>
          </p:spPr>
        </p:pic>
      </p:grpSp>
      <p:sp>
        <p:nvSpPr>
          <p:cNvPr id="89" name="Rounded Rectangle 24">
            <a:extLst>
              <a:ext uri="{FF2B5EF4-FFF2-40B4-BE49-F238E27FC236}">
                <a16:creationId xmlns:a16="http://schemas.microsoft.com/office/drawing/2014/main" id="{0B0127CF-F7EE-23F3-9B54-4CDC23D8B263}"/>
              </a:ext>
            </a:extLst>
          </p:cNvPr>
          <p:cNvSpPr/>
          <p:nvPr/>
        </p:nvSpPr>
        <p:spPr>
          <a:xfrm>
            <a:off x="3136747" y="6243153"/>
            <a:ext cx="1358308" cy="385889"/>
          </a:xfrm>
          <a:prstGeom prst="roundRect">
            <a:avLst/>
          </a:prstGeom>
          <a:solidFill>
            <a:schemeClr val="tx1"/>
          </a:solidFill>
          <a:ln>
            <a:no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000" dirty="0">
                <a:solidFill>
                  <a:srgbClr val="FFFFFF"/>
                </a:solidFill>
                <a:latin typeface="Source Sans Pro Light" charset="0"/>
                <a:ea typeface="Source Sans Pro Light" charset="0"/>
                <a:cs typeface="Source Sans Pro Light" charset="0"/>
              </a:rPr>
              <a:t>Patched .</a:t>
            </a:r>
            <a:r>
              <a:rPr lang="en-US" sz="1000" dirty="0" err="1">
                <a:solidFill>
                  <a:srgbClr val="FFFFFF"/>
                </a:solidFill>
                <a:latin typeface="Source Sans Pro Light" charset="0"/>
                <a:ea typeface="Source Sans Pro Light" charset="0"/>
                <a:cs typeface="Source Sans Pro Light" charset="0"/>
              </a:rPr>
              <a:t>fo</a:t>
            </a:r>
            <a:r>
              <a:rPr lang="en-US" sz="1000" dirty="0">
                <a:solidFill>
                  <a:srgbClr val="FFFFFF"/>
                </a:solidFill>
                <a:latin typeface="Source Sans Pro Light" charset="0"/>
                <a:ea typeface="Source Sans Pro Light" charset="0"/>
                <a:cs typeface="Source Sans Pro Light" charset="0"/>
              </a:rPr>
              <a:t> generator</a:t>
            </a:r>
          </a:p>
        </p:txBody>
      </p:sp>
      <p:cxnSp>
        <p:nvCxnSpPr>
          <p:cNvPr id="90" name="Connecteur droit avec flèche 148">
            <a:extLst>
              <a:ext uri="{FF2B5EF4-FFF2-40B4-BE49-F238E27FC236}">
                <a16:creationId xmlns:a16="http://schemas.microsoft.com/office/drawing/2014/main" id="{DC982F12-52CF-1DF0-EAA5-B0EBB82A7E23}"/>
              </a:ext>
            </a:extLst>
          </p:cNvPr>
          <p:cNvCxnSpPr>
            <a:cxnSpLocks/>
          </p:cNvCxnSpPr>
          <p:nvPr/>
        </p:nvCxnSpPr>
        <p:spPr>
          <a:xfrm>
            <a:off x="2407622" y="6453337"/>
            <a:ext cx="729125" cy="0"/>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94" name="Connecteur droit avec flèche 148">
            <a:extLst>
              <a:ext uri="{FF2B5EF4-FFF2-40B4-BE49-F238E27FC236}">
                <a16:creationId xmlns:a16="http://schemas.microsoft.com/office/drawing/2014/main" id="{5287C054-48E5-CE58-E5D2-1370D611C873}"/>
              </a:ext>
            </a:extLst>
          </p:cNvPr>
          <p:cNvCxnSpPr>
            <a:cxnSpLocks/>
          </p:cNvCxnSpPr>
          <p:nvPr/>
        </p:nvCxnSpPr>
        <p:spPr>
          <a:xfrm>
            <a:off x="4495055" y="6453337"/>
            <a:ext cx="608515" cy="0"/>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pic>
        <p:nvPicPr>
          <p:cNvPr id="96" name="Picture 95">
            <a:extLst>
              <a:ext uri="{FF2B5EF4-FFF2-40B4-BE49-F238E27FC236}">
                <a16:creationId xmlns:a16="http://schemas.microsoft.com/office/drawing/2014/main" id="{2334782F-8623-EDF4-FB72-0EFD45E9880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022108" y="5638661"/>
            <a:ext cx="1145900" cy="1145900"/>
          </a:xfrm>
          <a:prstGeom prst="rect">
            <a:avLst/>
          </a:prstGeom>
        </p:spPr>
      </p:pic>
      <p:sp>
        <p:nvSpPr>
          <p:cNvPr id="97" name="ZoneTexte 152">
            <a:extLst>
              <a:ext uri="{FF2B5EF4-FFF2-40B4-BE49-F238E27FC236}">
                <a16:creationId xmlns:a16="http://schemas.microsoft.com/office/drawing/2014/main" id="{F49C5367-23E2-1C14-8E9C-03851585AB5E}"/>
              </a:ext>
            </a:extLst>
          </p:cNvPr>
          <p:cNvSpPr txBox="1"/>
          <p:nvPr/>
        </p:nvSpPr>
        <p:spPr>
          <a:xfrm>
            <a:off x="5050034" y="5798045"/>
            <a:ext cx="1064366" cy="830997"/>
          </a:xfrm>
          <a:prstGeom prst="rect">
            <a:avLst/>
          </a:prstGeom>
          <a:noFill/>
        </p:spPr>
        <p:txBody>
          <a:bodyPr wrap="square" rtlCol="0">
            <a:spAutoFit/>
          </a:bodyPr>
          <a:lstStyle/>
          <a:p>
            <a:pPr algn="ctr">
              <a:defRPr/>
            </a:pPr>
            <a:r>
              <a:rPr lang="en-US" sz="1200" dirty="0">
                <a:solidFill>
                  <a:srgbClr val="97A7AF"/>
                </a:solidFill>
                <a:latin typeface="+mj-lt"/>
                <a:ea typeface="Source Sans Pro Light" panose="020B0403030403020204" pitchFamily="34" charset="0"/>
              </a:rPr>
              <a:t>App</a:t>
            </a:r>
            <a:br>
              <a:rPr lang="en-US" sz="1200" b="1" dirty="0">
                <a:solidFill>
                  <a:srgbClr val="97A7AF"/>
                </a:solidFill>
                <a:latin typeface="+mj-lt"/>
                <a:ea typeface="Source Sans Pro Light" panose="020B0403030403020204" pitchFamily="34" charset="0"/>
              </a:rPr>
            </a:br>
            <a:r>
              <a:rPr lang="en-US" sz="1200" b="1" dirty="0">
                <a:solidFill>
                  <a:srgbClr val="97A7AF"/>
                </a:solidFill>
                <a:latin typeface="+mj-lt"/>
                <a:ea typeface="Source Sans Pro Light" panose="020B0403030403020204" pitchFamily="34" charset="0"/>
              </a:rPr>
              <a:t>V2.</a:t>
            </a:r>
            <a:br>
              <a:rPr lang="en-US" sz="1200" b="1" dirty="0">
                <a:solidFill>
                  <a:srgbClr val="97A7AF"/>
                </a:solidFill>
                <a:latin typeface="+mj-lt"/>
                <a:ea typeface="Source Sans Pro Light" panose="020B0403030403020204" pitchFamily="34" charset="0"/>
              </a:rPr>
            </a:br>
            <a:r>
              <a:rPr lang="en-US" sz="1200" b="1" dirty="0">
                <a:solidFill>
                  <a:srgbClr val="97A7AF"/>
                </a:solidFill>
                <a:latin typeface="+mj-lt"/>
                <a:ea typeface="Source Sans Pro Light" panose="020B0403030403020204" pitchFamily="34" charset="0"/>
              </a:rPr>
              <a:t>patched.</a:t>
            </a:r>
            <a:br>
              <a:rPr lang="en-US" sz="1200" b="1" dirty="0">
                <a:solidFill>
                  <a:srgbClr val="97A7AF"/>
                </a:solidFill>
                <a:latin typeface="+mj-lt"/>
                <a:ea typeface="Source Sans Pro Light" panose="020B0403030403020204" pitchFamily="34" charset="0"/>
              </a:rPr>
            </a:br>
            <a:r>
              <a:rPr lang="en-US" sz="1200" b="1" dirty="0" err="1">
                <a:solidFill>
                  <a:srgbClr val="97A7AF"/>
                </a:solidFill>
                <a:latin typeface="+mj-lt"/>
                <a:ea typeface="Source Sans Pro Light" panose="020B0403030403020204" pitchFamily="34" charset="0"/>
              </a:rPr>
              <a:t>fo</a:t>
            </a:r>
            <a:endParaRPr lang="en-US" sz="1200" b="1" dirty="0">
              <a:solidFill>
                <a:srgbClr val="97A7AF"/>
              </a:solidFill>
              <a:latin typeface="+mj-lt"/>
              <a:ea typeface="Source Sans Pro Light" panose="020B0403030403020204" pitchFamily="34" charset="0"/>
            </a:endParaRPr>
          </a:p>
        </p:txBody>
      </p:sp>
      <p:sp>
        <p:nvSpPr>
          <p:cNvPr id="100" name="Snip Same Side Corner Rectangle 93">
            <a:extLst>
              <a:ext uri="{FF2B5EF4-FFF2-40B4-BE49-F238E27FC236}">
                <a16:creationId xmlns:a16="http://schemas.microsoft.com/office/drawing/2014/main" id="{0F8B5EAF-5B7D-B5E4-74C3-8D104DB85AEC}"/>
              </a:ext>
            </a:extLst>
          </p:cNvPr>
          <p:cNvSpPr/>
          <p:nvPr/>
        </p:nvSpPr>
        <p:spPr>
          <a:xfrm>
            <a:off x="10783811" y="2001855"/>
            <a:ext cx="948525" cy="975624"/>
          </a:xfrm>
          <a:prstGeom prst="snip2SameRect">
            <a:avLst>
              <a:gd name="adj1" fmla="val 3239"/>
              <a:gd name="adj2" fmla="val 0"/>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tIns="0" bIns="36000" rtlCol="0" anchor="t">
            <a:noAutofit/>
          </a:bodyPr>
          <a:lstStyle/>
          <a:p>
            <a:pPr algn="ctr"/>
            <a:r>
              <a:rPr lang="en-US" sz="1200" dirty="0" err="1">
                <a:solidFill>
                  <a:schemeClr val="tx2"/>
                </a:solidFill>
                <a:latin typeface="Source Sans Pro Light" charset="0"/>
                <a:ea typeface="Source Sans Pro Light" charset="0"/>
                <a:cs typeface="Source Sans Pro Light" charset="0"/>
              </a:rPr>
              <a:t>FileSystem</a:t>
            </a:r>
            <a:endParaRPr lang="en-US" sz="1200" dirty="0">
              <a:solidFill>
                <a:schemeClr val="tx2"/>
              </a:solidFill>
              <a:latin typeface="Source Sans Pro Light" charset="0"/>
              <a:ea typeface="Source Sans Pro Light" charset="0"/>
              <a:cs typeface="Source Sans Pro Light" charset="0"/>
            </a:endParaRPr>
          </a:p>
        </p:txBody>
      </p:sp>
      <p:pic>
        <p:nvPicPr>
          <p:cNvPr id="85" name="Picture 84">
            <a:extLst>
              <a:ext uri="{FF2B5EF4-FFF2-40B4-BE49-F238E27FC236}">
                <a16:creationId xmlns:a16="http://schemas.microsoft.com/office/drawing/2014/main" id="{55E41A58-1527-F60A-6C64-0B5FE5AD180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878583" y="2203508"/>
            <a:ext cx="738987" cy="738987"/>
          </a:xfrm>
          <a:prstGeom prst="rect">
            <a:avLst/>
          </a:prstGeom>
        </p:spPr>
      </p:pic>
      <p:sp>
        <p:nvSpPr>
          <p:cNvPr id="86" name="ZoneTexte 152">
            <a:extLst>
              <a:ext uri="{FF2B5EF4-FFF2-40B4-BE49-F238E27FC236}">
                <a16:creationId xmlns:a16="http://schemas.microsoft.com/office/drawing/2014/main" id="{67721032-AEFD-DF75-6D85-9F1AC1993CC9}"/>
              </a:ext>
            </a:extLst>
          </p:cNvPr>
          <p:cNvSpPr txBox="1"/>
          <p:nvPr/>
        </p:nvSpPr>
        <p:spPr>
          <a:xfrm>
            <a:off x="11002181" y="2347057"/>
            <a:ext cx="505267" cy="430887"/>
          </a:xfrm>
          <a:prstGeom prst="rect">
            <a:avLst/>
          </a:prstGeom>
          <a:noFill/>
        </p:spPr>
        <p:txBody>
          <a:bodyPr wrap="none" rtlCol="0">
            <a:spAutoFit/>
          </a:bodyPr>
          <a:lstStyle/>
          <a:p>
            <a:pPr algn="ctr">
              <a:defRPr/>
            </a:pPr>
            <a:r>
              <a:rPr lang="en-US" sz="1100" dirty="0">
                <a:solidFill>
                  <a:srgbClr val="97A7AF"/>
                </a:solidFill>
                <a:latin typeface="+mj-lt"/>
                <a:ea typeface="Source Sans Pro Light" panose="020B0403030403020204" pitchFamily="34" charset="0"/>
              </a:rPr>
              <a:t>App</a:t>
            </a:r>
            <a:br>
              <a:rPr lang="en-US" sz="1100" b="1" dirty="0">
                <a:solidFill>
                  <a:srgbClr val="97A7AF"/>
                </a:solidFill>
                <a:latin typeface="+mj-lt"/>
                <a:ea typeface="Source Sans Pro Light" panose="020B0403030403020204" pitchFamily="34" charset="0"/>
              </a:rPr>
            </a:br>
            <a:r>
              <a:rPr lang="en-US" sz="1100" b="1" dirty="0">
                <a:solidFill>
                  <a:srgbClr val="97A7AF"/>
                </a:solidFill>
                <a:latin typeface="+mj-lt"/>
                <a:ea typeface="Source Sans Pro Light" panose="020B0403030403020204" pitchFamily="34" charset="0"/>
              </a:rPr>
              <a:t>V1.fo</a:t>
            </a:r>
          </a:p>
        </p:txBody>
      </p:sp>
      <p:sp>
        <p:nvSpPr>
          <p:cNvPr id="106" name="Rectangle 105">
            <a:extLst>
              <a:ext uri="{FF2B5EF4-FFF2-40B4-BE49-F238E27FC236}">
                <a16:creationId xmlns:a16="http://schemas.microsoft.com/office/drawing/2014/main" id="{503079DC-5130-D42D-55FF-B6C609B55373}"/>
              </a:ext>
            </a:extLst>
          </p:cNvPr>
          <p:cNvSpPr/>
          <p:nvPr/>
        </p:nvSpPr>
        <p:spPr>
          <a:xfrm>
            <a:off x="6843833" y="2977478"/>
            <a:ext cx="1005749" cy="1314125"/>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r>
              <a:rPr lang="en-US" sz="1400" dirty="0">
                <a:solidFill>
                  <a:schemeClr val="tx2"/>
                </a:solidFill>
                <a:latin typeface="Source Sans Pro Light" panose="020B0403030403020204" pitchFamily="34" charset="77"/>
                <a:ea typeface="Source Sans Pro" panose="020B0503030403020204" pitchFamily="34" charset="0"/>
              </a:rPr>
              <a:t>Deploy</a:t>
            </a:r>
          </a:p>
          <a:p>
            <a:pPr algn="ctr"/>
            <a:r>
              <a:rPr lang="en-US" sz="1400" b="1" dirty="0">
                <a:solidFill>
                  <a:schemeClr val="tx2"/>
                </a:solidFill>
                <a:latin typeface="Source Sans Pro Light" panose="020B0403030403020204" pitchFamily="34" charset="77"/>
                <a:ea typeface="Source Sans Pro" panose="020B0503030403020204" pitchFamily="34" charset="0"/>
              </a:rPr>
              <a:t>V2.patch.fo</a:t>
            </a:r>
          </a:p>
        </p:txBody>
      </p:sp>
      <p:sp>
        <p:nvSpPr>
          <p:cNvPr id="107" name="Arrow: Striped Right 106">
            <a:extLst>
              <a:ext uri="{FF2B5EF4-FFF2-40B4-BE49-F238E27FC236}">
                <a16:creationId xmlns:a16="http://schemas.microsoft.com/office/drawing/2014/main" id="{2EBED60B-E594-7244-05AA-1FC91B8FCEA8}"/>
              </a:ext>
            </a:extLst>
          </p:cNvPr>
          <p:cNvSpPr/>
          <p:nvPr/>
        </p:nvSpPr>
        <p:spPr>
          <a:xfrm>
            <a:off x="7007785" y="3218870"/>
            <a:ext cx="677844" cy="489646"/>
          </a:xfrm>
          <a:prstGeom prst="stripedRightArrow">
            <a:avLst>
              <a:gd name="adj1" fmla="val 45181"/>
              <a:gd name="adj2" fmla="val 50000"/>
            </a:avLst>
          </a:prstGeom>
          <a:solidFill>
            <a:schemeClr val="bg1"/>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tx2"/>
              </a:solidFill>
              <a:latin typeface="Source Sans Pro Light" panose="020B0403030403020204" pitchFamily="34" charset="77"/>
              <a:ea typeface="Source Sans Pro" panose="020B0503030403020204" pitchFamily="34" charset="0"/>
            </a:endParaRPr>
          </a:p>
        </p:txBody>
      </p:sp>
      <p:sp>
        <p:nvSpPr>
          <p:cNvPr id="108" name="Rounded Rectangle 24">
            <a:extLst>
              <a:ext uri="{FF2B5EF4-FFF2-40B4-BE49-F238E27FC236}">
                <a16:creationId xmlns:a16="http://schemas.microsoft.com/office/drawing/2014/main" id="{3E2BC718-8E56-4DF5-446C-C1BF45C1C5C4}"/>
              </a:ext>
            </a:extLst>
          </p:cNvPr>
          <p:cNvSpPr/>
          <p:nvPr/>
        </p:nvSpPr>
        <p:spPr>
          <a:xfrm>
            <a:off x="9059414" y="3145357"/>
            <a:ext cx="2672918" cy="385889"/>
          </a:xfrm>
          <a:prstGeom prst="roundRect">
            <a:avLst/>
          </a:prstGeom>
          <a:solidFill>
            <a:schemeClr val="tx1"/>
          </a:solidFill>
          <a:ln>
            <a:no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000" dirty="0" err="1">
                <a:solidFill>
                  <a:srgbClr val="FFFFFF"/>
                </a:solidFill>
                <a:latin typeface="Source Sans Pro Light" charset="0"/>
                <a:ea typeface="Source Sans Pro Light" charset="0"/>
                <a:cs typeface="Source Sans Pro Light" charset="0"/>
              </a:rPr>
              <a:t>BsPatch</a:t>
            </a:r>
            <a:endParaRPr lang="en-US" sz="1000" dirty="0">
              <a:solidFill>
                <a:srgbClr val="FFFFFF"/>
              </a:solidFill>
              <a:latin typeface="Source Sans Pro Light" charset="0"/>
              <a:ea typeface="Source Sans Pro Light" charset="0"/>
              <a:cs typeface="Source Sans Pro Light" charset="0"/>
            </a:endParaRPr>
          </a:p>
        </p:txBody>
      </p:sp>
      <p:sp>
        <p:nvSpPr>
          <p:cNvPr id="109" name="Rounded Rectangle 34">
            <a:extLst>
              <a:ext uri="{FF2B5EF4-FFF2-40B4-BE49-F238E27FC236}">
                <a16:creationId xmlns:a16="http://schemas.microsoft.com/office/drawing/2014/main" id="{D969187A-33C6-5E68-EA4B-387A2A750096}"/>
              </a:ext>
            </a:extLst>
          </p:cNvPr>
          <p:cNvSpPr/>
          <p:nvPr/>
        </p:nvSpPr>
        <p:spPr>
          <a:xfrm>
            <a:off x="9713138" y="3742336"/>
            <a:ext cx="1361954" cy="436265"/>
          </a:xfrm>
          <a:prstGeom prst="roundRect">
            <a:avLst>
              <a:gd name="adj" fmla="val 11196"/>
            </a:avLst>
          </a:prstGeom>
          <a:solidFill>
            <a:schemeClr val="accent4"/>
          </a:solidFill>
          <a:ln>
            <a:no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defRPr/>
            </a:pPr>
            <a:r>
              <a:rPr lang="en-US" sz="1000" dirty="0">
                <a:solidFill>
                  <a:srgbClr val="FFFFFF"/>
                </a:solidFill>
                <a:latin typeface="Source Sans Pro Light" charset="0"/>
                <a:ea typeface="Source Sans Pro Light" charset="0"/>
                <a:cs typeface="Source Sans Pro Light" charset="0"/>
              </a:rPr>
              <a:t>Feature Binary</a:t>
            </a:r>
          </a:p>
        </p:txBody>
      </p:sp>
      <p:cxnSp>
        <p:nvCxnSpPr>
          <p:cNvPr id="110" name="Connecteur droit avec flèche 148">
            <a:extLst>
              <a:ext uri="{FF2B5EF4-FFF2-40B4-BE49-F238E27FC236}">
                <a16:creationId xmlns:a16="http://schemas.microsoft.com/office/drawing/2014/main" id="{165F6DC4-3DD4-1F4B-B7B5-4365496080CE}"/>
              </a:ext>
            </a:extLst>
          </p:cNvPr>
          <p:cNvCxnSpPr>
            <a:cxnSpLocks/>
          </p:cNvCxnSpPr>
          <p:nvPr/>
        </p:nvCxnSpPr>
        <p:spPr>
          <a:xfrm>
            <a:off x="9346504" y="2727070"/>
            <a:ext cx="0" cy="418287"/>
          </a:xfrm>
          <a:prstGeom prst="straightConnector1">
            <a:avLst/>
          </a:prstGeom>
          <a:ln w="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112" name="Connecteur droit avec flèche 148">
            <a:extLst>
              <a:ext uri="{FF2B5EF4-FFF2-40B4-BE49-F238E27FC236}">
                <a16:creationId xmlns:a16="http://schemas.microsoft.com/office/drawing/2014/main" id="{665198EA-620E-858D-4C1E-0FC26FE86D0E}"/>
              </a:ext>
            </a:extLst>
          </p:cNvPr>
          <p:cNvCxnSpPr>
            <a:cxnSpLocks/>
          </p:cNvCxnSpPr>
          <p:nvPr/>
        </p:nvCxnSpPr>
        <p:spPr>
          <a:xfrm>
            <a:off x="11307101" y="2977478"/>
            <a:ext cx="0" cy="167879"/>
          </a:xfrm>
          <a:prstGeom prst="straightConnector1">
            <a:avLst/>
          </a:prstGeom>
          <a:ln w="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114" name="Connecteur droit avec flèche 148">
            <a:extLst>
              <a:ext uri="{FF2B5EF4-FFF2-40B4-BE49-F238E27FC236}">
                <a16:creationId xmlns:a16="http://schemas.microsoft.com/office/drawing/2014/main" id="{0AF2753B-293D-09BC-7F26-98C3810AB5A4}"/>
              </a:ext>
            </a:extLst>
          </p:cNvPr>
          <p:cNvCxnSpPr>
            <a:cxnSpLocks/>
            <a:endCxn id="109" idx="0"/>
          </p:cNvCxnSpPr>
          <p:nvPr/>
        </p:nvCxnSpPr>
        <p:spPr>
          <a:xfrm flipH="1">
            <a:off x="10394115" y="3531246"/>
            <a:ext cx="1926" cy="211090"/>
          </a:xfrm>
          <a:prstGeom prst="straightConnector1">
            <a:avLst/>
          </a:prstGeom>
          <a:ln w="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116" name="Connecteur droit avec flèche 148">
            <a:extLst>
              <a:ext uri="{FF2B5EF4-FFF2-40B4-BE49-F238E27FC236}">
                <a16:creationId xmlns:a16="http://schemas.microsoft.com/office/drawing/2014/main" id="{5F48D78A-AE4D-BA43-7FE5-7D203B75D990}"/>
              </a:ext>
            </a:extLst>
          </p:cNvPr>
          <p:cNvCxnSpPr>
            <a:cxnSpLocks/>
          </p:cNvCxnSpPr>
          <p:nvPr/>
        </p:nvCxnSpPr>
        <p:spPr>
          <a:xfrm flipH="1">
            <a:off x="10394115" y="4178601"/>
            <a:ext cx="1926" cy="211090"/>
          </a:xfrm>
          <a:prstGeom prst="straightConnector1">
            <a:avLst/>
          </a:prstGeom>
          <a:ln w="0">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117" name="TextBox 116">
            <a:extLst>
              <a:ext uri="{FF2B5EF4-FFF2-40B4-BE49-F238E27FC236}">
                <a16:creationId xmlns:a16="http://schemas.microsoft.com/office/drawing/2014/main" id="{9665481F-7524-5C0E-9803-16570012F61B}"/>
              </a:ext>
            </a:extLst>
          </p:cNvPr>
          <p:cNvSpPr txBox="1"/>
          <p:nvPr/>
        </p:nvSpPr>
        <p:spPr>
          <a:xfrm>
            <a:off x="9374919" y="4372433"/>
            <a:ext cx="2061052" cy="400110"/>
          </a:xfrm>
          <a:prstGeom prst="rect">
            <a:avLst/>
          </a:prstGeom>
          <a:noFill/>
        </p:spPr>
        <p:txBody>
          <a:bodyPr wrap="square" rtlCol="0">
            <a:spAutoFit/>
          </a:bodyPr>
          <a:lstStyle/>
          <a:p>
            <a:pPr algn="ctr"/>
            <a:r>
              <a:rPr lang="en-US" sz="1000" dirty="0">
                <a:solidFill>
                  <a:schemeClr val="tx2"/>
                </a:solidFill>
                <a:latin typeface="Source Sans Pro" charset="0"/>
                <a:ea typeface="Source Sans Pro" charset="0"/>
                <a:cs typeface="Source Sans Pro" charset="0"/>
              </a:rPr>
              <a:t>Dynamic install using </a:t>
            </a:r>
            <a:r>
              <a:rPr lang="en-US" sz="1000" dirty="0" err="1">
                <a:solidFill>
                  <a:schemeClr val="tx2"/>
                </a:solidFill>
                <a:latin typeface="Consolas" panose="020B0609020204030204" pitchFamily="49" charset="0"/>
                <a:ea typeface="Source Sans Pro" charset="0"/>
                <a:cs typeface="Source Sans Pro" charset="0"/>
              </a:rPr>
              <a:t>Kernel.install</a:t>
            </a:r>
            <a:r>
              <a:rPr lang="en-US" sz="1000" dirty="0">
                <a:solidFill>
                  <a:schemeClr val="tx2"/>
                </a:solidFill>
                <a:latin typeface="Consolas" panose="020B0609020204030204" pitchFamily="49" charset="0"/>
                <a:ea typeface="Source Sans Pro" charset="0"/>
                <a:cs typeface="Source Sans Pro" charset="0"/>
              </a:rPr>
              <a:t>(</a:t>
            </a:r>
            <a:r>
              <a:rPr lang="en-US" sz="1000" dirty="0" err="1">
                <a:solidFill>
                  <a:schemeClr val="tx2"/>
                </a:solidFill>
                <a:latin typeface="Consolas" panose="020B0609020204030204" pitchFamily="49" charset="0"/>
                <a:ea typeface="Source Sans Pro" charset="0"/>
                <a:cs typeface="Source Sans Pro" charset="0"/>
              </a:rPr>
              <a:t>InputStream</a:t>
            </a:r>
            <a:r>
              <a:rPr lang="en-US" sz="1000" dirty="0">
                <a:solidFill>
                  <a:schemeClr val="tx2"/>
                </a:solidFill>
                <a:latin typeface="Source Sans Pro" charset="0"/>
                <a:ea typeface="Source Sans Pro" charset="0"/>
                <a:cs typeface="Source Sans Pro" charset="0"/>
              </a:rPr>
              <a:t>)</a:t>
            </a:r>
          </a:p>
        </p:txBody>
      </p:sp>
      <p:sp>
        <p:nvSpPr>
          <p:cNvPr id="3" name="TextBox 2">
            <a:extLst>
              <a:ext uri="{FF2B5EF4-FFF2-40B4-BE49-F238E27FC236}">
                <a16:creationId xmlns:a16="http://schemas.microsoft.com/office/drawing/2014/main" id="{3C9DA688-C598-2350-BC12-73F4FE752C7C}"/>
              </a:ext>
            </a:extLst>
          </p:cNvPr>
          <p:cNvSpPr txBox="1"/>
          <p:nvPr/>
        </p:nvSpPr>
        <p:spPr>
          <a:xfrm>
            <a:off x="1141247" y="853756"/>
            <a:ext cx="4561639" cy="307777"/>
          </a:xfrm>
          <a:prstGeom prst="rect">
            <a:avLst/>
          </a:prstGeom>
          <a:noFill/>
        </p:spPr>
        <p:txBody>
          <a:bodyPr vert="horz" wrap="square" lIns="0" tIns="0" rIns="0" bIns="0" numCol="1" spcCol="288000" rtlCol="0" anchor="t" anchorCtr="0">
            <a:spAutoFit/>
          </a:bodyPr>
          <a:lstStyle/>
          <a:p>
            <a:pPr algn="ctr">
              <a:spcBef>
                <a:spcPts val="0"/>
              </a:spcBef>
              <a:spcAft>
                <a:spcPts val="600"/>
              </a:spcAft>
            </a:pPr>
            <a:r>
              <a:rPr lang="en-US" sz="2000" b="1" i="0" spc="0" dirty="0">
                <a:ln>
                  <a:noFill/>
                </a:ln>
                <a:solidFill>
                  <a:schemeClr val="tx2"/>
                </a:solidFill>
                <a:latin typeface="+mj-lt"/>
                <a:ea typeface="Source Sans Pro Light" charset="0"/>
                <a:cs typeface="Source Sans Pro Light" charset="0"/>
              </a:rPr>
              <a:t>DEVELOPER WORKSTATION </a:t>
            </a:r>
            <a:r>
              <a:rPr lang="en-US" sz="2000" b="1" dirty="0">
                <a:solidFill>
                  <a:schemeClr val="tx2"/>
                </a:solidFill>
                <a:latin typeface="+mj-lt"/>
                <a:ea typeface="Source Sans Pro Light" charset="0"/>
                <a:cs typeface="Source Sans Pro Light" charset="0"/>
              </a:rPr>
              <a:t>or</a:t>
            </a:r>
            <a:r>
              <a:rPr lang="en-US" sz="2000" b="1" i="0" spc="0" dirty="0">
                <a:ln>
                  <a:noFill/>
                </a:ln>
                <a:solidFill>
                  <a:schemeClr val="tx2"/>
                </a:solidFill>
                <a:latin typeface="+mj-lt"/>
                <a:ea typeface="Source Sans Pro Light" charset="0"/>
                <a:cs typeface="Source Sans Pro Light" charset="0"/>
              </a:rPr>
              <a:t> CI/CD</a:t>
            </a:r>
          </a:p>
        </p:txBody>
      </p:sp>
      <p:sp>
        <p:nvSpPr>
          <p:cNvPr id="33" name="TextBox 32">
            <a:extLst>
              <a:ext uri="{FF2B5EF4-FFF2-40B4-BE49-F238E27FC236}">
                <a16:creationId xmlns:a16="http://schemas.microsoft.com/office/drawing/2014/main" id="{C82E6E64-4BA2-AB8A-0844-67FE85DAFE4B}"/>
              </a:ext>
            </a:extLst>
          </p:cNvPr>
          <p:cNvSpPr txBox="1"/>
          <p:nvPr/>
        </p:nvSpPr>
        <p:spPr>
          <a:xfrm>
            <a:off x="8293474" y="840620"/>
            <a:ext cx="3787633" cy="307777"/>
          </a:xfrm>
          <a:prstGeom prst="rect">
            <a:avLst/>
          </a:prstGeom>
          <a:noFill/>
        </p:spPr>
        <p:txBody>
          <a:bodyPr vert="horz" wrap="square" lIns="0" tIns="0" rIns="0" bIns="0" numCol="1" spcCol="288000" rtlCol="0" anchor="t" anchorCtr="0">
            <a:spAutoFit/>
          </a:bodyPr>
          <a:lstStyle/>
          <a:p>
            <a:pPr algn="ctr">
              <a:spcBef>
                <a:spcPts val="0"/>
              </a:spcBef>
              <a:spcAft>
                <a:spcPts val="600"/>
              </a:spcAft>
            </a:pPr>
            <a:r>
              <a:rPr lang="en-US" sz="2000" b="1" i="0" spc="0" dirty="0">
                <a:ln>
                  <a:noFill/>
                </a:ln>
                <a:solidFill>
                  <a:schemeClr val="tx2"/>
                </a:solidFill>
                <a:latin typeface="+mj-lt"/>
                <a:ea typeface="Source Sans Pro Light" charset="0"/>
                <a:cs typeface="Source Sans Pro Light" charset="0"/>
              </a:rPr>
              <a:t>DEVICE</a:t>
            </a:r>
          </a:p>
        </p:txBody>
      </p:sp>
      <p:pic>
        <p:nvPicPr>
          <p:cNvPr id="34" name="Picture 33">
            <a:extLst>
              <a:ext uri="{FF2B5EF4-FFF2-40B4-BE49-F238E27FC236}">
                <a16:creationId xmlns:a16="http://schemas.microsoft.com/office/drawing/2014/main" id="{93520CD2-E7EF-4BB3-29C7-16E5FE20A26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344640" y="5692380"/>
            <a:ext cx="1145900" cy="1145900"/>
          </a:xfrm>
          <a:prstGeom prst="rect">
            <a:avLst/>
          </a:prstGeom>
        </p:spPr>
      </p:pic>
      <p:sp>
        <p:nvSpPr>
          <p:cNvPr id="36" name="ZoneTexte 152">
            <a:extLst>
              <a:ext uri="{FF2B5EF4-FFF2-40B4-BE49-F238E27FC236}">
                <a16:creationId xmlns:a16="http://schemas.microsoft.com/office/drawing/2014/main" id="{678C3AE1-E774-0B7A-25EE-653FCE03CD19}"/>
              </a:ext>
            </a:extLst>
          </p:cNvPr>
          <p:cNvSpPr txBox="1"/>
          <p:nvPr/>
        </p:nvSpPr>
        <p:spPr>
          <a:xfrm>
            <a:off x="1382269" y="6012320"/>
            <a:ext cx="1064366" cy="461665"/>
          </a:xfrm>
          <a:prstGeom prst="rect">
            <a:avLst/>
          </a:prstGeom>
          <a:noFill/>
        </p:spPr>
        <p:txBody>
          <a:bodyPr wrap="square" rtlCol="0">
            <a:spAutoFit/>
          </a:bodyPr>
          <a:lstStyle/>
          <a:p>
            <a:pPr algn="ctr">
              <a:defRPr/>
            </a:pPr>
            <a:r>
              <a:rPr lang="en-US" sz="1200" dirty="0">
                <a:solidFill>
                  <a:srgbClr val="97A7AF"/>
                </a:solidFill>
                <a:latin typeface="+mj-lt"/>
                <a:ea typeface="Source Sans Pro Light" panose="020B0403030403020204" pitchFamily="34" charset="0"/>
              </a:rPr>
              <a:t>App</a:t>
            </a:r>
            <a:br>
              <a:rPr lang="en-US" sz="1200" b="1" dirty="0">
                <a:solidFill>
                  <a:srgbClr val="97A7AF"/>
                </a:solidFill>
                <a:latin typeface="+mj-lt"/>
                <a:ea typeface="Source Sans Pro Light" panose="020B0403030403020204" pitchFamily="34" charset="0"/>
              </a:rPr>
            </a:br>
            <a:r>
              <a:rPr lang="en-US" sz="1200" b="1" dirty="0">
                <a:solidFill>
                  <a:srgbClr val="97A7AF"/>
                </a:solidFill>
                <a:latin typeface="+mj-lt"/>
                <a:ea typeface="Source Sans Pro Light" panose="020B0403030403020204" pitchFamily="34" charset="0"/>
              </a:rPr>
              <a:t>V1.fo</a:t>
            </a:r>
          </a:p>
        </p:txBody>
      </p:sp>
      <p:pic>
        <p:nvPicPr>
          <p:cNvPr id="37" name="Picture 36">
            <a:extLst>
              <a:ext uri="{FF2B5EF4-FFF2-40B4-BE49-F238E27FC236}">
                <a16:creationId xmlns:a16="http://schemas.microsoft.com/office/drawing/2014/main" id="{30491346-6DDF-EC6E-054B-F97050FA36BA}"/>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845450" y="1938063"/>
            <a:ext cx="980573" cy="980573"/>
          </a:xfrm>
          <a:prstGeom prst="rect">
            <a:avLst/>
          </a:prstGeom>
        </p:spPr>
      </p:pic>
      <p:sp>
        <p:nvSpPr>
          <p:cNvPr id="39" name="ZoneTexte 152">
            <a:extLst>
              <a:ext uri="{FF2B5EF4-FFF2-40B4-BE49-F238E27FC236}">
                <a16:creationId xmlns:a16="http://schemas.microsoft.com/office/drawing/2014/main" id="{1DC32436-44CE-DC89-FFA7-D8E24C35D9C1}"/>
              </a:ext>
            </a:extLst>
          </p:cNvPr>
          <p:cNvSpPr txBox="1"/>
          <p:nvPr/>
        </p:nvSpPr>
        <p:spPr>
          <a:xfrm>
            <a:off x="8908479" y="2061640"/>
            <a:ext cx="848329" cy="738664"/>
          </a:xfrm>
          <a:prstGeom prst="rect">
            <a:avLst/>
          </a:prstGeom>
          <a:noFill/>
        </p:spPr>
        <p:txBody>
          <a:bodyPr wrap="square" rtlCol="0">
            <a:spAutoFit/>
          </a:bodyPr>
          <a:lstStyle/>
          <a:p>
            <a:pPr algn="ctr">
              <a:defRPr/>
            </a:pPr>
            <a:r>
              <a:rPr lang="en-US" sz="1050" dirty="0">
                <a:solidFill>
                  <a:srgbClr val="97A7AF"/>
                </a:solidFill>
                <a:latin typeface="+mj-lt"/>
                <a:ea typeface="Source Sans Pro Light" panose="020B0403030403020204" pitchFamily="34" charset="0"/>
              </a:rPr>
              <a:t>App</a:t>
            </a:r>
            <a:br>
              <a:rPr lang="en-US" sz="1050" b="1" dirty="0">
                <a:solidFill>
                  <a:srgbClr val="97A7AF"/>
                </a:solidFill>
                <a:latin typeface="+mj-lt"/>
                <a:ea typeface="Source Sans Pro Light" panose="020B0403030403020204" pitchFamily="34" charset="0"/>
              </a:rPr>
            </a:br>
            <a:r>
              <a:rPr lang="en-US" sz="1050" b="1" dirty="0">
                <a:solidFill>
                  <a:srgbClr val="97A7AF"/>
                </a:solidFill>
                <a:latin typeface="+mj-lt"/>
                <a:ea typeface="Source Sans Pro Light" panose="020B0403030403020204" pitchFamily="34" charset="0"/>
              </a:rPr>
              <a:t>V2.</a:t>
            </a:r>
            <a:br>
              <a:rPr lang="en-US" sz="1050" b="1" dirty="0">
                <a:solidFill>
                  <a:srgbClr val="97A7AF"/>
                </a:solidFill>
                <a:latin typeface="+mj-lt"/>
                <a:ea typeface="Source Sans Pro Light" panose="020B0403030403020204" pitchFamily="34" charset="0"/>
              </a:rPr>
            </a:br>
            <a:r>
              <a:rPr lang="en-US" sz="1050" b="1" dirty="0">
                <a:solidFill>
                  <a:srgbClr val="97A7AF"/>
                </a:solidFill>
                <a:latin typeface="+mj-lt"/>
                <a:ea typeface="Source Sans Pro Light" panose="020B0403030403020204" pitchFamily="34" charset="0"/>
              </a:rPr>
              <a:t>patched.</a:t>
            </a:r>
            <a:br>
              <a:rPr lang="en-US" sz="1050" b="1" dirty="0">
                <a:solidFill>
                  <a:srgbClr val="97A7AF"/>
                </a:solidFill>
                <a:latin typeface="+mj-lt"/>
                <a:ea typeface="Source Sans Pro Light" panose="020B0403030403020204" pitchFamily="34" charset="0"/>
              </a:rPr>
            </a:br>
            <a:r>
              <a:rPr lang="en-US" sz="1050" b="1" dirty="0" err="1">
                <a:solidFill>
                  <a:srgbClr val="97A7AF"/>
                </a:solidFill>
                <a:latin typeface="+mj-lt"/>
                <a:ea typeface="Source Sans Pro Light" panose="020B0403030403020204" pitchFamily="34" charset="0"/>
              </a:rPr>
              <a:t>fo</a:t>
            </a:r>
            <a:endParaRPr lang="en-US" sz="1050" b="1" dirty="0">
              <a:solidFill>
                <a:srgbClr val="97A7AF"/>
              </a:solidFill>
              <a:latin typeface="+mj-lt"/>
              <a:ea typeface="Source Sans Pro Light" panose="020B0403030403020204" pitchFamily="34" charset="0"/>
            </a:endParaRPr>
          </a:p>
        </p:txBody>
      </p:sp>
      <p:cxnSp>
        <p:nvCxnSpPr>
          <p:cNvPr id="41" name="Straight Connector 40">
            <a:extLst>
              <a:ext uri="{FF2B5EF4-FFF2-40B4-BE49-F238E27FC236}">
                <a16:creationId xmlns:a16="http://schemas.microsoft.com/office/drawing/2014/main" id="{325AC815-C668-98E3-5321-1339074A3776}"/>
              </a:ext>
            </a:extLst>
          </p:cNvPr>
          <p:cNvCxnSpPr>
            <a:cxnSpLocks/>
          </p:cNvCxnSpPr>
          <p:nvPr/>
        </p:nvCxnSpPr>
        <p:spPr>
          <a:xfrm>
            <a:off x="7346708" y="4379444"/>
            <a:ext cx="0" cy="2361924"/>
          </a:xfrm>
          <a:prstGeom prst="line">
            <a:avLst/>
          </a:prstGeom>
          <a:ln w="28575">
            <a:solidFill>
              <a:schemeClr val="bg2"/>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189890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 name="Snip Same Side Corner Rectangle 93">
            <a:extLst>
              <a:ext uri="{FF2B5EF4-FFF2-40B4-BE49-F238E27FC236}">
                <a16:creationId xmlns:a16="http://schemas.microsoft.com/office/drawing/2014/main" id="{FA673E95-4894-9F20-DC6E-1F332DAE83D4}"/>
              </a:ext>
            </a:extLst>
          </p:cNvPr>
          <p:cNvSpPr/>
          <p:nvPr/>
        </p:nvSpPr>
        <p:spPr>
          <a:xfrm>
            <a:off x="6734256" y="1572642"/>
            <a:ext cx="5180264" cy="3888432"/>
          </a:xfrm>
          <a:prstGeom prst="snip2SameRect">
            <a:avLst>
              <a:gd name="adj1" fmla="val 3239"/>
              <a:gd name="adj2" fmla="val 0"/>
            </a:avLst>
          </a:prstGeom>
          <a:solidFill>
            <a:schemeClr val="bg1"/>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tIns="0" bIns="36000" rtlCol="0" anchor="ctr">
            <a:noAutofit/>
          </a:bodyPr>
          <a:lstStyle/>
          <a:p>
            <a:pPr algn="ctr"/>
            <a:endParaRPr lang="en-US" sz="1200" i="1" dirty="0">
              <a:solidFill>
                <a:schemeClr val="bg1"/>
              </a:solidFill>
              <a:latin typeface="Source Sans Pro Light" charset="0"/>
              <a:ea typeface="Source Sans Pro Light" charset="0"/>
              <a:cs typeface="Source Sans Pro Light" charset="0"/>
            </a:endParaRPr>
          </a:p>
        </p:txBody>
      </p:sp>
      <p:grpSp>
        <p:nvGrpSpPr>
          <p:cNvPr id="188" name="Group 187">
            <a:extLst>
              <a:ext uri="{FF2B5EF4-FFF2-40B4-BE49-F238E27FC236}">
                <a16:creationId xmlns:a16="http://schemas.microsoft.com/office/drawing/2014/main" id="{001B2496-0E83-CD11-BFED-11EA54A63874}"/>
              </a:ext>
            </a:extLst>
          </p:cNvPr>
          <p:cNvGrpSpPr/>
          <p:nvPr/>
        </p:nvGrpSpPr>
        <p:grpSpPr>
          <a:xfrm>
            <a:off x="6342987" y="1261908"/>
            <a:ext cx="776104" cy="683632"/>
            <a:chOff x="379356" y="1276935"/>
            <a:chExt cx="776104" cy="683632"/>
          </a:xfrm>
        </p:grpSpPr>
        <p:pic>
          <p:nvPicPr>
            <p:cNvPr id="189" name="Picture 188">
              <a:extLst>
                <a:ext uri="{FF2B5EF4-FFF2-40B4-BE49-F238E27FC236}">
                  <a16:creationId xmlns:a16="http://schemas.microsoft.com/office/drawing/2014/main" id="{22F50505-C93F-BCFB-7214-1F27DBE545EA}"/>
                </a:ext>
              </a:extLst>
            </p:cNvPr>
            <p:cNvPicPr>
              <a:picLocks noChangeAspect="1"/>
            </p:cNvPicPr>
            <p:nvPr/>
          </p:nvPicPr>
          <p:blipFill>
            <a:blip r:embed="rId2" cstate="print">
              <a:grayscl/>
              <a:extLst>
                <a:ext uri="{28A0092B-C50C-407E-A947-70E740481C1C}">
                  <a14:useLocalDpi xmlns:a14="http://schemas.microsoft.com/office/drawing/2010/main" val="0"/>
                </a:ext>
              </a:extLst>
            </a:blip>
            <a:stretch>
              <a:fillRect/>
            </a:stretch>
          </p:blipFill>
          <p:spPr>
            <a:xfrm>
              <a:off x="379356" y="1276935"/>
              <a:ext cx="776104" cy="683632"/>
            </a:xfrm>
            <a:prstGeom prst="rect">
              <a:avLst/>
            </a:prstGeom>
          </p:spPr>
        </p:pic>
        <p:pic>
          <p:nvPicPr>
            <p:cNvPr id="190" name="Picture 189">
              <a:extLst>
                <a:ext uri="{FF2B5EF4-FFF2-40B4-BE49-F238E27FC236}">
                  <a16:creationId xmlns:a16="http://schemas.microsoft.com/office/drawing/2014/main" id="{CDD8712C-B0D2-5D46-FCD9-6B97B4BBA85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36497" y="1388352"/>
              <a:ext cx="453545" cy="457188"/>
            </a:xfrm>
            <a:prstGeom prst="rect">
              <a:avLst/>
            </a:prstGeom>
          </p:spPr>
        </p:pic>
      </p:grpSp>
      <p:sp>
        <p:nvSpPr>
          <p:cNvPr id="3" name="Snip Same Side Corner Rectangle 93">
            <a:extLst>
              <a:ext uri="{FF2B5EF4-FFF2-40B4-BE49-F238E27FC236}">
                <a16:creationId xmlns:a16="http://schemas.microsoft.com/office/drawing/2014/main" id="{42946CD6-65C2-E0BF-CD40-E4C964157E21}"/>
              </a:ext>
            </a:extLst>
          </p:cNvPr>
          <p:cNvSpPr/>
          <p:nvPr/>
        </p:nvSpPr>
        <p:spPr>
          <a:xfrm>
            <a:off x="668749" y="1581238"/>
            <a:ext cx="4879798" cy="3888432"/>
          </a:xfrm>
          <a:prstGeom prst="snip2SameRect">
            <a:avLst>
              <a:gd name="adj1" fmla="val 3239"/>
              <a:gd name="adj2" fmla="val 0"/>
            </a:avLst>
          </a:prstGeom>
          <a:solidFill>
            <a:schemeClr val="bg1"/>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tIns="0" bIns="36000" rtlCol="0" anchor="ctr">
            <a:noAutofit/>
          </a:bodyPr>
          <a:lstStyle/>
          <a:p>
            <a:pPr algn="ctr"/>
            <a:endParaRPr lang="en-US" sz="1200" i="1" dirty="0">
              <a:solidFill>
                <a:schemeClr val="bg1"/>
              </a:solidFill>
              <a:latin typeface="Source Sans Pro Light" charset="0"/>
              <a:ea typeface="Source Sans Pro Light" charset="0"/>
              <a:cs typeface="Source Sans Pro Light" charset="0"/>
            </a:endParaRPr>
          </a:p>
        </p:txBody>
      </p:sp>
      <p:grpSp>
        <p:nvGrpSpPr>
          <p:cNvPr id="5" name="Group 4">
            <a:extLst>
              <a:ext uri="{FF2B5EF4-FFF2-40B4-BE49-F238E27FC236}">
                <a16:creationId xmlns:a16="http://schemas.microsoft.com/office/drawing/2014/main" id="{35877B46-D624-2C9F-B969-8DC017FF2F54}"/>
              </a:ext>
            </a:extLst>
          </p:cNvPr>
          <p:cNvGrpSpPr/>
          <p:nvPr/>
        </p:nvGrpSpPr>
        <p:grpSpPr>
          <a:xfrm>
            <a:off x="277480" y="1270504"/>
            <a:ext cx="776104" cy="683632"/>
            <a:chOff x="379356" y="1276935"/>
            <a:chExt cx="776104" cy="683632"/>
          </a:xfrm>
        </p:grpSpPr>
        <p:pic>
          <p:nvPicPr>
            <p:cNvPr id="6" name="Picture 5">
              <a:extLst>
                <a:ext uri="{FF2B5EF4-FFF2-40B4-BE49-F238E27FC236}">
                  <a16:creationId xmlns:a16="http://schemas.microsoft.com/office/drawing/2014/main" id="{24AF63B9-BF6E-9B07-2D8B-BB1F8F4C170B}"/>
                </a:ext>
              </a:extLst>
            </p:cNvPr>
            <p:cNvPicPr>
              <a:picLocks noChangeAspect="1"/>
            </p:cNvPicPr>
            <p:nvPr/>
          </p:nvPicPr>
          <p:blipFill>
            <a:blip r:embed="rId2" cstate="print">
              <a:grayscl/>
              <a:extLst>
                <a:ext uri="{28A0092B-C50C-407E-A947-70E740481C1C}">
                  <a14:useLocalDpi xmlns:a14="http://schemas.microsoft.com/office/drawing/2010/main" val="0"/>
                </a:ext>
              </a:extLst>
            </a:blip>
            <a:stretch>
              <a:fillRect/>
            </a:stretch>
          </p:blipFill>
          <p:spPr>
            <a:xfrm>
              <a:off x="379356" y="1276935"/>
              <a:ext cx="776104" cy="683632"/>
            </a:xfrm>
            <a:prstGeom prst="rect">
              <a:avLst/>
            </a:prstGeom>
          </p:spPr>
        </p:pic>
        <p:pic>
          <p:nvPicPr>
            <p:cNvPr id="7" name="Picture 6">
              <a:extLst>
                <a:ext uri="{FF2B5EF4-FFF2-40B4-BE49-F238E27FC236}">
                  <a16:creationId xmlns:a16="http://schemas.microsoft.com/office/drawing/2014/main" id="{DBB4B07F-47B8-F374-C968-E68D94629C5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36497" y="1388352"/>
              <a:ext cx="453545" cy="457188"/>
            </a:xfrm>
            <a:prstGeom prst="rect">
              <a:avLst/>
            </a:prstGeom>
          </p:spPr>
        </p:pic>
      </p:grpSp>
      <p:pic>
        <p:nvPicPr>
          <p:cNvPr id="18" name="Picture 17">
            <a:extLst>
              <a:ext uri="{FF2B5EF4-FFF2-40B4-BE49-F238E27FC236}">
                <a16:creationId xmlns:a16="http://schemas.microsoft.com/office/drawing/2014/main" id="{D2D95D18-EDA7-ECED-6846-E68C8E235D5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553527" y="199603"/>
            <a:ext cx="1023683" cy="1023683"/>
          </a:xfrm>
          <a:prstGeom prst="rect">
            <a:avLst/>
          </a:prstGeom>
        </p:spPr>
      </p:pic>
      <p:sp>
        <p:nvSpPr>
          <p:cNvPr id="19" name="ZoneTexte 152">
            <a:extLst>
              <a:ext uri="{FF2B5EF4-FFF2-40B4-BE49-F238E27FC236}">
                <a16:creationId xmlns:a16="http://schemas.microsoft.com/office/drawing/2014/main" id="{7C7C25EB-F7E9-CDFB-8AB6-21263AD222F6}"/>
              </a:ext>
            </a:extLst>
          </p:cNvPr>
          <p:cNvSpPr txBox="1"/>
          <p:nvPr/>
        </p:nvSpPr>
        <p:spPr>
          <a:xfrm>
            <a:off x="5669270" y="557555"/>
            <a:ext cx="792196" cy="307777"/>
          </a:xfrm>
          <a:prstGeom prst="rect">
            <a:avLst/>
          </a:prstGeom>
          <a:noFill/>
        </p:spPr>
        <p:txBody>
          <a:bodyPr wrap="square" rtlCol="0">
            <a:spAutoFit/>
          </a:bodyPr>
          <a:lstStyle/>
          <a:p>
            <a:pPr algn="ctr">
              <a:defRPr/>
            </a:pPr>
            <a:r>
              <a:rPr lang="en-US" sz="1400" b="1" dirty="0">
                <a:solidFill>
                  <a:schemeClr val="tx2"/>
                </a:solidFill>
                <a:latin typeface="+mj-lt"/>
                <a:ea typeface="Source Sans Pro Light" panose="020B0403030403020204" pitchFamily="34" charset="0"/>
              </a:rPr>
              <a:t>App.fo</a:t>
            </a:r>
          </a:p>
        </p:txBody>
      </p:sp>
      <p:graphicFrame>
        <p:nvGraphicFramePr>
          <p:cNvPr id="27" name="Table 26">
            <a:extLst>
              <a:ext uri="{FF2B5EF4-FFF2-40B4-BE49-F238E27FC236}">
                <a16:creationId xmlns:a16="http://schemas.microsoft.com/office/drawing/2014/main" id="{6183AF4D-24E8-00AC-24A1-FF79C54290F9}"/>
              </a:ext>
            </a:extLst>
          </p:cNvPr>
          <p:cNvGraphicFramePr>
            <a:graphicFrameLocks noGrp="1"/>
          </p:cNvGraphicFramePr>
          <p:nvPr>
            <p:extLst>
              <p:ext uri="{D42A27DB-BD31-4B8C-83A1-F6EECF244321}">
                <p14:modId xmlns:p14="http://schemas.microsoft.com/office/powerpoint/2010/main" val="1704866139"/>
              </p:ext>
            </p:extLst>
          </p:nvPr>
        </p:nvGraphicFramePr>
        <p:xfrm>
          <a:off x="4110880" y="1772893"/>
          <a:ext cx="1281528" cy="2386172"/>
        </p:xfrm>
        <a:graphic>
          <a:graphicData uri="http://schemas.openxmlformats.org/drawingml/2006/table">
            <a:tbl>
              <a:tblPr firstRow="1">
                <a:tableStyleId>{616DA210-FB5B-4158-B5E0-FEB733F419BA}</a:tableStyleId>
              </a:tblPr>
              <a:tblGrid>
                <a:gridCol w="1281528">
                  <a:extLst>
                    <a:ext uri="{9D8B030D-6E8A-4147-A177-3AD203B41FA5}">
                      <a16:colId xmlns:a16="http://schemas.microsoft.com/office/drawing/2014/main" val="1789796942"/>
                    </a:ext>
                  </a:extLst>
                </a:gridCol>
              </a:tblGrid>
              <a:tr h="268642">
                <a:tc>
                  <a:txBody>
                    <a:bodyPr/>
                    <a:lstStyle/>
                    <a:p>
                      <a:r>
                        <a:rPr lang="en-US" sz="1100" dirty="0"/>
                        <a:t>RAM</a:t>
                      </a:r>
                    </a:p>
                  </a:txBody>
                  <a:tcPr/>
                </a:tc>
                <a:extLst>
                  <a:ext uri="{0D108BD9-81ED-4DB2-BD59-A6C34878D82A}">
                    <a16:rowId xmlns:a16="http://schemas.microsoft.com/office/drawing/2014/main" val="205368142"/>
                  </a:ext>
                </a:extLst>
              </a:tr>
              <a:tr h="268642">
                <a:tc>
                  <a:txBody>
                    <a:bodyPr/>
                    <a:lstStyle/>
                    <a:p>
                      <a:r>
                        <a:rPr lang="en-US" sz="1100" dirty="0"/>
                        <a:t>C HEAP</a:t>
                      </a:r>
                    </a:p>
                  </a:txBody>
                  <a:tcPr/>
                </a:tc>
                <a:extLst>
                  <a:ext uri="{0D108BD9-81ED-4DB2-BD59-A6C34878D82A}">
                    <a16:rowId xmlns:a16="http://schemas.microsoft.com/office/drawing/2014/main" val="1885841134"/>
                  </a:ext>
                </a:extLst>
              </a:tr>
              <a:tr h="442469">
                <a:tc>
                  <a:txBody>
                    <a:bodyPr/>
                    <a:lstStyle/>
                    <a:p>
                      <a:r>
                        <a:rPr lang="en-US" sz="1100" dirty="0"/>
                        <a:t>MANAGED CODE HEAP</a:t>
                      </a:r>
                    </a:p>
                  </a:txBody>
                  <a:tcPr/>
                </a:tc>
                <a:extLst>
                  <a:ext uri="{0D108BD9-81ED-4DB2-BD59-A6C34878D82A}">
                    <a16:rowId xmlns:a16="http://schemas.microsoft.com/office/drawing/2014/main" val="2630231192"/>
                  </a:ext>
                </a:extLst>
              </a:tr>
              <a:tr h="1137777">
                <a:tc>
                  <a:txBody>
                    <a:bodyPr/>
                    <a:lstStyle/>
                    <a:p>
                      <a:r>
                        <a:rPr lang="en-US" sz="1100" dirty="0"/>
                        <a:t>KERNEL WORKING BUFFER</a:t>
                      </a:r>
                    </a:p>
                    <a:p>
                      <a:endParaRPr lang="en-US" sz="1100" dirty="0"/>
                    </a:p>
                    <a:p>
                      <a:endParaRPr lang="en-US" sz="1100" dirty="0"/>
                    </a:p>
                    <a:p>
                      <a:endParaRPr lang="en-US" sz="1100" dirty="0"/>
                    </a:p>
                    <a:p>
                      <a:endParaRPr lang="en-US" sz="1100" dirty="0"/>
                    </a:p>
                  </a:txBody>
                  <a:tcPr/>
                </a:tc>
                <a:extLst>
                  <a:ext uri="{0D108BD9-81ED-4DB2-BD59-A6C34878D82A}">
                    <a16:rowId xmlns:a16="http://schemas.microsoft.com/office/drawing/2014/main" val="2613921703"/>
                  </a:ext>
                </a:extLst>
              </a:tr>
              <a:tr h="268642">
                <a:tc>
                  <a:txBody>
                    <a:bodyPr/>
                    <a:lstStyle/>
                    <a:p>
                      <a:r>
                        <a:rPr lang="en-US" sz="1100" dirty="0"/>
                        <a:t>…</a:t>
                      </a:r>
                    </a:p>
                  </a:txBody>
                  <a:tcPr/>
                </a:tc>
                <a:extLst>
                  <a:ext uri="{0D108BD9-81ED-4DB2-BD59-A6C34878D82A}">
                    <a16:rowId xmlns:a16="http://schemas.microsoft.com/office/drawing/2014/main" val="595838918"/>
                  </a:ext>
                </a:extLst>
              </a:tr>
            </a:tbl>
          </a:graphicData>
        </a:graphic>
      </p:graphicFrame>
      <p:graphicFrame>
        <p:nvGraphicFramePr>
          <p:cNvPr id="28" name="Table 27">
            <a:extLst>
              <a:ext uri="{FF2B5EF4-FFF2-40B4-BE49-F238E27FC236}">
                <a16:creationId xmlns:a16="http://schemas.microsoft.com/office/drawing/2014/main" id="{D8175334-F43D-A12C-82C3-073FB8B719AB}"/>
              </a:ext>
            </a:extLst>
          </p:cNvPr>
          <p:cNvGraphicFramePr>
            <a:graphicFrameLocks noGrp="1"/>
          </p:cNvGraphicFramePr>
          <p:nvPr>
            <p:extLst>
              <p:ext uri="{D42A27DB-BD31-4B8C-83A1-F6EECF244321}">
                <p14:modId xmlns:p14="http://schemas.microsoft.com/office/powerpoint/2010/main" val="2910646236"/>
              </p:ext>
            </p:extLst>
          </p:nvPr>
        </p:nvGraphicFramePr>
        <p:xfrm>
          <a:off x="4109443" y="4397825"/>
          <a:ext cx="1281528" cy="944880"/>
        </p:xfrm>
        <a:graphic>
          <a:graphicData uri="http://schemas.openxmlformats.org/drawingml/2006/table">
            <a:tbl>
              <a:tblPr firstRow="1">
                <a:tableStyleId>{616DA210-FB5B-4158-B5E0-FEB733F419BA}</a:tableStyleId>
              </a:tblPr>
              <a:tblGrid>
                <a:gridCol w="1281528">
                  <a:extLst>
                    <a:ext uri="{9D8B030D-6E8A-4147-A177-3AD203B41FA5}">
                      <a16:colId xmlns:a16="http://schemas.microsoft.com/office/drawing/2014/main" val="1789796942"/>
                    </a:ext>
                  </a:extLst>
                </a:gridCol>
              </a:tblGrid>
              <a:tr h="185519">
                <a:tc>
                  <a:txBody>
                    <a:bodyPr/>
                    <a:lstStyle/>
                    <a:p>
                      <a:pPr algn="ctr"/>
                      <a:r>
                        <a:rPr lang="en-US" sz="1000" dirty="0"/>
                        <a:t>FILESYSTEM</a:t>
                      </a:r>
                    </a:p>
                  </a:txBody>
                  <a:tcPr/>
                </a:tc>
                <a:extLst>
                  <a:ext uri="{0D108BD9-81ED-4DB2-BD59-A6C34878D82A}">
                    <a16:rowId xmlns:a16="http://schemas.microsoft.com/office/drawing/2014/main" val="205368142"/>
                  </a:ext>
                </a:extLst>
              </a:tr>
              <a:tr h="209741">
                <a:tc>
                  <a:txBody>
                    <a:bodyPr/>
                    <a:lstStyle/>
                    <a:p>
                      <a:pPr algn="ctr"/>
                      <a:endParaRPr lang="en-US" sz="1000" dirty="0"/>
                    </a:p>
                    <a:p>
                      <a:pPr algn="ctr"/>
                      <a:endParaRPr lang="en-US" sz="1000" dirty="0"/>
                    </a:p>
                    <a:p>
                      <a:pPr algn="ctr"/>
                      <a:endParaRPr lang="en-US" sz="1000" dirty="0"/>
                    </a:p>
                    <a:p>
                      <a:pPr algn="ctr"/>
                      <a:endParaRPr lang="en-US" sz="1000" dirty="0"/>
                    </a:p>
                  </a:txBody>
                  <a:tcPr/>
                </a:tc>
                <a:extLst>
                  <a:ext uri="{0D108BD9-81ED-4DB2-BD59-A6C34878D82A}">
                    <a16:rowId xmlns:a16="http://schemas.microsoft.com/office/drawing/2014/main" val="1885841134"/>
                  </a:ext>
                </a:extLst>
              </a:tr>
            </a:tbl>
          </a:graphicData>
        </a:graphic>
      </p:graphicFrame>
      <p:pic>
        <p:nvPicPr>
          <p:cNvPr id="9" name="Picture 8">
            <a:extLst>
              <a:ext uri="{FF2B5EF4-FFF2-40B4-BE49-F238E27FC236}">
                <a16:creationId xmlns:a16="http://schemas.microsoft.com/office/drawing/2014/main" id="{B3E0EAA2-FF20-B038-D940-1227B9133A2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371798" y="4633152"/>
            <a:ext cx="735042" cy="698288"/>
          </a:xfrm>
          <a:prstGeom prst="rect">
            <a:avLst/>
          </a:prstGeom>
        </p:spPr>
      </p:pic>
      <p:sp>
        <p:nvSpPr>
          <p:cNvPr id="10" name="ZoneTexte 152">
            <a:extLst>
              <a:ext uri="{FF2B5EF4-FFF2-40B4-BE49-F238E27FC236}">
                <a16:creationId xmlns:a16="http://schemas.microsoft.com/office/drawing/2014/main" id="{D7C34950-EFFC-DC60-F8B4-BF824E6EDB5B}"/>
              </a:ext>
            </a:extLst>
          </p:cNvPr>
          <p:cNvSpPr txBox="1"/>
          <p:nvPr/>
        </p:nvSpPr>
        <p:spPr>
          <a:xfrm>
            <a:off x="4452071" y="4869351"/>
            <a:ext cx="593432" cy="261610"/>
          </a:xfrm>
          <a:prstGeom prst="rect">
            <a:avLst/>
          </a:prstGeom>
          <a:noFill/>
        </p:spPr>
        <p:txBody>
          <a:bodyPr wrap="none" rtlCol="0">
            <a:spAutoFit/>
          </a:bodyPr>
          <a:lstStyle/>
          <a:p>
            <a:pPr algn="ctr">
              <a:defRPr/>
            </a:pPr>
            <a:r>
              <a:rPr lang="en-US" sz="1100" b="1" dirty="0">
                <a:solidFill>
                  <a:schemeClr val="tx2"/>
                </a:solidFill>
                <a:latin typeface="+mj-lt"/>
                <a:ea typeface="Source Sans Pro Light" panose="020B0403030403020204" pitchFamily="34" charset="0"/>
              </a:rPr>
              <a:t>App.fo</a:t>
            </a:r>
          </a:p>
        </p:txBody>
      </p:sp>
      <p:sp>
        <p:nvSpPr>
          <p:cNvPr id="30" name="Rounded Rectangle 8">
            <a:extLst>
              <a:ext uri="{FF2B5EF4-FFF2-40B4-BE49-F238E27FC236}">
                <a16:creationId xmlns:a16="http://schemas.microsoft.com/office/drawing/2014/main" id="{1E0BF879-6C9B-39F9-52C8-4A3B7D4AE105}"/>
              </a:ext>
            </a:extLst>
          </p:cNvPr>
          <p:cNvSpPr/>
          <p:nvPr/>
        </p:nvSpPr>
        <p:spPr>
          <a:xfrm>
            <a:off x="845986" y="2955359"/>
            <a:ext cx="2088233" cy="2368490"/>
          </a:xfrm>
          <a:prstGeom prst="roundRect">
            <a:avLst>
              <a:gd name="adj" fmla="val 6304"/>
            </a:avLst>
          </a:prstGeom>
          <a:solidFill>
            <a:schemeClr val="accent1"/>
          </a:solidFill>
          <a:ln>
            <a:no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defRPr/>
            </a:pPr>
            <a:br>
              <a:rPr lang="en-US" sz="1000" dirty="0">
                <a:solidFill>
                  <a:srgbClr val="FFFFFF"/>
                </a:solidFill>
                <a:latin typeface="Source Sans Pro Light" charset="0"/>
                <a:ea typeface="Source Sans Pro Light" charset="0"/>
                <a:cs typeface="Source Sans Pro Light" charset="0"/>
              </a:rPr>
            </a:br>
            <a:br>
              <a:rPr lang="en-US" sz="1000" dirty="0">
                <a:solidFill>
                  <a:srgbClr val="FFFFFF"/>
                </a:solidFill>
                <a:latin typeface="Source Sans Pro Light" charset="0"/>
                <a:ea typeface="Source Sans Pro Light" charset="0"/>
                <a:cs typeface="Source Sans Pro Light" charset="0"/>
              </a:rPr>
            </a:br>
            <a:br>
              <a:rPr lang="en-US" sz="1000" dirty="0">
                <a:solidFill>
                  <a:srgbClr val="FFFFFF"/>
                </a:solidFill>
                <a:latin typeface="Source Sans Pro Light" charset="0"/>
                <a:ea typeface="Source Sans Pro Light" charset="0"/>
                <a:cs typeface="Source Sans Pro Light" charset="0"/>
              </a:rPr>
            </a:br>
            <a:br>
              <a:rPr lang="en-US" sz="1000" dirty="0">
                <a:solidFill>
                  <a:srgbClr val="FFFFFF"/>
                </a:solidFill>
                <a:latin typeface="Source Sans Pro Light" charset="0"/>
                <a:ea typeface="Source Sans Pro Light" charset="0"/>
                <a:cs typeface="Source Sans Pro Light" charset="0"/>
              </a:rPr>
            </a:br>
            <a:endParaRPr lang="en-US" sz="1000" dirty="0">
              <a:solidFill>
                <a:srgbClr val="FFFFFF"/>
              </a:solidFill>
              <a:latin typeface="Source Sans Pro Light" charset="0"/>
              <a:ea typeface="Source Sans Pro Light" charset="0"/>
              <a:cs typeface="Source Sans Pro Light" charset="0"/>
            </a:endParaRPr>
          </a:p>
          <a:p>
            <a:pPr algn="ctr">
              <a:defRPr/>
            </a:pPr>
            <a:endParaRPr lang="en-US" sz="1000" dirty="0">
              <a:solidFill>
                <a:srgbClr val="FFFFFF"/>
              </a:solidFill>
              <a:latin typeface="Source Sans Pro Light" charset="0"/>
              <a:ea typeface="Source Sans Pro Light" charset="0"/>
              <a:cs typeface="Source Sans Pro Light" charset="0"/>
            </a:endParaRPr>
          </a:p>
        </p:txBody>
      </p:sp>
      <p:sp>
        <p:nvSpPr>
          <p:cNvPr id="32" name="Rounded Rectangle 9">
            <a:extLst>
              <a:ext uri="{FF2B5EF4-FFF2-40B4-BE49-F238E27FC236}">
                <a16:creationId xmlns:a16="http://schemas.microsoft.com/office/drawing/2014/main" id="{B5877582-5674-83A3-25F1-ED209FC183C5}"/>
              </a:ext>
            </a:extLst>
          </p:cNvPr>
          <p:cNvSpPr/>
          <p:nvPr/>
        </p:nvSpPr>
        <p:spPr>
          <a:xfrm>
            <a:off x="961617" y="3369610"/>
            <a:ext cx="843514" cy="756005"/>
          </a:xfrm>
          <a:prstGeom prst="roundRect">
            <a:avLst>
              <a:gd name="adj" fmla="val 7525"/>
            </a:avLst>
          </a:prstGeom>
          <a:solidFill>
            <a:srgbClr val="FFA300"/>
          </a:solidFill>
          <a:ln w="6350">
            <a:solidFill>
              <a:schemeClr val="bg1"/>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000" dirty="0">
                <a:solidFill>
                  <a:schemeClr val="bg1"/>
                </a:solidFill>
                <a:latin typeface="Source Sans Pro Light" charset="0"/>
                <a:ea typeface="Source Sans Pro Light" charset="0"/>
                <a:cs typeface="Source Sans Pro Light" charset="0"/>
              </a:rPr>
              <a:t>BSP &amp; C </a:t>
            </a:r>
          </a:p>
          <a:p>
            <a:pPr algn="ctr"/>
            <a:r>
              <a:rPr lang="en-US" sz="1000" dirty="0">
                <a:solidFill>
                  <a:schemeClr val="bg1"/>
                </a:solidFill>
                <a:latin typeface="Source Sans Pro Light" charset="0"/>
                <a:ea typeface="Source Sans Pro Light" charset="0"/>
                <a:cs typeface="Source Sans Pro Light" charset="0"/>
              </a:rPr>
              <a:t>code</a:t>
            </a:r>
          </a:p>
        </p:txBody>
      </p:sp>
      <p:sp>
        <p:nvSpPr>
          <p:cNvPr id="33" name="Rounded Rectangle 10">
            <a:extLst>
              <a:ext uri="{FF2B5EF4-FFF2-40B4-BE49-F238E27FC236}">
                <a16:creationId xmlns:a16="http://schemas.microsoft.com/office/drawing/2014/main" id="{6009BEE5-F7B8-8BC2-F0AC-AAF03A7A2549}"/>
              </a:ext>
            </a:extLst>
          </p:cNvPr>
          <p:cNvSpPr/>
          <p:nvPr/>
        </p:nvSpPr>
        <p:spPr>
          <a:xfrm>
            <a:off x="1976741" y="3369610"/>
            <a:ext cx="830959" cy="1706577"/>
          </a:xfrm>
          <a:prstGeom prst="roundRect">
            <a:avLst>
              <a:gd name="adj" fmla="val 7525"/>
            </a:avLst>
          </a:prstGeom>
          <a:solidFill>
            <a:schemeClr val="accent4"/>
          </a:solidFill>
          <a:ln w="9525">
            <a:solidFill>
              <a:schemeClr val="bg1"/>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defRPr/>
            </a:pPr>
            <a:r>
              <a:rPr lang="en-US" sz="1000" dirty="0">
                <a:solidFill>
                  <a:srgbClr val="FFFFFF"/>
                </a:solidFill>
                <a:latin typeface="Source Sans Pro Light" charset="0"/>
                <a:ea typeface="Source Sans Pro Light" charset="0"/>
                <a:cs typeface="Source Sans Pro Light" charset="0"/>
              </a:rPr>
              <a:t>Kernel</a:t>
            </a:r>
          </a:p>
          <a:p>
            <a:pPr algn="ctr">
              <a:defRPr/>
            </a:pPr>
            <a:r>
              <a:rPr lang="en-US" sz="1000" dirty="0">
                <a:solidFill>
                  <a:srgbClr val="FFFFFF"/>
                </a:solidFill>
                <a:latin typeface="Source Sans Pro Light" charset="0"/>
                <a:ea typeface="Source Sans Pro Light" charset="0"/>
                <a:cs typeface="Source Sans Pro Light" charset="0"/>
              </a:rPr>
              <a:t>Application</a:t>
            </a:r>
          </a:p>
        </p:txBody>
      </p:sp>
      <p:sp>
        <p:nvSpPr>
          <p:cNvPr id="34" name="Rounded Rectangle 11">
            <a:extLst>
              <a:ext uri="{FF2B5EF4-FFF2-40B4-BE49-F238E27FC236}">
                <a16:creationId xmlns:a16="http://schemas.microsoft.com/office/drawing/2014/main" id="{C8F63E47-5BAB-D13D-8698-EB90D8CA8322}"/>
              </a:ext>
            </a:extLst>
          </p:cNvPr>
          <p:cNvSpPr/>
          <p:nvPr/>
        </p:nvSpPr>
        <p:spPr>
          <a:xfrm>
            <a:off x="969624" y="4317777"/>
            <a:ext cx="835507" cy="758108"/>
          </a:xfrm>
          <a:prstGeom prst="roundRect">
            <a:avLst>
              <a:gd name="adj" fmla="val 7525"/>
            </a:avLst>
          </a:prstGeom>
          <a:solidFill>
            <a:schemeClr val="bg1"/>
          </a:solidFill>
          <a:ln>
            <a:no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defRPr/>
            </a:pPr>
            <a:endParaRPr lang="en-US" sz="1000" dirty="0">
              <a:solidFill>
                <a:srgbClr val="FFFFFF"/>
              </a:solidFill>
              <a:latin typeface="Source Sans Pro Light" charset="0"/>
              <a:ea typeface="Source Sans Pro Light" charset="0"/>
              <a:cs typeface="Source Sans Pro Light" charset="0"/>
            </a:endParaRPr>
          </a:p>
        </p:txBody>
      </p:sp>
      <p:grpSp>
        <p:nvGrpSpPr>
          <p:cNvPr id="35" name="Group 34">
            <a:extLst>
              <a:ext uri="{FF2B5EF4-FFF2-40B4-BE49-F238E27FC236}">
                <a16:creationId xmlns:a16="http://schemas.microsoft.com/office/drawing/2014/main" id="{506C053C-6945-0011-3C67-E8885B536836}"/>
              </a:ext>
            </a:extLst>
          </p:cNvPr>
          <p:cNvGrpSpPr/>
          <p:nvPr/>
        </p:nvGrpSpPr>
        <p:grpSpPr>
          <a:xfrm>
            <a:off x="781406" y="2947585"/>
            <a:ext cx="344751" cy="303135"/>
            <a:chOff x="3528000" y="4663584"/>
            <a:chExt cx="344751" cy="303135"/>
          </a:xfrm>
        </p:grpSpPr>
        <p:sp>
          <p:nvSpPr>
            <p:cNvPr id="36" name="Bande diagonale 197">
              <a:extLst>
                <a:ext uri="{FF2B5EF4-FFF2-40B4-BE49-F238E27FC236}">
                  <a16:creationId xmlns:a16="http://schemas.microsoft.com/office/drawing/2014/main" id="{75A3F985-992F-A07F-2152-D132CE647C47}"/>
                </a:ext>
              </a:extLst>
            </p:cNvPr>
            <p:cNvSpPr/>
            <p:nvPr/>
          </p:nvSpPr>
          <p:spPr>
            <a:xfrm>
              <a:off x="3592923" y="4686891"/>
              <a:ext cx="279828" cy="279828"/>
            </a:xfrm>
            <a:prstGeom prst="diagStripe">
              <a:avLst>
                <a:gd name="adj" fmla="val 41991"/>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dirty="0">
                <a:solidFill>
                  <a:srgbClr val="FFFFFF"/>
                </a:solidFill>
                <a:latin typeface="Source Sans Pro Light" charset="0"/>
                <a:ea typeface="Source Sans Pro Light" charset="0"/>
                <a:cs typeface="Source Sans Pro Light" charset="0"/>
              </a:endParaRPr>
            </a:p>
          </p:txBody>
        </p:sp>
        <p:sp>
          <p:nvSpPr>
            <p:cNvPr id="37" name="ZoneTexte 198">
              <a:extLst>
                <a:ext uri="{FF2B5EF4-FFF2-40B4-BE49-F238E27FC236}">
                  <a16:creationId xmlns:a16="http://schemas.microsoft.com/office/drawing/2014/main" id="{ADF635E4-2291-4EDD-7CAF-8717217ACF41}"/>
                </a:ext>
              </a:extLst>
            </p:cNvPr>
            <p:cNvSpPr txBox="1"/>
            <p:nvPr/>
          </p:nvSpPr>
          <p:spPr>
            <a:xfrm rot="18945775">
              <a:off x="3528000" y="4663584"/>
              <a:ext cx="333746" cy="230832"/>
            </a:xfrm>
            <a:prstGeom prst="rect">
              <a:avLst/>
            </a:prstGeom>
            <a:noFill/>
          </p:spPr>
          <p:txBody>
            <a:bodyPr wrap="none" rtlCol="0">
              <a:spAutoFit/>
            </a:bodyPr>
            <a:lstStyle/>
            <a:p>
              <a:pPr>
                <a:defRPr/>
              </a:pPr>
              <a:r>
                <a:rPr lang="en-US" sz="900" dirty="0">
                  <a:solidFill>
                    <a:srgbClr val="FFFFFF"/>
                  </a:solidFill>
                  <a:latin typeface="Source Sans Pro Light" charset="0"/>
                  <a:ea typeface="Source Sans Pro Light" charset="0"/>
                  <a:cs typeface="Source Sans Pro Light" charset="0"/>
                </a:rPr>
                <a:t>bin</a:t>
              </a:r>
            </a:p>
          </p:txBody>
        </p:sp>
      </p:grpSp>
      <p:sp>
        <p:nvSpPr>
          <p:cNvPr id="38" name="Rectangle 37">
            <a:extLst>
              <a:ext uri="{FF2B5EF4-FFF2-40B4-BE49-F238E27FC236}">
                <a16:creationId xmlns:a16="http://schemas.microsoft.com/office/drawing/2014/main" id="{41D9913E-E440-3E86-B413-A1512ECB5AA6}"/>
              </a:ext>
            </a:extLst>
          </p:cNvPr>
          <p:cNvSpPr/>
          <p:nvPr/>
        </p:nvSpPr>
        <p:spPr>
          <a:xfrm>
            <a:off x="914234" y="4315737"/>
            <a:ext cx="871306" cy="219744"/>
          </a:xfrm>
          <a:prstGeom prst="rect">
            <a:avLst/>
          </a:prstGeom>
          <a:noFill/>
          <a:ln>
            <a:noFill/>
          </a:ln>
          <a:effectLst/>
        </p:spPr>
        <p:style>
          <a:lnRef idx="2">
            <a:schemeClr val="dk1">
              <a:shade val="50000"/>
            </a:schemeClr>
          </a:lnRef>
          <a:fillRef idx="1">
            <a:schemeClr val="dk1"/>
          </a:fillRef>
          <a:effectRef idx="0">
            <a:schemeClr val="dk1"/>
          </a:effectRef>
          <a:fontRef idx="minor">
            <a:schemeClr val="lt1"/>
          </a:fontRef>
        </p:style>
        <p:txBody>
          <a:bodyPr rtlCol="0" anchor="t"/>
          <a:lstStyle/>
          <a:p>
            <a:pPr algn="ctr">
              <a:defRPr/>
            </a:pPr>
            <a:r>
              <a:rPr lang="en-US" sz="1000" b="1" dirty="0">
                <a:solidFill>
                  <a:schemeClr val="tx1"/>
                </a:solidFill>
                <a:latin typeface="Source Sans Pro" charset="0"/>
                <a:ea typeface="Source Sans Pro" charset="0"/>
                <a:cs typeface="Source Sans Pro" charset="0"/>
              </a:rPr>
              <a:t>MEJ32 Core</a:t>
            </a:r>
          </a:p>
        </p:txBody>
      </p:sp>
      <p:pic>
        <p:nvPicPr>
          <p:cNvPr id="39" name="Picture 38">
            <a:extLst>
              <a:ext uri="{FF2B5EF4-FFF2-40B4-BE49-F238E27FC236}">
                <a16:creationId xmlns:a16="http://schemas.microsoft.com/office/drawing/2014/main" id="{C0A7D64E-603B-B38B-A670-1C665E8BE1D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48355" y="4542563"/>
            <a:ext cx="456454" cy="459496"/>
          </a:xfrm>
          <a:prstGeom prst="rect">
            <a:avLst/>
          </a:prstGeom>
        </p:spPr>
      </p:pic>
      <p:sp>
        <p:nvSpPr>
          <p:cNvPr id="40" name="Rectangle 39">
            <a:extLst>
              <a:ext uri="{FF2B5EF4-FFF2-40B4-BE49-F238E27FC236}">
                <a16:creationId xmlns:a16="http://schemas.microsoft.com/office/drawing/2014/main" id="{82A8AED3-9466-159F-FDC6-EA30F92E0F06}"/>
              </a:ext>
            </a:extLst>
          </p:cNvPr>
          <p:cNvSpPr/>
          <p:nvPr/>
        </p:nvSpPr>
        <p:spPr>
          <a:xfrm>
            <a:off x="845987" y="2987695"/>
            <a:ext cx="1337755" cy="246221"/>
          </a:xfrm>
          <a:prstGeom prst="rect">
            <a:avLst/>
          </a:prstGeom>
        </p:spPr>
        <p:txBody>
          <a:bodyPr wrap="square">
            <a:spAutoFit/>
          </a:bodyPr>
          <a:lstStyle/>
          <a:p>
            <a:pPr algn="ctr">
              <a:defRPr/>
            </a:pPr>
            <a:r>
              <a:rPr lang="en-US" sz="1000" b="1" dirty="0">
                <a:solidFill>
                  <a:srgbClr val="FFFFFF"/>
                </a:solidFill>
                <a:cs typeface="Arial" panose="020B0604020202020204" pitchFamily="34" charset="0"/>
              </a:rPr>
              <a:t>Kernel UID #1234</a:t>
            </a:r>
          </a:p>
        </p:txBody>
      </p:sp>
      <p:cxnSp>
        <p:nvCxnSpPr>
          <p:cNvPr id="61" name="Elbow Connector 68">
            <a:extLst>
              <a:ext uri="{FF2B5EF4-FFF2-40B4-BE49-F238E27FC236}">
                <a16:creationId xmlns:a16="http://schemas.microsoft.com/office/drawing/2014/main" id="{959D7E53-FD1E-4FB5-D6AA-C1584000F38B}"/>
              </a:ext>
            </a:extLst>
          </p:cNvPr>
          <p:cNvCxnSpPr>
            <a:cxnSpLocks/>
            <a:stCxn id="18" idx="1"/>
            <a:endCxn id="30" idx="0"/>
          </p:cNvCxnSpPr>
          <p:nvPr/>
        </p:nvCxnSpPr>
        <p:spPr>
          <a:xfrm rot="10800000" flipV="1">
            <a:off x="1890103" y="711445"/>
            <a:ext cx="3663424" cy="2243914"/>
          </a:xfrm>
          <a:prstGeom prst="bentConnector2">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444B65FD-C37D-EC00-D956-4C6040CDB3EC}"/>
              </a:ext>
            </a:extLst>
          </p:cNvPr>
          <p:cNvSpPr txBox="1"/>
          <p:nvPr/>
        </p:nvSpPr>
        <p:spPr>
          <a:xfrm>
            <a:off x="3379263" y="820324"/>
            <a:ext cx="837943" cy="276999"/>
          </a:xfrm>
          <a:prstGeom prst="rect">
            <a:avLst/>
          </a:prstGeom>
          <a:noFill/>
        </p:spPr>
        <p:txBody>
          <a:bodyPr wrap="square" rtlCol="0">
            <a:spAutoFit/>
          </a:bodyPr>
          <a:lstStyle/>
          <a:p>
            <a:pPr algn="ctr"/>
            <a:r>
              <a:rPr lang="en-US" sz="1200" dirty="0">
                <a:solidFill>
                  <a:schemeClr val="tx2"/>
                </a:solidFill>
                <a:latin typeface="Source Sans Pro" charset="0"/>
                <a:ea typeface="Source Sans Pro" charset="0"/>
                <a:cs typeface="Source Sans Pro" charset="0"/>
              </a:rPr>
              <a:t>Deploy</a:t>
            </a:r>
          </a:p>
        </p:txBody>
      </p:sp>
      <p:grpSp>
        <p:nvGrpSpPr>
          <p:cNvPr id="43" name="Group 42">
            <a:extLst>
              <a:ext uri="{FF2B5EF4-FFF2-40B4-BE49-F238E27FC236}">
                <a16:creationId xmlns:a16="http://schemas.microsoft.com/office/drawing/2014/main" id="{BDA67D17-03CE-73FD-DFA5-7E5FF491F8F3}"/>
              </a:ext>
            </a:extLst>
          </p:cNvPr>
          <p:cNvGrpSpPr/>
          <p:nvPr/>
        </p:nvGrpSpPr>
        <p:grpSpPr>
          <a:xfrm>
            <a:off x="3609368" y="600194"/>
            <a:ext cx="388172" cy="235744"/>
            <a:chOff x="5608520" y="1587969"/>
            <a:chExt cx="388172" cy="235744"/>
          </a:xfrm>
        </p:grpSpPr>
        <p:pic>
          <p:nvPicPr>
            <p:cNvPr id="44" name="Picture 43">
              <a:extLst>
                <a:ext uri="{FF2B5EF4-FFF2-40B4-BE49-F238E27FC236}">
                  <a16:creationId xmlns:a16="http://schemas.microsoft.com/office/drawing/2014/main" id="{F15DFAE8-56DE-439A-2FAD-E04E2FCDF513}"/>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664198" y="1587969"/>
              <a:ext cx="266378" cy="235744"/>
            </a:xfrm>
            <a:prstGeom prst="rect">
              <a:avLst/>
            </a:prstGeom>
          </p:spPr>
        </p:pic>
        <p:sp>
          <p:nvSpPr>
            <p:cNvPr id="45" name="TextBox 44">
              <a:extLst>
                <a:ext uri="{FF2B5EF4-FFF2-40B4-BE49-F238E27FC236}">
                  <a16:creationId xmlns:a16="http://schemas.microsoft.com/office/drawing/2014/main" id="{D0761A04-924B-7D56-275E-48314D3630A7}"/>
                </a:ext>
              </a:extLst>
            </p:cNvPr>
            <p:cNvSpPr txBox="1"/>
            <p:nvPr/>
          </p:nvSpPr>
          <p:spPr>
            <a:xfrm>
              <a:off x="5608520" y="1607266"/>
              <a:ext cx="388172" cy="184666"/>
            </a:xfrm>
            <a:prstGeom prst="rect">
              <a:avLst/>
            </a:prstGeom>
            <a:noFill/>
          </p:spPr>
          <p:txBody>
            <a:bodyPr vert="horz" wrap="square" lIns="0" tIns="0" rIns="0" bIns="0" numCol="1" spcCol="288000" rtlCol="0" anchor="t" anchorCtr="0">
              <a:spAutoFit/>
            </a:bodyPr>
            <a:lstStyle/>
            <a:p>
              <a:pPr algn="ctr">
                <a:spcBef>
                  <a:spcPts val="0"/>
                </a:spcBef>
                <a:spcAft>
                  <a:spcPts val="600"/>
                </a:spcAft>
              </a:pPr>
              <a:r>
                <a:rPr lang="en-US" sz="1200" spc="0" dirty="0">
                  <a:ln>
                    <a:noFill/>
                  </a:ln>
                  <a:solidFill>
                    <a:schemeClr val="tx2"/>
                  </a:solidFill>
                  <a:latin typeface="Source Sans Pro Light" charset="0"/>
                  <a:ea typeface="Source Sans Pro Light" charset="0"/>
                  <a:cs typeface="Source Sans Pro Light" charset="0"/>
                </a:rPr>
                <a:t>1</a:t>
              </a:r>
            </a:p>
          </p:txBody>
        </p:sp>
      </p:grpSp>
      <p:cxnSp>
        <p:nvCxnSpPr>
          <p:cNvPr id="74" name="Straight Arrow Connector 73">
            <a:extLst>
              <a:ext uri="{FF2B5EF4-FFF2-40B4-BE49-F238E27FC236}">
                <a16:creationId xmlns:a16="http://schemas.microsoft.com/office/drawing/2014/main" id="{C646DDF0-C44E-F010-4860-B0A557AD7028}"/>
              </a:ext>
            </a:extLst>
          </p:cNvPr>
          <p:cNvCxnSpPr>
            <a:cxnSpLocks/>
          </p:cNvCxnSpPr>
          <p:nvPr/>
        </p:nvCxnSpPr>
        <p:spPr>
          <a:xfrm>
            <a:off x="2934219" y="5076767"/>
            <a:ext cx="1175222"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6" name="TextBox 65">
            <a:extLst>
              <a:ext uri="{FF2B5EF4-FFF2-40B4-BE49-F238E27FC236}">
                <a16:creationId xmlns:a16="http://schemas.microsoft.com/office/drawing/2014/main" id="{384165D3-C561-48E4-3456-DBC71CD7EC8C}"/>
              </a:ext>
            </a:extLst>
          </p:cNvPr>
          <p:cNvSpPr txBox="1"/>
          <p:nvPr/>
        </p:nvSpPr>
        <p:spPr>
          <a:xfrm>
            <a:off x="3128984" y="5174039"/>
            <a:ext cx="688474" cy="276999"/>
          </a:xfrm>
          <a:prstGeom prst="rect">
            <a:avLst/>
          </a:prstGeom>
          <a:noFill/>
        </p:spPr>
        <p:txBody>
          <a:bodyPr wrap="square" rtlCol="0">
            <a:spAutoFit/>
          </a:bodyPr>
          <a:lstStyle/>
          <a:p>
            <a:pPr algn="ctr"/>
            <a:r>
              <a:rPr lang="en-US" sz="1200" dirty="0">
                <a:solidFill>
                  <a:schemeClr val="tx2"/>
                </a:solidFill>
                <a:latin typeface="Source Sans Pro" charset="0"/>
                <a:ea typeface="Source Sans Pro" charset="0"/>
                <a:cs typeface="Source Sans Pro" charset="0"/>
              </a:rPr>
              <a:t>Store</a:t>
            </a:r>
          </a:p>
        </p:txBody>
      </p:sp>
      <p:grpSp>
        <p:nvGrpSpPr>
          <p:cNvPr id="67" name="Group 66">
            <a:extLst>
              <a:ext uri="{FF2B5EF4-FFF2-40B4-BE49-F238E27FC236}">
                <a16:creationId xmlns:a16="http://schemas.microsoft.com/office/drawing/2014/main" id="{7D4B802D-2477-90E5-2BCE-0734C5279F1C}"/>
              </a:ext>
            </a:extLst>
          </p:cNvPr>
          <p:cNvGrpSpPr/>
          <p:nvPr/>
        </p:nvGrpSpPr>
        <p:grpSpPr>
          <a:xfrm>
            <a:off x="3281434" y="4971902"/>
            <a:ext cx="388172" cy="235744"/>
            <a:chOff x="5608520" y="1587969"/>
            <a:chExt cx="388172" cy="235744"/>
          </a:xfrm>
        </p:grpSpPr>
        <p:pic>
          <p:nvPicPr>
            <p:cNvPr id="68" name="Picture 67">
              <a:extLst>
                <a:ext uri="{FF2B5EF4-FFF2-40B4-BE49-F238E27FC236}">
                  <a16:creationId xmlns:a16="http://schemas.microsoft.com/office/drawing/2014/main" id="{D6F9883F-5544-4AA2-E0DF-912F9EE082D4}"/>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664198" y="1587969"/>
              <a:ext cx="266378" cy="235744"/>
            </a:xfrm>
            <a:prstGeom prst="rect">
              <a:avLst/>
            </a:prstGeom>
          </p:spPr>
        </p:pic>
        <p:sp>
          <p:nvSpPr>
            <p:cNvPr id="69" name="TextBox 68">
              <a:extLst>
                <a:ext uri="{FF2B5EF4-FFF2-40B4-BE49-F238E27FC236}">
                  <a16:creationId xmlns:a16="http://schemas.microsoft.com/office/drawing/2014/main" id="{E659BFBB-E605-9884-5B72-9F3A92B8C1CE}"/>
                </a:ext>
              </a:extLst>
            </p:cNvPr>
            <p:cNvSpPr txBox="1"/>
            <p:nvPr/>
          </p:nvSpPr>
          <p:spPr>
            <a:xfrm>
              <a:off x="5608520" y="1607266"/>
              <a:ext cx="388172" cy="184666"/>
            </a:xfrm>
            <a:prstGeom prst="rect">
              <a:avLst/>
            </a:prstGeom>
            <a:noFill/>
          </p:spPr>
          <p:txBody>
            <a:bodyPr vert="horz" wrap="square" lIns="0" tIns="0" rIns="0" bIns="0" numCol="1" spcCol="288000" rtlCol="0" anchor="t" anchorCtr="0">
              <a:spAutoFit/>
            </a:bodyPr>
            <a:lstStyle/>
            <a:p>
              <a:pPr algn="ctr">
                <a:spcBef>
                  <a:spcPts val="0"/>
                </a:spcBef>
                <a:spcAft>
                  <a:spcPts val="600"/>
                </a:spcAft>
              </a:pPr>
              <a:r>
                <a:rPr lang="en-US" sz="1200" spc="0" dirty="0">
                  <a:ln>
                    <a:noFill/>
                  </a:ln>
                  <a:solidFill>
                    <a:schemeClr val="tx2"/>
                  </a:solidFill>
                  <a:latin typeface="Source Sans Pro Light" charset="0"/>
                  <a:ea typeface="Source Sans Pro Light" charset="0"/>
                  <a:cs typeface="Source Sans Pro Light" charset="0"/>
                </a:rPr>
                <a:t>2</a:t>
              </a:r>
            </a:p>
          </p:txBody>
        </p:sp>
      </p:grpSp>
      <p:pic>
        <p:nvPicPr>
          <p:cNvPr id="76" name="Picture 75">
            <a:extLst>
              <a:ext uri="{FF2B5EF4-FFF2-40B4-BE49-F238E27FC236}">
                <a16:creationId xmlns:a16="http://schemas.microsoft.com/office/drawing/2014/main" id="{5156D551-2DAD-5BF8-BD64-552B6CB163D7}"/>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319758" y="3091283"/>
            <a:ext cx="812842" cy="812842"/>
          </a:xfrm>
          <a:prstGeom prst="rect">
            <a:avLst/>
          </a:prstGeom>
        </p:spPr>
      </p:pic>
      <p:cxnSp>
        <p:nvCxnSpPr>
          <p:cNvPr id="77" name="Elbow Connector 68">
            <a:extLst>
              <a:ext uri="{FF2B5EF4-FFF2-40B4-BE49-F238E27FC236}">
                <a16:creationId xmlns:a16="http://schemas.microsoft.com/office/drawing/2014/main" id="{78BDD06B-BD68-3ECC-2722-505042510FA0}"/>
              </a:ext>
            </a:extLst>
          </p:cNvPr>
          <p:cNvCxnSpPr>
            <a:cxnSpLocks/>
            <a:stCxn id="28" idx="1"/>
            <a:endCxn id="76" idx="1"/>
          </p:cNvCxnSpPr>
          <p:nvPr/>
        </p:nvCxnSpPr>
        <p:spPr>
          <a:xfrm rot="10800000" flipH="1">
            <a:off x="4109442" y="3497705"/>
            <a:ext cx="210315" cy="1372561"/>
          </a:xfrm>
          <a:prstGeom prst="bentConnector3">
            <a:avLst>
              <a:gd name="adj1" fmla="val -559169"/>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7" name="TextBox 86">
            <a:extLst>
              <a:ext uri="{FF2B5EF4-FFF2-40B4-BE49-F238E27FC236}">
                <a16:creationId xmlns:a16="http://schemas.microsoft.com/office/drawing/2014/main" id="{FF29E772-9ABF-B2FE-8BFD-E6E9D2F44B0B}"/>
              </a:ext>
            </a:extLst>
          </p:cNvPr>
          <p:cNvSpPr txBox="1"/>
          <p:nvPr/>
        </p:nvSpPr>
        <p:spPr>
          <a:xfrm>
            <a:off x="3004102" y="3662339"/>
            <a:ext cx="1060871" cy="1015663"/>
          </a:xfrm>
          <a:prstGeom prst="rect">
            <a:avLst/>
          </a:prstGeom>
          <a:noFill/>
        </p:spPr>
        <p:txBody>
          <a:bodyPr wrap="square" rtlCol="0">
            <a:spAutoFit/>
          </a:bodyPr>
          <a:lstStyle/>
          <a:p>
            <a:r>
              <a:rPr lang="en-US" sz="1200" dirty="0">
                <a:solidFill>
                  <a:schemeClr val="tx2"/>
                </a:solidFill>
                <a:latin typeface="Source Sans Pro" charset="0"/>
                <a:ea typeface="Source Sans Pro" charset="0"/>
                <a:cs typeface="Source Sans Pro" charset="0"/>
              </a:rPr>
              <a:t>Install / link</a:t>
            </a:r>
          </a:p>
          <a:p>
            <a:r>
              <a:rPr lang="en-US" sz="1200" dirty="0">
                <a:solidFill>
                  <a:schemeClr val="tx2"/>
                </a:solidFill>
                <a:latin typeface="Source Sans Pro" charset="0"/>
                <a:ea typeface="Source Sans Pro" charset="0"/>
                <a:cs typeface="Source Sans Pro" charset="0"/>
              </a:rPr>
              <a:t>in RAM, </a:t>
            </a:r>
          </a:p>
          <a:p>
            <a:r>
              <a:rPr lang="en-US" sz="1200" dirty="0">
                <a:solidFill>
                  <a:schemeClr val="tx2"/>
                </a:solidFill>
                <a:latin typeface="Source Sans Pro" charset="0"/>
                <a:ea typeface="Source Sans Pro" charset="0"/>
                <a:cs typeface="Source Sans Pro" charset="0"/>
              </a:rPr>
              <a:t>in </a:t>
            </a:r>
            <a:r>
              <a:rPr lang="en-US" sz="1200" b="1" dirty="0">
                <a:solidFill>
                  <a:schemeClr val="tx2"/>
                </a:solidFill>
                <a:latin typeface="Source Sans Pro" charset="0"/>
                <a:ea typeface="Source Sans Pro" charset="0"/>
                <a:cs typeface="Source Sans Pro" charset="0"/>
              </a:rPr>
              <a:t>KERNEL WORKING BUFFER</a:t>
            </a:r>
          </a:p>
        </p:txBody>
      </p:sp>
      <p:grpSp>
        <p:nvGrpSpPr>
          <p:cNvPr id="88" name="Group 87">
            <a:extLst>
              <a:ext uri="{FF2B5EF4-FFF2-40B4-BE49-F238E27FC236}">
                <a16:creationId xmlns:a16="http://schemas.microsoft.com/office/drawing/2014/main" id="{1184213F-FA35-6E75-E22D-9521AF32D7CB}"/>
              </a:ext>
            </a:extLst>
          </p:cNvPr>
          <p:cNvGrpSpPr/>
          <p:nvPr/>
        </p:nvGrpSpPr>
        <p:grpSpPr>
          <a:xfrm>
            <a:off x="2731644" y="4021732"/>
            <a:ext cx="388172" cy="235744"/>
            <a:chOff x="5608520" y="1587969"/>
            <a:chExt cx="388172" cy="235744"/>
          </a:xfrm>
        </p:grpSpPr>
        <p:pic>
          <p:nvPicPr>
            <p:cNvPr id="89" name="Picture 88">
              <a:extLst>
                <a:ext uri="{FF2B5EF4-FFF2-40B4-BE49-F238E27FC236}">
                  <a16:creationId xmlns:a16="http://schemas.microsoft.com/office/drawing/2014/main" id="{95D8DA4B-95CA-5865-DF21-6F1967E4C6EB}"/>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664198" y="1587969"/>
              <a:ext cx="266378" cy="235744"/>
            </a:xfrm>
            <a:prstGeom prst="rect">
              <a:avLst/>
            </a:prstGeom>
          </p:spPr>
        </p:pic>
        <p:sp>
          <p:nvSpPr>
            <p:cNvPr id="90" name="TextBox 89">
              <a:extLst>
                <a:ext uri="{FF2B5EF4-FFF2-40B4-BE49-F238E27FC236}">
                  <a16:creationId xmlns:a16="http://schemas.microsoft.com/office/drawing/2014/main" id="{B02FBBD8-5EA8-754C-D0A3-52B2E515D2D3}"/>
                </a:ext>
              </a:extLst>
            </p:cNvPr>
            <p:cNvSpPr txBox="1"/>
            <p:nvPr/>
          </p:nvSpPr>
          <p:spPr>
            <a:xfrm>
              <a:off x="5608520" y="1607266"/>
              <a:ext cx="388172" cy="184666"/>
            </a:xfrm>
            <a:prstGeom prst="rect">
              <a:avLst/>
            </a:prstGeom>
            <a:noFill/>
          </p:spPr>
          <p:txBody>
            <a:bodyPr vert="horz" wrap="square" lIns="0" tIns="0" rIns="0" bIns="0" numCol="1" spcCol="288000" rtlCol="0" anchor="t" anchorCtr="0">
              <a:spAutoFit/>
            </a:bodyPr>
            <a:lstStyle/>
            <a:p>
              <a:pPr algn="ctr">
                <a:spcBef>
                  <a:spcPts val="0"/>
                </a:spcBef>
                <a:spcAft>
                  <a:spcPts val="600"/>
                </a:spcAft>
              </a:pPr>
              <a:r>
                <a:rPr lang="en-US" sz="1200" spc="0" dirty="0">
                  <a:ln>
                    <a:noFill/>
                  </a:ln>
                  <a:solidFill>
                    <a:schemeClr val="tx2"/>
                  </a:solidFill>
                  <a:latin typeface="Source Sans Pro Light" charset="0"/>
                  <a:ea typeface="Source Sans Pro Light" charset="0"/>
                  <a:cs typeface="Source Sans Pro Light" charset="0"/>
                </a:rPr>
                <a:t>3</a:t>
              </a:r>
            </a:p>
          </p:txBody>
        </p:sp>
      </p:grpSp>
      <p:sp>
        <p:nvSpPr>
          <p:cNvPr id="96" name="TextBox 95">
            <a:extLst>
              <a:ext uri="{FF2B5EF4-FFF2-40B4-BE49-F238E27FC236}">
                <a16:creationId xmlns:a16="http://schemas.microsoft.com/office/drawing/2014/main" id="{16F6EAA7-F786-86E5-6ABB-52047B2F424C}"/>
              </a:ext>
            </a:extLst>
          </p:cNvPr>
          <p:cNvSpPr txBox="1"/>
          <p:nvPr/>
        </p:nvSpPr>
        <p:spPr>
          <a:xfrm>
            <a:off x="3148177" y="3230813"/>
            <a:ext cx="688474" cy="276999"/>
          </a:xfrm>
          <a:prstGeom prst="rect">
            <a:avLst/>
          </a:prstGeom>
          <a:noFill/>
        </p:spPr>
        <p:txBody>
          <a:bodyPr wrap="square" rtlCol="0">
            <a:spAutoFit/>
          </a:bodyPr>
          <a:lstStyle/>
          <a:p>
            <a:pPr algn="ctr"/>
            <a:r>
              <a:rPr lang="en-US" sz="1200" dirty="0">
                <a:solidFill>
                  <a:schemeClr val="tx2"/>
                </a:solidFill>
                <a:latin typeface="Source Sans Pro" charset="0"/>
                <a:ea typeface="Source Sans Pro" charset="0"/>
                <a:cs typeface="Source Sans Pro" charset="0"/>
              </a:rPr>
              <a:t>Execute</a:t>
            </a:r>
          </a:p>
        </p:txBody>
      </p:sp>
      <p:graphicFrame>
        <p:nvGraphicFramePr>
          <p:cNvPr id="145" name="Table 144">
            <a:extLst>
              <a:ext uri="{FF2B5EF4-FFF2-40B4-BE49-F238E27FC236}">
                <a16:creationId xmlns:a16="http://schemas.microsoft.com/office/drawing/2014/main" id="{E17D300D-2C78-759D-7874-5487C66F229E}"/>
              </a:ext>
            </a:extLst>
          </p:cNvPr>
          <p:cNvGraphicFramePr>
            <a:graphicFrameLocks noGrp="1"/>
          </p:cNvGraphicFramePr>
          <p:nvPr>
            <p:extLst>
              <p:ext uri="{D42A27DB-BD31-4B8C-83A1-F6EECF244321}">
                <p14:modId xmlns:p14="http://schemas.microsoft.com/office/powerpoint/2010/main" val="1545995730"/>
              </p:ext>
            </p:extLst>
          </p:nvPr>
        </p:nvGraphicFramePr>
        <p:xfrm>
          <a:off x="10447122" y="1830513"/>
          <a:ext cx="1281528" cy="3518646"/>
        </p:xfrm>
        <a:graphic>
          <a:graphicData uri="http://schemas.openxmlformats.org/drawingml/2006/table">
            <a:tbl>
              <a:tblPr firstRow="1">
                <a:tableStyleId>{616DA210-FB5B-4158-B5E0-FEB733F419BA}</a:tableStyleId>
              </a:tblPr>
              <a:tblGrid>
                <a:gridCol w="1281528">
                  <a:extLst>
                    <a:ext uri="{9D8B030D-6E8A-4147-A177-3AD203B41FA5}">
                      <a16:colId xmlns:a16="http://schemas.microsoft.com/office/drawing/2014/main" val="1789796942"/>
                    </a:ext>
                  </a:extLst>
                </a:gridCol>
              </a:tblGrid>
              <a:tr h="268642">
                <a:tc>
                  <a:txBody>
                    <a:bodyPr/>
                    <a:lstStyle/>
                    <a:p>
                      <a:r>
                        <a:rPr lang="en-US" sz="1100"/>
                        <a:t>FLASH</a:t>
                      </a:r>
                      <a:endParaRPr lang="en-US" sz="1100" dirty="0"/>
                    </a:p>
                  </a:txBody>
                  <a:tcPr/>
                </a:tc>
                <a:extLst>
                  <a:ext uri="{0D108BD9-81ED-4DB2-BD59-A6C34878D82A}">
                    <a16:rowId xmlns:a16="http://schemas.microsoft.com/office/drawing/2014/main" val="205368142"/>
                  </a:ext>
                </a:extLst>
              </a:tr>
              <a:tr h="268642">
                <a:tc>
                  <a:txBody>
                    <a:bodyPr/>
                    <a:lstStyle/>
                    <a:p>
                      <a:r>
                        <a:rPr lang="en-US" sz="1100"/>
                        <a:t>BOOTLOADER</a:t>
                      </a:r>
                      <a:endParaRPr lang="en-US" sz="1100" dirty="0"/>
                    </a:p>
                  </a:txBody>
                  <a:tcPr/>
                </a:tc>
                <a:extLst>
                  <a:ext uri="{0D108BD9-81ED-4DB2-BD59-A6C34878D82A}">
                    <a16:rowId xmlns:a16="http://schemas.microsoft.com/office/drawing/2014/main" val="1885841134"/>
                  </a:ext>
                </a:extLst>
              </a:tr>
              <a:tr h="442469">
                <a:tc>
                  <a:txBody>
                    <a:bodyPr/>
                    <a:lstStyle/>
                    <a:p>
                      <a:r>
                        <a:rPr lang="en-US" sz="1100"/>
                        <a:t>FIRMWARE (BSP, MEJ32, KERNEL, …)</a:t>
                      </a:r>
                      <a:endParaRPr lang="en-US" sz="1100" dirty="0"/>
                    </a:p>
                  </a:txBody>
                  <a:tcPr/>
                </a:tc>
                <a:extLst>
                  <a:ext uri="{0D108BD9-81ED-4DB2-BD59-A6C34878D82A}">
                    <a16:rowId xmlns:a16="http://schemas.microsoft.com/office/drawing/2014/main" val="2630231192"/>
                  </a:ext>
                </a:extLst>
              </a:tr>
              <a:tr h="133278">
                <a:tc>
                  <a:txBody>
                    <a:bodyPr/>
                    <a:lstStyle/>
                    <a:p>
                      <a:r>
                        <a:rPr lang="en-US" sz="1100" dirty="0"/>
                        <a:t>APPS SLOT1</a:t>
                      </a:r>
                    </a:p>
                    <a:p>
                      <a:endParaRPr lang="en-US" sz="1100" dirty="0"/>
                    </a:p>
                    <a:p>
                      <a:endParaRPr lang="en-US" sz="1100" dirty="0"/>
                    </a:p>
                    <a:p>
                      <a:endParaRPr lang="en-US" sz="1100" dirty="0"/>
                    </a:p>
                    <a:p>
                      <a:endParaRPr lang="en-US" sz="1100" dirty="0"/>
                    </a:p>
                  </a:txBody>
                  <a:tcPr/>
                </a:tc>
                <a:extLst>
                  <a:ext uri="{0D108BD9-81ED-4DB2-BD59-A6C34878D82A}">
                    <a16:rowId xmlns:a16="http://schemas.microsoft.com/office/drawing/2014/main" val="2613921703"/>
                  </a:ext>
                </a:extLst>
              </a:tr>
              <a:tr h="268642">
                <a:tc>
                  <a:txBody>
                    <a:bodyPr/>
                    <a:lstStyle/>
                    <a:p>
                      <a:r>
                        <a:rPr lang="en-US" sz="1100" dirty="0"/>
                        <a:t>APPS SLOT2</a:t>
                      </a:r>
                    </a:p>
                    <a:p>
                      <a:endParaRPr lang="en-US" sz="1100" dirty="0"/>
                    </a:p>
                    <a:p>
                      <a:endParaRPr lang="en-US" sz="1100" dirty="0"/>
                    </a:p>
                  </a:txBody>
                  <a:tcPr/>
                </a:tc>
                <a:extLst>
                  <a:ext uri="{0D108BD9-81ED-4DB2-BD59-A6C34878D82A}">
                    <a16:rowId xmlns:a16="http://schemas.microsoft.com/office/drawing/2014/main" val="595838918"/>
                  </a:ext>
                </a:extLst>
              </a:tr>
              <a:tr h="268642">
                <a:tc>
                  <a:txBody>
                    <a:bodyPr/>
                    <a:lstStyle/>
                    <a:p>
                      <a:pPr marL="0" marR="0" lvl="0" indent="0" algn="l" defTabSz="914286" rtl="0" eaLnBrk="1" fontAlgn="auto" latinLnBrk="0" hangingPunct="1">
                        <a:lnSpc>
                          <a:spcPct val="100000"/>
                        </a:lnSpc>
                        <a:spcBef>
                          <a:spcPts val="0"/>
                        </a:spcBef>
                        <a:spcAft>
                          <a:spcPts val="0"/>
                        </a:spcAft>
                        <a:buClrTx/>
                        <a:buSzTx/>
                        <a:buFontTx/>
                        <a:buNone/>
                        <a:tabLst/>
                        <a:defRPr/>
                      </a:pPr>
                      <a:r>
                        <a:rPr lang="en-US" sz="1100" dirty="0"/>
                        <a:t>APPS SLOT3</a:t>
                      </a:r>
                    </a:p>
                    <a:p>
                      <a:pPr marL="0" marR="0" lvl="0" indent="0" algn="l" defTabSz="914286" rtl="0" eaLnBrk="1" fontAlgn="auto" latinLnBrk="0" hangingPunct="1">
                        <a:lnSpc>
                          <a:spcPct val="100000"/>
                        </a:lnSpc>
                        <a:spcBef>
                          <a:spcPts val="0"/>
                        </a:spcBef>
                        <a:spcAft>
                          <a:spcPts val="0"/>
                        </a:spcAft>
                        <a:buClrTx/>
                        <a:buSzTx/>
                        <a:buFontTx/>
                        <a:buNone/>
                        <a:tabLst/>
                        <a:defRPr/>
                      </a:pPr>
                      <a:endParaRPr lang="en-US" sz="1100" dirty="0"/>
                    </a:p>
                    <a:p>
                      <a:pPr marL="0" marR="0" lvl="0" indent="0" algn="l" defTabSz="914286" rtl="0" eaLnBrk="1" fontAlgn="auto" latinLnBrk="0" hangingPunct="1">
                        <a:lnSpc>
                          <a:spcPct val="100000"/>
                        </a:lnSpc>
                        <a:spcBef>
                          <a:spcPts val="0"/>
                        </a:spcBef>
                        <a:spcAft>
                          <a:spcPts val="0"/>
                        </a:spcAft>
                        <a:buClrTx/>
                        <a:buSzTx/>
                        <a:buFontTx/>
                        <a:buNone/>
                        <a:tabLst/>
                        <a:defRPr/>
                      </a:pPr>
                      <a:endParaRPr lang="en-US" sz="1100" dirty="0"/>
                    </a:p>
                  </a:txBody>
                  <a:tcPr/>
                </a:tc>
                <a:extLst>
                  <a:ext uri="{0D108BD9-81ED-4DB2-BD59-A6C34878D82A}">
                    <a16:rowId xmlns:a16="http://schemas.microsoft.com/office/drawing/2014/main" val="4289881737"/>
                  </a:ext>
                </a:extLst>
              </a:tr>
              <a:tr h="268642">
                <a:tc>
                  <a:txBody>
                    <a:bodyPr/>
                    <a:lstStyle/>
                    <a:p>
                      <a:pPr marL="0" marR="0" lvl="0" indent="0" algn="l" defTabSz="914286" rtl="0" eaLnBrk="1" fontAlgn="auto" latinLnBrk="0" hangingPunct="1">
                        <a:lnSpc>
                          <a:spcPct val="100000"/>
                        </a:lnSpc>
                        <a:spcBef>
                          <a:spcPts val="0"/>
                        </a:spcBef>
                        <a:spcAft>
                          <a:spcPts val="0"/>
                        </a:spcAft>
                        <a:buClrTx/>
                        <a:buSzTx/>
                        <a:buFontTx/>
                        <a:buNone/>
                        <a:tabLst/>
                        <a:defRPr/>
                      </a:pPr>
                      <a:r>
                        <a:rPr lang="en-US" sz="1100" dirty="0"/>
                        <a:t>…</a:t>
                      </a:r>
                    </a:p>
                  </a:txBody>
                  <a:tcPr/>
                </a:tc>
                <a:extLst>
                  <a:ext uri="{0D108BD9-81ED-4DB2-BD59-A6C34878D82A}">
                    <a16:rowId xmlns:a16="http://schemas.microsoft.com/office/drawing/2014/main" val="1665195669"/>
                  </a:ext>
                </a:extLst>
              </a:tr>
            </a:tbl>
          </a:graphicData>
        </a:graphic>
      </p:graphicFrame>
      <p:sp>
        <p:nvSpPr>
          <p:cNvPr id="149" name="Rounded Rectangle 8">
            <a:extLst>
              <a:ext uri="{FF2B5EF4-FFF2-40B4-BE49-F238E27FC236}">
                <a16:creationId xmlns:a16="http://schemas.microsoft.com/office/drawing/2014/main" id="{2984EB42-F476-ABC8-474F-28975648C937}"/>
              </a:ext>
            </a:extLst>
          </p:cNvPr>
          <p:cNvSpPr/>
          <p:nvPr/>
        </p:nvSpPr>
        <p:spPr>
          <a:xfrm>
            <a:off x="6869414" y="2933643"/>
            <a:ext cx="2088233" cy="2368490"/>
          </a:xfrm>
          <a:prstGeom prst="roundRect">
            <a:avLst>
              <a:gd name="adj" fmla="val 6304"/>
            </a:avLst>
          </a:prstGeom>
          <a:solidFill>
            <a:schemeClr val="accent1"/>
          </a:solidFill>
          <a:ln>
            <a:no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defRPr/>
            </a:pPr>
            <a:br>
              <a:rPr lang="en-US" sz="1000" dirty="0">
                <a:solidFill>
                  <a:srgbClr val="FFFFFF"/>
                </a:solidFill>
                <a:latin typeface="Source Sans Pro Light" charset="0"/>
                <a:ea typeface="Source Sans Pro Light" charset="0"/>
                <a:cs typeface="Source Sans Pro Light" charset="0"/>
              </a:rPr>
            </a:br>
            <a:br>
              <a:rPr lang="en-US" sz="1000" dirty="0">
                <a:solidFill>
                  <a:srgbClr val="FFFFFF"/>
                </a:solidFill>
                <a:latin typeface="Source Sans Pro Light" charset="0"/>
                <a:ea typeface="Source Sans Pro Light" charset="0"/>
                <a:cs typeface="Source Sans Pro Light" charset="0"/>
              </a:rPr>
            </a:br>
            <a:br>
              <a:rPr lang="en-US" sz="1000" dirty="0">
                <a:solidFill>
                  <a:srgbClr val="FFFFFF"/>
                </a:solidFill>
                <a:latin typeface="Source Sans Pro Light" charset="0"/>
                <a:ea typeface="Source Sans Pro Light" charset="0"/>
                <a:cs typeface="Source Sans Pro Light" charset="0"/>
              </a:rPr>
            </a:br>
            <a:br>
              <a:rPr lang="en-US" sz="1000" dirty="0">
                <a:solidFill>
                  <a:srgbClr val="FFFFFF"/>
                </a:solidFill>
                <a:latin typeface="Source Sans Pro Light" charset="0"/>
                <a:ea typeface="Source Sans Pro Light" charset="0"/>
                <a:cs typeface="Source Sans Pro Light" charset="0"/>
              </a:rPr>
            </a:br>
            <a:endParaRPr lang="en-US" sz="1000" dirty="0">
              <a:solidFill>
                <a:srgbClr val="FFFFFF"/>
              </a:solidFill>
              <a:latin typeface="Source Sans Pro Light" charset="0"/>
              <a:ea typeface="Source Sans Pro Light" charset="0"/>
              <a:cs typeface="Source Sans Pro Light" charset="0"/>
            </a:endParaRPr>
          </a:p>
          <a:p>
            <a:pPr algn="ctr">
              <a:defRPr/>
            </a:pPr>
            <a:endParaRPr lang="en-US" sz="1000" dirty="0">
              <a:solidFill>
                <a:srgbClr val="FFFFFF"/>
              </a:solidFill>
              <a:latin typeface="Source Sans Pro Light" charset="0"/>
              <a:ea typeface="Source Sans Pro Light" charset="0"/>
              <a:cs typeface="Source Sans Pro Light" charset="0"/>
            </a:endParaRPr>
          </a:p>
        </p:txBody>
      </p:sp>
      <p:sp>
        <p:nvSpPr>
          <p:cNvPr id="150" name="Rounded Rectangle 9">
            <a:extLst>
              <a:ext uri="{FF2B5EF4-FFF2-40B4-BE49-F238E27FC236}">
                <a16:creationId xmlns:a16="http://schemas.microsoft.com/office/drawing/2014/main" id="{50AA588A-C9C2-77A0-8B02-C5333CA6AAEE}"/>
              </a:ext>
            </a:extLst>
          </p:cNvPr>
          <p:cNvSpPr/>
          <p:nvPr/>
        </p:nvSpPr>
        <p:spPr>
          <a:xfrm>
            <a:off x="6985045" y="3347894"/>
            <a:ext cx="843514" cy="756005"/>
          </a:xfrm>
          <a:prstGeom prst="roundRect">
            <a:avLst>
              <a:gd name="adj" fmla="val 7525"/>
            </a:avLst>
          </a:prstGeom>
          <a:solidFill>
            <a:srgbClr val="FFA300"/>
          </a:solidFill>
          <a:ln w="6350">
            <a:solidFill>
              <a:schemeClr val="bg1"/>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000" dirty="0">
                <a:solidFill>
                  <a:schemeClr val="bg1"/>
                </a:solidFill>
                <a:latin typeface="Source Sans Pro Light" charset="0"/>
                <a:ea typeface="Source Sans Pro Light" charset="0"/>
                <a:cs typeface="Source Sans Pro Light" charset="0"/>
              </a:rPr>
              <a:t>BSP &amp; C </a:t>
            </a:r>
          </a:p>
          <a:p>
            <a:pPr algn="ctr"/>
            <a:r>
              <a:rPr lang="en-US" sz="1000" dirty="0">
                <a:solidFill>
                  <a:schemeClr val="bg1"/>
                </a:solidFill>
                <a:latin typeface="Source Sans Pro Light" charset="0"/>
                <a:ea typeface="Source Sans Pro Light" charset="0"/>
                <a:cs typeface="Source Sans Pro Light" charset="0"/>
              </a:rPr>
              <a:t>code</a:t>
            </a:r>
          </a:p>
        </p:txBody>
      </p:sp>
      <p:sp>
        <p:nvSpPr>
          <p:cNvPr id="151" name="Rounded Rectangle 10">
            <a:extLst>
              <a:ext uri="{FF2B5EF4-FFF2-40B4-BE49-F238E27FC236}">
                <a16:creationId xmlns:a16="http://schemas.microsoft.com/office/drawing/2014/main" id="{62B71DF0-8276-CDB2-7157-BA5C74BF508E}"/>
              </a:ext>
            </a:extLst>
          </p:cNvPr>
          <p:cNvSpPr/>
          <p:nvPr/>
        </p:nvSpPr>
        <p:spPr>
          <a:xfrm>
            <a:off x="8000169" y="3347894"/>
            <a:ext cx="830959" cy="1706577"/>
          </a:xfrm>
          <a:prstGeom prst="roundRect">
            <a:avLst>
              <a:gd name="adj" fmla="val 7525"/>
            </a:avLst>
          </a:prstGeom>
          <a:solidFill>
            <a:schemeClr val="accent4"/>
          </a:solidFill>
          <a:ln w="9525">
            <a:solidFill>
              <a:schemeClr val="bg1"/>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defRPr/>
            </a:pPr>
            <a:r>
              <a:rPr lang="en-US" sz="1000" dirty="0">
                <a:solidFill>
                  <a:srgbClr val="FFFFFF"/>
                </a:solidFill>
                <a:latin typeface="Source Sans Pro Light" charset="0"/>
                <a:ea typeface="Source Sans Pro Light" charset="0"/>
                <a:cs typeface="Source Sans Pro Light" charset="0"/>
              </a:rPr>
              <a:t>Kernel</a:t>
            </a:r>
          </a:p>
          <a:p>
            <a:pPr algn="ctr">
              <a:defRPr/>
            </a:pPr>
            <a:r>
              <a:rPr lang="en-US" sz="1000" dirty="0">
                <a:solidFill>
                  <a:srgbClr val="FFFFFF"/>
                </a:solidFill>
                <a:latin typeface="Source Sans Pro Light" charset="0"/>
                <a:ea typeface="Source Sans Pro Light" charset="0"/>
                <a:cs typeface="Source Sans Pro Light" charset="0"/>
              </a:rPr>
              <a:t>Application</a:t>
            </a:r>
          </a:p>
        </p:txBody>
      </p:sp>
      <p:sp>
        <p:nvSpPr>
          <p:cNvPr id="152" name="Rounded Rectangle 11">
            <a:extLst>
              <a:ext uri="{FF2B5EF4-FFF2-40B4-BE49-F238E27FC236}">
                <a16:creationId xmlns:a16="http://schemas.microsoft.com/office/drawing/2014/main" id="{3C259B83-E312-0609-E6B0-A81774187A64}"/>
              </a:ext>
            </a:extLst>
          </p:cNvPr>
          <p:cNvSpPr/>
          <p:nvPr/>
        </p:nvSpPr>
        <p:spPr>
          <a:xfrm>
            <a:off x="6993052" y="4296061"/>
            <a:ext cx="835507" cy="758108"/>
          </a:xfrm>
          <a:prstGeom prst="roundRect">
            <a:avLst>
              <a:gd name="adj" fmla="val 7525"/>
            </a:avLst>
          </a:prstGeom>
          <a:solidFill>
            <a:schemeClr val="bg1"/>
          </a:solidFill>
          <a:ln>
            <a:no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defRPr/>
            </a:pPr>
            <a:endParaRPr lang="en-US" sz="1000" dirty="0">
              <a:solidFill>
                <a:srgbClr val="FFFFFF"/>
              </a:solidFill>
              <a:latin typeface="Source Sans Pro Light" charset="0"/>
              <a:ea typeface="Source Sans Pro Light" charset="0"/>
              <a:cs typeface="Source Sans Pro Light" charset="0"/>
            </a:endParaRPr>
          </a:p>
        </p:txBody>
      </p:sp>
      <p:grpSp>
        <p:nvGrpSpPr>
          <p:cNvPr id="153" name="Group 152">
            <a:extLst>
              <a:ext uri="{FF2B5EF4-FFF2-40B4-BE49-F238E27FC236}">
                <a16:creationId xmlns:a16="http://schemas.microsoft.com/office/drawing/2014/main" id="{CCA20F08-1093-08DD-03CD-279E85A1270F}"/>
              </a:ext>
            </a:extLst>
          </p:cNvPr>
          <p:cNvGrpSpPr/>
          <p:nvPr/>
        </p:nvGrpSpPr>
        <p:grpSpPr>
          <a:xfrm>
            <a:off x="6804834" y="2925869"/>
            <a:ext cx="344751" cy="303135"/>
            <a:chOff x="3528000" y="4663584"/>
            <a:chExt cx="344751" cy="303135"/>
          </a:xfrm>
        </p:grpSpPr>
        <p:sp>
          <p:nvSpPr>
            <p:cNvPr id="154" name="Bande diagonale 197">
              <a:extLst>
                <a:ext uri="{FF2B5EF4-FFF2-40B4-BE49-F238E27FC236}">
                  <a16:creationId xmlns:a16="http://schemas.microsoft.com/office/drawing/2014/main" id="{AE548987-C072-90EE-DFE6-DBFBEC8374A9}"/>
                </a:ext>
              </a:extLst>
            </p:cNvPr>
            <p:cNvSpPr/>
            <p:nvPr/>
          </p:nvSpPr>
          <p:spPr>
            <a:xfrm>
              <a:off x="3592923" y="4686891"/>
              <a:ext cx="279828" cy="279828"/>
            </a:xfrm>
            <a:prstGeom prst="diagStripe">
              <a:avLst>
                <a:gd name="adj" fmla="val 41991"/>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dirty="0">
                <a:solidFill>
                  <a:srgbClr val="FFFFFF"/>
                </a:solidFill>
                <a:latin typeface="Source Sans Pro Light" charset="0"/>
                <a:ea typeface="Source Sans Pro Light" charset="0"/>
                <a:cs typeface="Source Sans Pro Light" charset="0"/>
              </a:endParaRPr>
            </a:p>
          </p:txBody>
        </p:sp>
        <p:sp>
          <p:nvSpPr>
            <p:cNvPr id="155" name="ZoneTexte 198">
              <a:extLst>
                <a:ext uri="{FF2B5EF4-FFF2-40B4-BE49-F238E27FC236}">
                  <a16:creationId xmlns:a16="http://schemas.microsoft.com/office/drawing/2014/main" id="{5CDA30CD-6C3D-D6D9-7C72-39E4D7C4147B}"/>
                </a:ext>
              </a:extLst>
            </p:cNvPr>
            <p:cNvSpPr txBox="1"/>
            <p:nvPr/>
          </p:nvSpPr>
          <p:spPr>
            <a:xfrm rot="18945775">
              <a:off x="3528000" y="4663584"/>
              <a:ext cx="333746" cy="230832"/>
            </a:xfrm>
            <a:prstGeom prst="rect">
              <a:avLst/>
            </a:prstGeom>
            <a:noFill/>
          </p:spPr>
          <p:txBody>
            <a:bodyPr wrap="none" rtlCol="0">
              <a:spAutoFit/>
            </a:bodyPr>
            <a:lstStyle/>
            <a:p>
              <a:pPr>
                <a:defRPr/>
              </a:pPr>
              <a:r>
                <a:rPr lang="en-US" sz="900" dirty="0">
                  <a:solidFill>
                    <a:srgbClr val="FFFFFF"/>
                  </a:solidFill>
                  <a:latin typeface="Source Sans Pro Light" charset="0"/>
                  <a:ea typeface="Source Sans Pro Light" charset="0"/>
                  <a:cs typeface="Source Sans Pro Light" charset="0"/>
                </a:rPr>
                <a:t>bin</a:t>
              </a:r>
            </a:p>
          </p:txBody>
        </p:sp>
      </p:grpSp>
      <p:sp>
        <p:nvSpPr>
          <p:cNvPr id="156" name="Rectangle 155">
            <a:extLst>
              <a:ext uri="{FF2B5EF4-FFF2-40B4-BE49-F238E27FC236}">
                <a16:creationId xmlns:a16="http://schemas.microsoft.com/office/drawing/2014/main" id="{A0ABB23C-926E-9F9B-9508-D8732AF0CC14}"/>
              </a:ext>
            </a:extLst>
          </p:cNvPr>
          <p:cNvSpPr/>
          <p:nvPr/>
        </p:nvSpPr>
        <p:spPr>
          <a:xfrm>
            <a:off x="6937662" y="4294021"/>
            <a:ext cx="871306" cy="219744"/>
          </a:xfrm>
          <a:prstGeom prst="rect">
            <a:avLst/>
          </a:prstGeom>
          <a:noFill/>
          <a:ln>
            <a:noFill/>
          </a:ln>
          <a:effectLst/>
        </p:spPr>
        <p:style>
          <a:lnRef idx="2">
            <a:schemeClr val="dk1">
              <a:shade val="50000"/>
            </a:schemeClr>
          </a:lnRef>
          <a:fillRef idx="1">
            <a:schemeClr val="dk1"/>
          </a:fillRef>
          <a:effectRef idx="0">
            <a:schemeClr val="dk1"/>
          </a:effectRef>
          <a:fontRef idx="minor">
            <a:schemeClr val="lt1"/>
          </a:fontRef>
        </p:style>
        <p:txBody>
          <a:bodyPr rtlCol="0" anchor="t"/>
          <a:lstStyle/>
          <a:p>
            <a:pPr algn="ctr">
              <a:defRPr/>
            </a:pPr>
            <a:r>
              <a:rPr lang="en-US" sz="1000" b="1" dirty="0">
                <a:solidFill>
                  <a:schemeClr val="tx1"/>
                </a:solidFill>
                <a:latin typeface="Source Sans Pro" charset="0"/>
                <a:ea typeface="Source Sans Pro" charset="0"/>
                <a:cs typeface="Source Sans Pro" charset="0"/>
              </a:rPr>
              <a:t>MEJ32 Core</a:t>
            </a:r>
          </a:p>
        </p:txBody>
      </p:sp>
      <p:pic>
        <p:nvPicPr>
          <p:cNvPr id="157" name="Picture 156">
            <a:extLst>
              <a:ext uri="{FF2B5EF4-FFF2-40B4-BE49-F238E27FC236}">
                <a16:creationId xmlns:a16="http://schemas.microsoft.com/office/drawing/2014/main" id="{A5680825-9B71-2649-B8DD-8F0208D20C2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171783" y="4520847"/>
            <a:ext cx="456454" cy="459496"/>
          </a:xfrm>
          <a:prstGeom prst="rect">
            <a:avLst/>
          </a:prstGeom>
        </p:spPr>
      </p:pic>
      <p:sp>
        <p:nvSpPr>
          <p:cNvPr id="158" name="Rectangle 157">
            <a:extLst>
              <a:ext uri="{FF2B5EF4-FFF2-40B4-BE49-F238E27FC236}">
                <a16:creationId xmlns:a16="http://schemas.microsoft.com/office/drawing/2014/main" id="{5EB2A1A5-1299-494B-5A86-9D580769635F}"/>
              </a:ext>
            </a:extLst>
          </p:cNvPr>
          <p:cNvSpPr/>
          <p:nvPr/>
        </p:nvSpPr>
        <p:spPr>
          <a:xfrm>
            <a:off x="6869415" y="2965979"/>
            <a:ext cx="1337755" cy="246221"/>
          </a:xfrm>
          <a:prstGeom prst="rect">
            <a:avLst/>
          </a:prstGeom>
        </p:spPr>
        <p:txBody>
          <a:bodyPr wrap="square">
            <a:spAutoFit/>
          </a:bodyPr>
          <a:lstStyle/>
          <a:p>
            <a:pPr algn="ctr">
              <a:defRPr/>
            </a:pPr>
            <a:r>
              <a:rPr lang="en-US" sz="1000" b="1" dirty="0">
                <a:solidFill>
                  <a:srgbClr val="FFFFFF"/>
                </a:solidFill>
                <a:cs typeface="Arial" panose="020B0604020202020204" pitchFamily="34" charset="0"/>
              </a:rPr>
              <a:t>Kernel UID #1234</a:t>
            </a:r>
          </a:p>
        </p:txBody>
      </p:sp>
      <p:pic>
        <p:nvPicPr>
          <p:cNvPr id="164" name="Picture 163">
            <a:extLst>
              <a:ext uri="{FF2B5EF4-FFF2-40B4-BE49-F238E27FC236}">
                <a16:creationId xmlns:a16="http://schemas.microsoft.com/office/drawing/2014/main" id="{59AA9FA1-85AE-B3AB-FBDF-C594DC324A8D}"/>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673564" y="3104206"/>
            <a:ext cx="812842" cy="812842"/>
          </a:xfrm>
          <a:prstGeom prst="rect">
            <a:avLst/>
          </a:prstGeom>
        </p:spPr>
      </p:pic>
      <p:sp>
        <p:nvSpPr>
          <p:cNvPr id="166" name="TextBox 165">
            <a:extLst>
              <a:ext uri="{FF2B5EF4-FFF2-40B4-BE49-F238E27FC236}">
                <a16:creationId xmlns:a16="http://schemas.microsoft.com/office/drawing/2014/main" id="{8578D8A2-675D-DD30-F6DB-7FE81EA87EB3}"/>
              </a:ext>
            </a:extLst>
          </p:cNvPr>
          <p:cNvSpPr txBox="1"/>
          <p:nvPr/>
        </p:nvSpPr>
        <p:spPr>
          <a:xfrm>
            <a:off x="9018847" y="3796436"/>
            <a:ext cx="1269850" cy="1015663"/>
          </a:xfrm>
          <a:prstGeom prst="rect">
            <a:avLst/>
          </a:prstGeom>
          <a:noFill/>
        </p:spPr>
        <p:txBody>
          <a:bodyPr wrap="square" rtlCol="0">
            <a:spAutoFit/>
          </a:bodyPr>
          <a:lstStyle/>
          <a:p>
            <a:pPr algn="ctr"/>
            <a:r>
              <a:rPr lang="en-US" sz="1200" dirty="0">
                <a:solidFill>
                  <a:schemeClr val="tx2"/>
                </a:solidFill>
                <a:latin typeface="Source Sans Pro" charset="0"/>
                <a:ea typeface="Source Sans Pro" charset="0"/>
                <a:cs typeface="Source Sans Pro" charset="0"/>
              </a:rPr>
              <a:t>Install / link the application chunk-by-chunk in predefined flash sectors</a:t>
            </a:r>
          </a:p>
        </p:txBody>
      </p:sp>
      <p:cxnSp>
        <p:nvCxnSpPr>
          <p:cNvPr id="177" name="Elbow Connector 68">
            <a:extLst>
              <a:ext uri="{FF2B5EF4-FFF2-40B4-BE49-F238E27FC236}">
                <a16:creationId xmlns:a16="http://schemas.microsoft.com/office/drawing/2014/main" id="{5E4B21AC-CA22-B0ED-F513-98A59A8CED39}"/>
              </a:ext>
            </a:extLst>
          </p:cNvPr>
          <p:cNvCxnSpPr>
            <a:cxnSpLocks/>
            <a:stCxn id="18" idx="3"/>
            <a:endCxn id="149" idx="0"/>
          </p:cNvCxnSpPr>
          <p:nvPr/>
        </p:nvCxnSpPr>
        <p:spPr>
          <a:xfrm>
            <a:off x="6577210" y="711445"/>
            <a:ext cx="1336321" cy="2222198"/>
          </a:xfrm>
          <a:prstGeom prst="bentConnector2">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2" name="TextBox 181">
            <a:extLst>
              <a:ext uri="{FF2B5EF4-FFF2-40B4-BE49-F238E27FC236}">
                <a16:creationId xmlns:a16="http://schemas.microsoft.com/office/drawing/2014/main" id="{D7701CC4-5A2C-AE1E-692F-28CE61451432}"/>
              </a:ext>
            </a:extLst>
          </p:cNvPr>
          <p:cNvSpPr txBox="1"/>
          <p:nvPr/>
        </p:nvSpPr>
        <p:spPr>
          <a:xfrm>
            <a:off x="6811433" y="825968"/>
            <a:ext cx="837943" cy="276999"/>
          </a:xfrm>
          <a:prstGeom prst="rect">
            <a:avLst/>
          </a:prstGeom>
          <a:noFill/>
        </p:spPr>
        <p:txBody>
          <a:bodyPr wrap="square" rtlCol="0">
            <a:spAutoFit/>
          </a:bodyPr>
          <a:lstStyle/>
          <a:p>
            <a:pPr algn="ctr"/>
            <a:r>
              <a:rPr lang="en-US" sz="1200" dirty="0">
                <a:solidFill>
                  <a:schemeClr val="tx2"/>
                </a:solidFill>
                <a:latin typeface="Source Sans Pro" charset="0"/>
                <a:ea typeface="Source Sans Pro" charset="0"/>
                <a:cs typeface="Source Sans Pro" charset="0"/>
              </a:rPr>
              <a:t>Deploy</a:t>
            </a:r>
          </a:p>
        </p:txBody>
      </p:sp>
      <p:grpSp>
        <p:nvGrpSpPr>
          <p:cNvPr id="183" name="Group 182">
            <a:extLst>
              <a:ext uri="{FF2B5EF4-FFF2-40B4-BE49-F238E27FC236}">
                <a16:creationId xmlns:a16="http://schemas.microsoft.com/office/drawing/2014/main" id="{56903686-D36C-D95D-4060-1841EEB6BE08}"/>
              </a:ext>
            </a:extLst>
          </p:cNvPr>
          <p:cNvGrpSpPr/>
          <p:nvPr/>
        </p:nvGrpSpPr>
        <p:grpSpPr>
          <a:xfrm>
            <a:off x="7041538" y="605838"/>
            <a:ext cx="388172" cy="235744"/>
            <a:chOff x="5608520" y="1587969"/>
            <a:chExt cx="388172" cy="235744"/>
          </a:xfrm>
        </p:grpSpPr>
        <p:pic>
          <p:nvPicPr>
            <p:cNvPr id="184" name="Picture 183">
              <a:extLst>
                <a:ext uri="{FF2B5EF4-FFF2-40B4-BE49-F238E27FC236}">
                  <a16:creationId xmlns:a16="http://schemas.microsoft.com/office/drawing/2014/main" id="{18AA5FEE-83E7-7B9B-8EC2-1C9E36FCF7C3}"/>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664198" y="1587969"/>
              <a:ext cx="266378" cy="235744"/>
            </a:xfrm>
            <a:prstGeom prst="rect">
              <a:avLst/>
            </a:prstGeom>
          </p:spPr>
        </p:pic>
        <p:sp>
          <p:nvSpPr>
            <p:cNvPr id="185" name="TextBox 184">
              <a:extLst>
                <a:ext uri="{FF2B5EF4-FFF2-40B4-BE49-F238E27FC236}">
                  <a16:creationId xmlns:a16="http://schemas.microsoft.com/office/drawing/2014/main" id="{8398FDCE-8B67-F694-ADDC-67BD12C54852}"/>
                </a:ext>
              </a:extLst>
            </p:cNvPr>
            <p:cNvSpPr txBox="1"/>
            <p:nvPr/>
          </p:nvSpPr>
          <p:spPr>
            <a:xfrm>
              <a:off x="5608520" y="1607266"/>
              <a:ext cx="388172" cy="184666"/>
            </a:xfrm>
            <a:prstGeom prst="rect">
              <a:avLst/>
            </a:prstGeom>
            <a:noFill/>
          </p:spPr>
          <p:txBody>
            <a:bodyPr vert="horz" wrap="square" lIns="0" tIns="0" rIns="0" bIns="0" numCol="1" spcCol="288000" rtlCol="0" anchor="t" anchorCtr="0">
              <a:spAutoFit/>
            </a:bodyPr>
            <a:lstStyle/>
            <a:p>
              <a:pPr algn="ctr">
                <a:spcBef>
                  <a:spcPts val="0"/>
                </a:spcBef>
                <a:spcAft>
                  <a:spcPts val="600"/>
                </a:spcAft>
              </a:pPr>
              <a:r>
                <a:rPr lang="en-US" sz="1200" spc="0" dirty="0">
                  <a:ln>
                    <a:noFill/>
                  </a:ln>
                  <a:solidFill>
                    <a:schemeClr val="tx2"/>
                  </a:solidFill>
                  <a:latin typeface="Source Sans Pro Light" charset="0"/>
                  <a:ea typeface="Source Sans Pro Light" charset="0"/>
                  <a:cs typeface="Source Sans Pro Light" charset="0"/>
                </a:rPr>
                <a:t>1</a:t>
              </a:r>
            </a:p>
          </p:txBody>
        </p:sp>
      </p:grpSp>
      <p:cxnSp>
        <p:nvCxnSpPr>
          <p:cNvPr id="196" name="Straight Arrow Connector 195">
            <a:extLst>
              <a:ext uri="{FF2B5EF4-FFF2-40B4-BE49-F238E27FC236}">
                <a16:creationId xmlns:a16="http://schemas.microsoft.com/office/drawing/2014/main" id="{164E3882-2E1D-6C73-2578-B8B620BCAD49}"/>
              </a:ext>
            </a:extLst>
          </p:cNvPr>
          <p:cNvCxnSpPr>
            <a:cxnSpLocks/>
          </p:cNvCxnSpPr>
          <p:nvPr/>
        </p:nvCxnSpPr>
        <p:spPr>
          <a:xfrm>
            <a:off x="8957647" y="3662339"/>
            <a:ext cx="1693509"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67" name="Group 166">
            <a:extLst>
              <a:ext uri="{FF2B5EF4-FFF2-40B4-BE49-F238E27FC236}">
                <a16:creationId xmlns:a16="http://schemas.microsoft.com/office/drawing/2014/main" id="{CAD83400-09A5-2353-E4D3-8744D6B71390}"/>
              </a:ext>
            </a:extLst>
          </p:cNvPr>
          <p:cNvGrpSpPr/>
          <p:nvPr/>
        </p:nvGrpSpPr>
        <p:grpSpPr>
          <a:xfrm>
            <a:off x="9424273" y="3560692"/>
            <a:ext cx="388172" cy="235744"/>
            <a:chOff x="5608520" y="1587969"/>
            <a:chExt cx="388172" cy="235744"/>
          </a:xfrm>
        </p:grpSpPr>
        <p:pic>
          <p:nvPicPr>
            <p:cNvPr id="168" name="Picture 167">
              <a:extLst>
                <a:ext uri="{FF2B5EF4-FFF2-40B4-BE49-F238E27FC236}">
                  <a16:creationId xmlns:a16="http://schemas.microsoft.com/office/drawing/2014/main" id="{1C4545C6-0C9B-FD8C-B91A-2ED66F85ECE9}"/>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664198" y="1587969"/>
              <a:ext cx="266378" cy="235744"/>
            </a:xfrm>
            <a:prstGeom prst="rect">
              <a:avLst/>
            </a:prstGeom>
          </p:spPr>
        </p:pic>
        <p:sp>
          <p:nvSpPr>
            <p:cNvPr id="169" name="TextBox 168">
              <a:extLst>
                <a:ext uri="{FF2B5EF4-FFF2-40B4-BE49-F238E27FC236}">
                  <a16:creationId xmlns:a16="http://schemas.microsoft.com/office/drawing/2014/main" id="{59811E68-7620-B648-812F-A577A64723D2}"/>
                </a:ext>
              </a:extLst>
            </p:cNvPr>
            <p:cNvSpPr txBox="1"/>
            <p:nvPr/>
          </p:nvSpPr>
          <p:spPr>
            <a:xfrm>
              <a:off x="5608520" y="1607266"/>
              <a:ext cx="388172" cy="184666"/>
            </a:xfrm>
            <a:prstGeom prst="rect">
              <a:avLst/>
            </a:prstGeom>
            <a:noFill/>
          </p:spPr>
          <p:txBody>
            <a:bodyPr vert="horz" wrap="square" lIns="0" tIns="0" rIns="0" bIns="0" numCol="1" spcCol="288000" rtlCol="0" anchor="t" anchorCtr="0">
              <a:spAutoFit/>
            </a:bodyPr>
            <a:lstStyle/>
            <a:p>
              <a:pPr algn="ctr">
                <a:spcBef>
                  <a:spcPts val="0"/>
                </a:spcBef>
                <a:spcAft>
                  <a:spcPts val="600"/>
                </a:spcAft>
              </a:pPr>
              <a:r>
                <a:rPr lang="en-US" sz="1200" spc="0" dirty="0">
                  <a:ln>
                    <a:noFill/>
                  </a:ln>
                  <a:solidFill>
                    <a:schemeClr val="tx2"/>
                  </a:solidFill>
                  <a:latin typeface="Source Sans Pro Light" charset="0"/>
                  <a:ea typeface="Source Sans Pro Light" charset="0"/>
                  <a:cs typeface="Source Sans Pro Light" charset="0"/>
                </a:rPr>
                <a:t>2</a:t>
              </a:r>
            </a:p>
          </p:txBody>
        </p:sp>
      </p:grpSp>
      <p:pic>
        <p:nvPicPr>
          <p:cNvPr id="201" name="Picture 200">
            <a:extLst>
              <a:ext uri="{FF2B5EF4-FFF2-40B4-BE49-F238E27FC236}">
                <a16:creationId xmlns:a16="http://schemas.microsoft.com/office/drawing/2014/main" id="{A0FAB0F8-2558-2EDC-C643-ACC695ADB86E}"/>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0628002" y="3087371"/>
            <a:ext cx="324794" cy="324794"/>
          </a:xfrm>
          <a:prstGeom prst="rect">
            <a:avLst/>
          </a:prstGeom>
        </p:spPr>
      </p:pic>
      <p:cxnSp>
        <p:nvCxnSpPr>
          <p:cNvPr id="203" name="Straight Arrow Connector 202">
            <a:extLst>
              <a:ext uri="{FF2B5EF4-FFF2-40B4-BE49-F238E27FC236}">
                <a16:creationId xmlns:a16="http://schemas.microsoft.com/office/drawing/2014/main" id="{2CD8F2AA-C4C4-A1F1-E679-BF3F351838D8}"/>
              </a:ext>
            </a:extLst>
          </p:cNvPr>
          <p:cNvCxnSpPr>
            <a:cxnSpLocks/>
          </p:cNvCxnSpPr>
          <p:nvPr/>
        </p:nvCxnSpPr>
        <p:spPr>
          <a:xfrm>
            <a:off x="2942858" y="3191637"/>
            <a:ext cx="131570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97" name="Group 96">
            <a:extLst>
              <a:ext uri="{FF2B5EF4-FFF2-40B4-BE49-F238E27FC236}">
                <a16:creationId xmlns:a16="http://schemas.microsoft.com/office/drawing/2014/main" id="{45685CBE-7E6B-60D6-3A67-57D51E56D491}"/>
              </a:ext>
            </a:extLst>
          </p:cNvPr>
          <p:cNvGrpSpPr/>
          <p:nvPr/>
        </p:nvGrpSpPr>
        <p:grpSpPr>
          <a:xfrm>
            <a:off x="3292358" y="3066890"/>
            <a:ext cx="388172" cy="235744"/>
            <a:chOff x="5608520" y="1587969"/>
            <a:chExt cx="388172" cy="235744"/>
          </a:xfrm>
        </p:grpSpPr>
        <p:pic>
          <p:nvPicPr>
            <p:cNvPr id="98" name="Picture 97">
              <a:extLst>
                <a:ext uri="{FF2B5EF4-FFF2-40B4-BE49-F238E27FC236}">
                  <a16:creationId xmlns:a16="http://schemas.microsoft.com/office/drawing/2014/main" id="{CED50C46-AE7A-B662-3BD5-0B0221738508}"/>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664198" y="1587969"/>
              <a:ext cx="266378" cy="235744"/>
            </a:xfrm>
            <a:prstGeom prst="rect">
              <a:avLst/>
            </a:prstGeom>
          </p:spPr>
        </p:pic>
        <p:sp>
          <p:nvSpPr>
            <p:cNvPr id="99" name="TextBox 98">
              <a:extLst>
                <a:ext uri="{FF2B5EF4-FFF2-40B4-BE49-F238E27FC236}">
                  <a16:creationId xmlns:a16="http://schemas.microsoft.com/office/drawing/2014/main" id="{3E2C1876-E258-D067-A1A0-952A3238FC58}"/>
                </a:ext>
              </a:extLst>
            </p:cNvPr>
            <p:cNvSpPr txBox="1"/>
            <p:nvPr/>
          </p:nvSpPr>
          <p:spPr>
            <a:xfrm>
              <a:off x="5608520" y="1607266"/>
              <a:ext cx="388172" cy="184666"/>
            </a:xfrm>
            <a:prstGeom prst="rect">
              <a:avLst/>
            </a:prstGeom>
            <a:noFill/>
          </p:spPr>
          <p:txBody>
            <a:bodyPr vert="horz" wrap="square" lIns="0" tIns="0" rIns="0" bIns="0" numCol="1" spcCol="288000" rtlCol="0" anchor="t" anchorCtr="0">
              <a:spAutoFit/>
            </a:bodyPr>
            <a:lstStyle/>
            <a:p>
              <a:pPr algn="ctr">
                <a:spcBef>
                  <a:spcPts val="0"/>
                </a:spcBef>
                <a:spcAft>
                  <a:spcPts val="600"/>
                </a:spcAft>
              </a:pPr>
              <a:r>
                <a:rPr lang="en-US" sz="1200" dirty="0">
                  <a:solidFill>
                    <a:schemeClr val="tx2"/>
                  </a:solidFill>
                  <a:latin typeface="Source Sans Pro Light" charset="0"/>
                  <a:ea typeface="Source Sans Pro Light" charset="0"/>
                  <a:cs typeface="Source Sans Pro Light" charset="0"/>
                </a:rPr>
                <a:t>4</a:t>
              </a:r>
              <a:endParaRPr lang="en-US" sz="1200" spc="0" dirty="0">
                <a:ln>
                  <a:noFill/>
                </a:ln>
                <a:solidFill>
                  <a:schemeClr val="tx2"/>
                </a:solidFill>
                <a:latin typeface="Source Sans Pro Light" charset="0"/>
                <a:ea typeface="Source Sans Pro Light" charset="0"/>
                <a:cs typeface="Source Sans Pro Light" charset="0"/>
              </a:endParaRPr>
            </a:p>
          </p:txBody>
        </p:sp>
      </p:grpSp>
      <p:sp>
        <p:nvSpPr>
          <p:cNvPr id="205" name="TextBox 204">
            <a:extLst>
              <a:ext uri="{FF2B5EF4-FFF2-40B4-BE49-F238E27FC236}">
                <a16:creationId xmlns:a16="http://schemas.microsoft.com/office/drawing/2014/main" id="{3C96F745-ECC8-3A47-7596-647F2348E9BE}"/>
              </a:ext>
            </a:extLst>
          </p:cNvPr>
          <p:cNvSpPr txBox="1"/>
          <p:nvPr/>
        </p:nvSpPr>
        <p:spPr>
          <a:xfrm>
            <a:off x="9248087" y="3277901"/>
            <a:ext cx="688474" cy="276999"/>
          </a:xfrm>
          <a:prstGeom prst="rect">
            <a:avLst/>
          </a:prstGeom>
          <a:noFill/>
        </p:spPr>
        <p:txBody>
          <a:bodyPr wrap="square" rtlCol="0">
            <a:spAutoFit/>
          </a:bodyPr>
          <a:lstStyle/>
          <a:p>
            <a:pPr algn="ctr"/>
            <a:r>
              <a:rPr lang="en-US" sz="1200" dirty="0">
                <a:solidFill>
                  <a:schemeClr val="tx2"/>
                </a:solidFill>
                <a:latin typeface="Source Sans Pro" charset="0"/>
                <a:ea typeface="Source Sans Pro" charset="0"/>
                <a:cs typeface="Source Sans Pro" charset="0"/>
              </a:rPr>
              <a:t>Execute</a:t>
            </a:r>
          </a:p>
        </p:txBody>
      </p:sp>
      <p:cxnSp>
        <p:nvCxnSpPr>
          <p:cNvPr id="206" name="Straight Arrow Connector 205">
            <a:extLst>
              <a:ext uri="{FF2B5EF4-FFF2-40B4-BE49-F238E27FC236}">
                <a16:creationId xmlns:a16="http://schemas.microsoft.com/office/drawing/2014/main" id="{B44666A0-B266-E73C-5D8E-F4EFF36DAAF3}"/>
              </a:ext>
            </a:extLst>
          </p:cNvPr>
          <p:cNvCxnSpPr>
            <a:cxnSpLocks/>
          </p:cNvCxnSpPr>
          <p:nvPr/>
        </p:nvCxnSpPr>
        <p:spPr>
          <a:xfrm>
            <a:off x="8957192" y="3259870"/>
            <a:ext cx="167081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207" name="Group 206">
            <a:extLst>
              <a:ext uri="{FF2B5EF4-FFF2-40B4-BE49-F238E27FC236}">
                <a16:creationId xmlns:a16="http://schemas.microsoft.com/office/drawing/2014/main" id="{9FAFED5E-020B-E609-C60C-98F777279B12}"/>
              </a:ext>
            </a:extLst>
          </p:cNvPr>
          <p:cNvGrpSpPr/>
          <p:nvPr/>
        </p:nvGrpSpPr>
        <p:grpSpPr>
          <a:xfrm>
            <a:off x="9392268" y="3113978"/>
            <a:ext cx="388172" cy="235744"/>
            <a:chOff x="5608520" y="1587969"/>
            <a:chExt cx="388172" cy="235744"/>
          </a:xfrm>
        </p:grpSpPr>
        <p:pic>
          <p:nvPicPr>
            <p:cNvPr id="208" name="Picture 207">
              <a:extLst>
                <a:ext uri="{FF2B5EF4-FFF2-40B4-BE49-F238E27FC236}">
                  <a16:creationId xmlns:a16="http://schemas.microsoft.com/office/drawing/2014/main" id="{4A9807D5-AB28-B3B2-C8FA-DD992969BCEF}"/>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664198" y="1587969"/>
              <a:ext cx="266378" cy="235744"/>
            </a:xfrm>
            <a:prstGeom prst="rect">
              <a:avLst/>
            </a:prstGeom>
          </p:spPr>
        </p:pic>
        <p:sp>
          <p:nvSpPr>
            <p:cNvPr id="209" name="TextBox 208">
              <a:extLst>
                <a:ext uri="{FF2B5EF4-FFF2-40B4-BE49-F238E27FC236}">
                  <a16:creationId xmlns:a16="http://schemas.microsoft.com/office/drawing/2014/main" id="{37ED2169-2013-405E-C45F-07FE75CDCA2A}"/>
                </a:ext>
              </a:extLst>
            </p:cNvPr>
            <p:cNvSpPr txBox="1"/>
            <p:nvPr/>
          </p:nvSpPr>
          <p:spPr>
            <a:xfrm>
              <a:off x="5608520" y="1607266"/>
              <a:ext cx="388172" cy="184666"/>
            </a:xfrm>
            <a:prstGeom prst="rect">
              <a:avLst/>
            </a:prstGeom>
            <a:noFill/>
          </p:spPr>
          <p:txBody>
            <a:bodyPr vert="horz" wrap="square" lIns="0" tIns="0" rIns="0" bIns="0" numCol="1" spcCol="288000" rtlCol="0" anchor="t" anchorCtr="0">
              <a:spAutoFit/>
            </a:bodyPr>
            <a:lstStyle/>
            <a:p>
              <a:pPr algn="ctr">
                <a:spcBef>
                  <a:spcPts val="0"/>
                </a:spcBef>
                <a:spcAft>
                  <a:spcPts val="600"/>
                </a:spcAft>
              </a:pPr>
              <a:r>
                <a:rPr lang="en-US" sz="1200" spc="0" dirty="0">
                  <a:ln>
                    <a:noFill/>
                  </a:ln>
                  <a:solidFill>
                    <a:schemeClr val="tx2"/>
                  </a:solidFill>
                  <a:latin typeface="Source Sans Pro Light" charset="0"/>
                  <a:ea typeface="Source Sans Pro Light" charset="0"/>
                  <a:cs typeface="Source Sans Pro Light" charset="0"/>
                </a:rPr>
                <a:t>3</a:t>
              </a:r>
            </a:p>
          </p:txBody>
        </p:sp>
      </p:grpSp>
      <p:pic>
        <p:nvPicPr>
          <p:cNvPr id="213" name="Picture 212">
            <a:extLst>
              <a:ext uri="{FF2B5EF4-FFF2-40B4-BE49-F238E27FC236}">
                <a16:creationId xmlns:a16="http://schemas.microsoft.com/office/drawing/2014/main" id="{6E4E4CE8-2E5D-E130-3F75-A1830FAEDC92}"/>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258558" y="3054852"/>
            <a:ext cx="324794" cy="324794"/>
          </a:xfrm>
          <a:prstGeom prst="rect">
            <a:avLst/>
          </a:prstGeom>
        </p:spPr>
      </p:pic>
      <p:sp>
        <p:nvSpPr>
          <p:cNvPr id="220" name="TextBox 219">
            <a:extLst>
              <a:ext uri="{FF2B5EF4-FFF2-40B4-BE49-F238E27FC236}">
                <a16:creationId xmlns:a16="http://schemas.microsoft.com/office/drawing/2014/main" id="{6D0BCB8C-608B-2349-B9BE-503CAC8A0683}"/>
              </a:ext>
            </a:extLst>
          </p:cNvPr>
          <p:cNvSpPr txBox="1"/>
          <p:nvPr/>
        </p:nvSpPr>
        <p:spPr>
          <a:xfrm>
            <a:off x="1105831" y="5581085"/>
            <a:ext cx="4178053" cy="307777"/>
          </a:xfrm>
          <a:prstGeom prst="rect">
            <a:avLst/>
          </a:prstGeom>
          <a:noFill/>
        </p:spPr>
        <p:txBody>
          <a:bodyPr vert="horz" wrap="square" lIns="0" tIns="0" rIns="0" bIns="0" numCol="1" spcCol="288000" rtlCol="0" anchor="t" anchorCtr="0">
            <a:spAutoFit/>
          </a:bodyPr>
          <a:lstStyle/>
          <a:p>
            <a:pPr algn="ctr">
              <a:spcBef>
                <a:spcPts val="0"/>
              </a:spcBef>
              <a:spcAft>
                <a:spcPts val="600"/>
              </a:spcAft>
            </a:pPr>
            <a:r>
              <a:rPr lang="en-US" sz="2000" b="1" i="0" spc="0" dirty="0">
                <a:ln>
                  <a:noFill/>
                </a:ln>
                <a:solidFill>
                  <a:schemeClr val="tx2"/>
                </a:solidFill>
                <a:latin typeface="+mj-lt"/>
                <a:ea typeface="Source Sans Pro Light" charset="0"/>
                <a:cs typeface="Source Sans Pro Light" charset="0"/>
              </a:rPr>
              <a:t>SHADOWING (Copy to RAM) </a:t>
            </a:r>
          </a:p>
        </p:txBody>
      </p:sp>
      <p:sp>
        <p:nvSpPr>
          <p:cNvPr id="221" name="TextBox 220">
            <a:extLst>
              <a:ext uri="{FF2B5EF4-FFF2-40B4-BE49-F238E27FC236}">
                <a16:creationId xmlns:a16="http://schemas.microsoft.com/office/drawing/2014/main" id="{D2157E12-ECD3-F6CE-0EC9-88D64CDD051B}"/>
              </a:ext>
            </a:extLst>
          </p:cNvPr>
          <p:cNvSpPr txBox="1"/>
          <p:nvPr/>
        </p:nvSpPr>
        <p:spPr>
          <a:xfrm>
            <a:off x="7609157" y="5529989"/>
            <a:ext cx="3787633" cy="307777"/>
          </a:xfrm>
          <a:prstGeom prst="rect">
            <a:avLst/>
          </a:prstGeom>
          <a:noFill/>
        </p:spPr>
        <p:txBody>
          <a:bodyPr vert="horz" wrap="square" lIns="0" tIns="0" rIns="0" bIns="0" numCol="1" spcCol="288000" rtlCol="0" anchor="t" anchorCtr="0">
            <a:spAutoFit/>
          </a:bodyPr>
          <a:lstStyle/>
          <a:p>
            <a:pPr algn="ctr">
              <a:spcBef>
                <a:spcPts val="0"/>
              </a:spcBef>
              <a:spcAft>
                <a:spcPts val="600"/>
              </a:spcAft>
            </a:pPr>
            <a:r>
              <a:rPr lang="en-US" sz="2000" b="1" i="0" spc="0" dirty="0">
                <a:ln>
                  <a:noFill/>
                </a:ln>
                <a:solidFill>
                  <a:schemeClr val="tx2"/>
                </a:solidFill>
                <a:latin typeface="+mj-lt"/>
                <a:ea typeface="Source Sans Pro Light" charset="0"/>
                <a:cs typeface="Source Sans Pro Light" charset="0"/>
              </a:rPr>
              <a:t>XIP - EXECUTE-IN-PLACE (FLASH)</a:t>
            </a:r>
          </a:p>
        </p:txBody>
      </p:sp>
    </p:spTree>
    <p:extLst>
      <p:ext uri="{BB962C8B-B14F-4D97-AF65-F5344CB8AC3E}">
        <p14:creationId xmlns:p14="http://schemas.microsoft.com/office/powerpoint/2010/main" val="526935451"/>
      </p:ext>
    </p:extLst>
  </p:cSld>
  <p:clrMapOvr>
    <a:masterClrMapping/>
  </p:clrMapOvr>
</p:sld>
</file>

<file path=ppt/theme/theme1.xml><?xml version="1.0" encoding="utf-8"?>
<a:theme xmlns:a="http://schemas.openxmlformats.org/drawingml/2006/main" name="Template-MicroEJ">
  <a:themeElements>
    <a:clrScheme name="MICROEJ Colors">
      <a:dk1>
        <a:srgbClr val="4B5357"/>
      </a:dk1>
      <a:lt1>
        <a:srgbClr val="FFFFFF"/>
      </a:lt1>
      <a:dk2>
        <a:srgbClr val="717D83"/>
      </a:dk2>
      <a:lt2>
        <a:srgbClr val="CBD3D7"/>
      </a:lt2>
      <a:accent1>
        <a:srgbClr val="EE502E"/>
      </a:accent1>
      <a:accent2>
        <a:srgbClr val="00AEC7"/>
      </a:accent2>
      <a:accent3>
        <a:srgbClr val="FFC845"/>
      </a:accent3>
      <a:accent4>
        <a:srgbClr val="6CC24A"/>
      </a:accent4>
      <a:accent5>
        <a:srgbClr val="48A13E"/>
      </a:accent5>
      <a:accent6>
        <a:srgbClr val="F7A330"/>
      </a:accent6>
      <a:hlink>
        <a:srgbClr val="CF4520"/>
      </a:hlink>
      <a:folHlink>
        <a:srgbClr val="008EAA"/>
      </a:folHlink>
    </a:clrScheme>
    <a:fontScheme name="MicroEJ">
      <a:majorFont>
        <a:latin typeface="Calibri Light"/>
        <a:ea typeface=""/>
        <a:cs typeface=""/>
      </a:majorFont>
      <a:minorFont>
        <a:latin typeface="Calibri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vert="horz" wrap="square" lIns="0" tIns="0" rIns="0" bIns="0" numCol="1" spcCol="288000" rtlCol="0" anchor="t" anchorCtr="0">
        <a:spAutoFit/>
      </a:bodyPr>
      <a:lstStyle>
        <a:defPPr algn="l">
          <a:spcBef>
            <a:spcPts val="0"/>
          </a:spcBef>
          <a:spcAft>
            <a:spcPts val="600"/>
          </a:spcAft>
          <a:defRPr sz="1400" b="0" i="0" spc="0" dirty="0" smtClean="0">
            <a:ln>
              <a:noFill/>
            </a:ln>
            <a:solidFill>
              <a:schemeClr val="tx2"/>
            </a:solidFill>
            <a:latin typeface="Source Sans Pro Light" charset="0"/>
            <a:ea typeface="Source Sans Pro Light" charset="0"/>
            <a:cs typeface="Source Sans Pro Light" charset="0"/>
          </a:defRPr>
        </a:defPPr>
      </a:lstStyle>
    </a:txDef>
  </a:objectDefaults>
  <a:extraClrSchemeLst/>
  <a:extLst>
    <a:ext uri="{05A4C25C-085E-4340-85A3-A5531E510DB2}">
      <thm15:themeFamily xmlns:thm15="http://schemas.microsoft.com/office/thememl/2012/main" name="Presentation1" id="{EE3A07ED-0379-E24A-BC90-FACFD2A0C780}" vid="{80386DEA-1A03-5749-9349-642315992A9F}"/>
    </a:ext>
  </a:extLst>
</a:theme>
</file>

<file path=ppt/theme/theme2.xml><?xml version="1.0" encoding="utf-8"?>
<a:theme xmlns:a="http://schemas.openxmlformats.org/drawingml/2006/main" name="Theme1">
  <a:themeElements>
    <a:clrScheme name="MICROEJ Colors">
      <a:dk1>
        <a:srgbClr val="4B5357"/>
      </a:dk1>
      <a:lt1>
        <a:srgbClr val="FFFFFF"/>
      </a:lt1>
      <a:dk2>
        <a:srgbClr val="717D83"/>
      </a:dk2>
      <a:lt2>
        <a:srgbClr val="CBD3D7"/>
      </a:lt2>
      <a:accent1>
        <a:srgbClr val="EE502E"/>
      </a:accent1>
      <a:accent2>
        <a:srgbClr val="00AEC7"/>
      </a:accent2>
      <a:accent3>
        <a:srgbClr val="FFC845"/>
      </a:accent3>
      <a:accent4>
        <a:srgbClr val="6CC24A"/>
      </a:accent4>
      <a:accent5>
        <a:srgbClr val="48A13E"/>
      </a:accent5>
      <a:accent6>
        <a:srgbClr val="F7A330"/>
      </a:accent6>
      <a:hlink>
        <a:srgbClr val="CF4520"/>
      </a:hlink>
      <a:folHlink>
        <a:srgbClr val="008EAA"/>
      </a:folHlink>
    </a:clrScheme>
    <a:fontScheme name="MICOREJ / Font charter">
      <a:majorFont>
        <a:latin typeface="Source Sans Pro"/>
        <a:ea typeface=""/>
        <a:cs typeface=""/>
      </a:majorFont>
      <a:minorFont>
        <a:latin typeface="Source Sans Pro"/>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vert="horz" wrap="square" lIns="0" tIns="0" rIns="0" bIns="0" numCol="1" spcCol="288000" rtlCol="0" anchor="t" anchorCtr="0">
        <a:spAutoFit/>
      </a:bodyPr>
      <a:lstStyle>
        <a:defPPr algn="l">
          <a:spcBef>
            <a:spcPts val="0"/>
          </a:spcBef>
          <a:spcAft>
            <a:spcPts val="600"/>
          </a:spcAft>
          <a:defRPr sz="1400" b="0" i="0" spc="0" dirty="0" smtClean="0">
            <a:ln>
              <a:noFill/>
            </a:ln>
            <a:solidFill>
              <a:schemeClr val="tx2"/>
            </a:solidFill>
            <a:latin typeface="Source Sans Pro Light" charset="0"/>
            <a:ea typeface="Source Sans Pro Light" charset="0"/>
            <a:cs typeface="Source Sans Pro Light" charset="0"/>
          </a:defRPr>
        </a:defPPr>
      </a:lstStyle>
    </a:txDef>
  </a:objectDefaults>
  <a:extraClrSchemeLst/>
  <a:extLst>
    <a:ext uri="{05A4C25C-085E-4340-85A3-A5531E510DB2}">
      <thm15:themeFamily xmlns:thm15="http://schemas.microsoft.com/office/thememl/2012/main" name="Presentation1" id="{EE3A07ED-0379-E24A-BC90-FACFD2A0C780}" vid="{A964CB80-56DF-884E-837B-88722CDEAB88}"/>
    </a:ext>
  </a:extLst>
</a:theme>
</file>

<file path=ppt/theme/theme3.xml><?xml version="1.0" encoding="utf-8"?>
<a:theme xmlns:a="http://schemas.openxmlformats.org/drawingml/2006/main" name="1_Theme1">
  <a:themeElements>
    <a:clrScheme name="MICROEJ Colors">
      <a:dk1>
        <a:srgbClr val="4B5357"/>
      </a:dk1>
      <a:lt1>
        <a:srgbClr val="FFFFFF"/>
      </a:lt1>
      <a:dk2>
        <a:srgbClr val="717D83"/>
      </a:dk2>
      <a:lt2>
        <a:srgbClr val="CBD3D7"/>
      </a:lt2>
      <a:accent1>
        <a:srgbClr val="EE502E"/>
      </a:accent1>
      <a:accent2>
        <a:srgbClr val="00AEC7"/>
      </a:accent2>
      <a:accent3>
        <a:srgbClr val="FFC845"/>
      </a:accent3>
      <a:accent4>
        <a:srgbClr val="6CC24A"/>
      </a:accent4>
      <a:accent5>
        <a:srgbClr val="48A13E"/>
      </a:accent5>
      <a:accent6>
        <a:srgbClr val="F7A330"/>
      </a:accent6>
      <a:hlink>
        <a:srgbClr val="CF4520"/>
      </a:hlink>
      <a:folHlink>
        <a:srgbClr val="008EAA"/>
      </a:folHlink>
    </a:clrScheme>
    <a:fontScheme name="MICOREJ / Font charter">
      <a:majorFont>
        <a:latin typeface="Source Sans Pro"/>
        <a:ea typeface=""/>
        <a:cs typeface=""/>
      </a:majorFont>
      <a:minorFont>
        <a:latin typeface="Source Sans Pro"/>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vert="horz" wrap="square" lIns="0" tIns="0" rIns="0" bIns="0" numCol="1" spcCol="288000" rtlCol="0" anchor="t" anchorCtr="0">
        <a:spAutoFit/>
      </a:bodyPr>
      <a:lstStyle>
        <a:defPPr algn="l">
          <a:spcBef>
            <a:spcPts val="0"/>
          </a:spcBef>
          <a:spcAft>
            <a:spcPts val="600"/>
          </a:spcAft>
          <a:defRPr sz="1400" b="0" i="0" spc="0" dirty="0" smtClean="0">
            <a:ln>
              <a:noFill/>
            </a:ln>
            <a:solidFill>
              <a:schemeClr val="tx2"/>
            </a:solidFill>
            <a:latin typeface="Source Sans Pro Light" charset="0"/>
            <a:ea typeface="Source Sans Pro Light" charset="0"/>
            <a:cs typeface="Source Sans Pro Light" charset="0"/>
          </a:defRPr>
        </a:defPPr>
      </a:lstStyle>
    </a:txDef>
  </a:objectDefaults>
  <a:extraClrSchemeLst/>
  <a:extLst>
    <a:ext uri="{05A4C25C-085E-4340-85A3-A5531E510DB2}">
      <thm15:themeFamily xmlns:thm15="http://schemas.microsoft.com/office/thememl/2012/main" name="Presentation1" id="{EE3A07ED-0379-E24A-BC90-FACFD2A0C780}" vid="{A964CB80-56DF-884E-837B-88722CDEAB88}"/>
    </a:ext>
  </a:extLst>
</a:theme>
</file>

<file path=ppt/theme/theme4.xml><?xml version="1.0" encoding="utf-8"?>
<a:theme xmlns:a="http://schemas.openxmlformats.org/drawingml/2006/main" name="2_Theme1">
  <a:themeElements>
    <a:clrScheme name="MICROEJ Colors">
      <a:dk1>
        <a:srgbClr val="4B5357"/>
      </a:dk1>
      <a:lt1>
        <a:srgbClr val="FFFFFF"/>
      </a:lt1>
      <a:dk2>
        <a:srgbClr val="717D83"/>
      </a:dk2>
      <a:lt2>
        <a:srgbClr val="CBD3D7"/>
      </a:lt2>
      <a:accent1>
        <a:srgbClr val="EE502E"/>
      </a:accent1>
      <a:accent2>
        <a:srgbClr val="00AEC7"/>
      </a:accent2>
      <a:accent3>
        <a:srgbClr val="FFC845"/>
      </a:accent3>
      <a:accent4>
        <a:srgbClr val="6CC24A"/>
      </a:accent4>
      <a:accent5>
        <a:srgbClr val="48A13E"/>
      </a:accent5>
      <a:accent6>
        <a:srgbClr val="F7A330"/>
      </a:accent6>
      <a:hlink>
        <a:srgbClr val="CF4520"/>
      </a:hlink>
      <a:folHlink>
        <a:srgbClr val="008EAA"/>
      </a:folHlink>
    </a:clrScheme>
    <a:fontScheme name="MICOREJ / Font charter">
      <a:majorFont>
        <a:latin typeface="Source Sans Pro"/>
        <a:ea typeface=""/>
        <a:cs typeface=""/>
      </a:majorFont>
      <a:minorFont>
        <a:latin typeface="Source Sans Pro"/>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vert="horz" wrap="square" lIns="0" tIns="0" rIns="0" bIns="0" numCol="1" spcCol="288000" rtlCol="0" anchor="t" anchorCtr="0">
        <a:spAutoFit/>
      </a:bodyPr>
      <a:lstStyle>
        <a:defPPr algn="l">
          <a:spcBef>
            <a:spcPts val="0"/>
          </a:spcBef>
          <a:spcAft>
            <a:spcPts val="600"/>
          </a:spcAft>
          <a:defRPr sz="1400" b="0" i="0" spc="0" dirty="0" smtClean="0">
            <a:ln>
              <a:noFill/>
            </a:ln>
            <a:solidFill>
              <a:schemeClr val="tx2"/>
            </a:solidFill>
            <a:latin typeface="Source Sans Pro Light" charset="0"/>
            <a:ea typeface="Source Sans Pro Light" charset="0"/>
            <a:cs typeface="Source Sans Pro Light" charset="0"/>
          </a:defRPr>
        </a:defPPr>
      </a:lstStyle>
    </a:txDef>
  </a:objectDefaults>
  <a:extraClrSchemeLst/>
  <a:extLst>
    <a:ext uri="{05A4C25C-085E-4340-85A3-A5531E510DB2}">
      <thm15:themeFamily xmlns:thm15="http://schemas.microsoft.com/office/thememl/2012/main" name="Presentation1" id="{EE3A07ED-0379-E24A-BC90-FACFD2A0C780}" vid="{A964CB80-56DF-884E-837B-88722CDEAB88}"/>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Template_16-9_Microej_Charter</Template>
  <TotalTime>3009</TotalTime>
  <Words>261</Words>
  <Application>Microsoft Office PowerPoint</Application>
  <PresentationFormat>Widescreen</PresentationFormat>
  <Paragraphs>99</Paragraphs>
  <Slides>2</Slides>
  <Notes>0</Notes>
  <HiddenSlides>0</HiddenSlides>
  <MMClips>0</MMClips>
  <ScaleCrop>false</ScaleCrop>
  <HeadingPairs>
    <vt:vector size="6" baseType="variant">
      <vt:variant>
        <vt:lpstr>Fonts Used</vt:lpstr>
      </vt:variant>
      <vt:variant>
        <vt:i4>10</vt:i4>
      </vt:variant>
      <vt:variant>
        <vt:lpstr>Theme</vt:lpstr>
      </vt:variant>
      <vt:variant>
        <vt:i4>4</vt:i4>
      </vt:variant>
      <vt:variant>
        <vt:lpstr>Slide Titles</vt:lpstr>
      </vt:variant>
      <vt:variant>
        <vt:i4>2</vt:i4>
      </vt:variant>
    </vt:vector>
  </HeadingPairs>
  <TitlesOfParts>
    <vt:vector size="16" baseType="lpstr">
      <vt:lpstr>Arial</vt:lpstr>
      <vt:lpstr>Brandon Grotesque Black</vt:lpstr>
      <vt:lpstr>Calibri Light</vt:lpstr>
      <vt:lpstr>Calibri Regular</vt:lpstr>
      <vt:lpstr>Consolas</vt:lpstr>
      <vt:lpstr>Courier New</vt:lpstr>
      <vt:lpstr>Source Sans Pro</vt:lpstr>
      <vt:lpstr>Source Sans Pro Black</vt:lpstr>
      <vt:lpstr>Source Sans Pro ExtraLight</vt:lpstr>
      <vt:lpstr>Source Sans Pro Light</vt:lpstr>
      <vt:lpstr>Template-MicroEJ</vt:lpstr>
      <vt:lpstr>Theme1</vt:lpstr>
      <vt:lpstr>1_Theme1</vt:lpstr>
      <vt:lpstr>2_Theme1</vt:lpstr>
      <vt:lpstr>.FO Differential update</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Pierre Rivron</dc:creator>
  <cp:keywords/>
  <dc:description/>
  <cp:lastModifiedBy>Alex Colleux</cp:lastModifiedBy>
  <cp:revision>364</cp:revision>
  <cp:lastPrinted>2019-09-26T12:34:57Z</cp:lastPrinted>
  <dcterms:created xsi:type="dcterms:W3CDTF">2019-10-29T10:44:00Z</dcterms:created>
  <dcterms:modified xsi:type="dcterms:W3CDTF">2026-01-20T18:03:14Z</dcterms:modified>
  <cp:category/>
</cp:coreProperties>
</file>