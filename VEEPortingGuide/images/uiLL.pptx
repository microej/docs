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7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C24A"/>
    <a:srgbClr val="EE502E"/>
    <a:srgbClr val="00AEC7"/>
    <a:srgbClr val="2F52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141" autoAdjust="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202D6-4449-4ABC-9430-570B72DCED4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71954-9953-446B-A15A-2CCA1609A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81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71954-9953-446B-A15A-2CCA1609A68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772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71954-9953-446B-A15A-2CCA1609A68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916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B4F43-84C6-4C31-96E2-1A996ED47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8E0FF4-DCF5-4810-9C00-F3F06D5B9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03CF5-DEF1-4561-8FAF-F98066BD2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A1B9A-38D1-4FCE-AE6A-33C92EB9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C88BE-B7EA-4171-8C34-CBA90D0E1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740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9EC86-E61C-49D6-AAB4-4630B344F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5F489-7CBF-468E-BA5B-D290A5E91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A7153-1222-4EC3-AC9D-ECCB904F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11EA9-EE30-429E-AFBD-917D55FA7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91054-D1DB-43F0-8581-E8A1112CA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00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77EC-02E6-4AFF-AD6C-768614A58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6D1D3-8B52-4C91-9B9E-17AD5D7D1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268E9-16A3-4BE7-A2E6-E2D5AABAF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185F4-F0BA-43B7-97F6-86DB83C19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38FEF-3790-4631-8840-576C6675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233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39C1B-A02D-45FD-A30D-44BA72CDD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90539-121C-4851-AF21-61C73EF60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A0A1A-DE48-4EE8-AE16-CEEAE7CAB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32D29-6C94-4E6C-A94C-26D9382EE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30D8B-F6CE-4501-A72E-EB1F05229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41E3B-55CD-438E-974F-C755E7018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2280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D1A07-46AB-4F5C-BC2C-0F759892F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D8EF1-64E9-4513-834E-C5294BBDA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2E047-70B5-4B73-A34D-5BB0E7E06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6F72D5-9B66-4386-AD3E-4C00452C5C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1B0189-D729-41A1-A71C-4974F1F3B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E9C43-9307-4F39-8157-449631F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3C6D11-FC96-4EB6-BA78-A26D1CCAE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16095A-B45E-4CBD-A743-6A44D4944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752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7F548-5F20-4CDB-8854-48AC91237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20CE11-E770-4AB2-A894-57891DB63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D6BBCD-710F-4D14-9DA5-C2D5015E6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D35110-B72C-4535-BF5C-563B11AC7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42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B2F87B-792E-4727-B26F-3CDEF741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E001D-D90A-4555-9F96-1EE582F2D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57866-3B07-4D2B-82BB-2F7AF60B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91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6B04D-014E-4091-9C17-77F22EEF4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2B130-26E5-412E-8E45-DD310F5F9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C0F14-D0CC-43D7-8255-1A34DAAB7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4852D-1D05-4527-9F04-907428DC2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D57EBB-7990-470C-8F50-7424331F0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F7FB4-9F95-4E59-9D75-70F8244A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7301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B9887-D220-4EF5-A31D-11B0B593B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EF76AC-8A79-45D8-8786-2B9BC8DB8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F701E9-326C-4A58-B952-73BA1607E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26D51-DCC2-44C6-85EC-9507791A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9AF22-89F7-4976-A4C4-794DA65B7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DA8C5-1F53-424F-A875-F46679722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2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6D4C-F086-4CD9-8F90-111A27232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D62904-E10A-4F1F-B7F5-AAEBED79B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073DC-3E5F-47E9-9CDA-51CB2B5C3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F33D9-B661-449F-AB94-C18B7A189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31E2C-5A65-43A1-A7CD-BF414FC8E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51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9CA1A5-8592-4248-B536-CBC614B8E5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C4D69F-DBCE-44C2-ABBE-A52ACD3F2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966C9-6CC8-45E3-885E-20DABC6E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5FC7D-4C0A-47D6-8B54-259E05EDF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B7763-BB08-42C6-8ACB-3F5EEBFA6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499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9E6A8B-045C-4370-AA4A-5FF97BE7D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BF7B4-3F9F-40BB-975A-E4CD52A0B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91A15-2E88-4E2B-B68B-2F45728D0F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E490F-3C58-4723-900A-BAE1380DB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AD2B0-1896-4A16-9B78-47A19CCB2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71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62">
            <a:extLst>
              <a:ext uri="{FF2B5EF4-FFF2-40B4-BE49-F238E27FC236}">
                <a16:creationId xmlns:a16="http://schemas.microsoft.com/office/drawing/2014/main" id="{13401AA6-A8D3-48B9-830A-340BEBBC99FB}"/>
              </a:ext>
            </a:extLst>
          </p:cNvPr>
          <p:cNvSpPr/>
          <p:nvPr/>
        </p:nvSpPr>
        <p:spPr>
          <a:xfrm>
            <a:off x="332218" y="3941146"/>
            <a:ext cx="5433083" cy="955073"/>
          </a:xfrm>
          <a:prstGeom prst="roundRect">
            <a:avLst>
              <a:gd name="adj" fmla="val 5059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Rounded Rectangle 62">
            <a:extLst>
              <a:ext uri="{FF2B5EF4-FFF2-40B4-BE49-F238E27FC236}">
                <a16:creationId xmlns:a16="http://schemas.microsoft.com/office/drawing/2014/main" id="{58AE33E7-3B7F-46CA-ADB5-436638BCC465}"/>
              </a:ext>
            </a:extLst>
          </p:cNvPr>
          <p:cNvSpPr/>
          <p:nvPr/>
        </p:nvSpPr>
        <p:spPr>
          <a:xfrm>
            <a:off x="8229600" y="3941147"/>
            <a:ext cx="3811007" cy="1286635"/>
          </a:xfrm>
          <a:prstGeom prst="roundRect">
            <a:avLst>
              <a:gd name="adj" fmla="val 8146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Rounded Rectangle 62">
            <a:extLst>
              <a:ext uri="{FF2B5EF4-FFF2-40B4-BE49-F238E27FC236}">
                <a16:creationId xmlns:a16="http://schemas.microsoft.com/office/drawing/2014/main" id="{B239E5AC-5DEE-4254-AFE1-434552419997}"/>
              </a:ext>
            </a:extLst>
          </p:cNvPr>
          <p:cNvSpPr/>
          <p:nvPr/>
        </p:nvSpPr>
        <p:spPr>
          <a:xfrm>
            <a:off x="321535" y="1282850"/>
            <a:ext cx="11719072" cy="2158725"/>
          </a:xfrm>
          <a:prstGeom prst="roundRect">
            <a:avLst>
              <a:gd name="adj" fmla="val 5059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A1B6700A-6999-4EF9-AFD6-C118830EC500}"/>
              </a:ext>
            </a:extLst>
          </p:cNvPr>
          <p:cNvSpPr/>
          <p:nvPr/>
        </p:nvSpPr>
        <p:spPr>
          <a:xfrm>
            <a:off x="4001867" y="1820333"/>
            <a:ext cx="1645920" cy="288000"/>
          </a:xfrm>
          <a:prstGeom prst="roundRect">
            <a:avLst/>
          </a:prstGeom>
          <a:solidFill>
            <a:srgbClr val="6CC2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Graphics Engine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B796CC1-F8ED-43A6-AE21-7F6FA80A001F}"/>
              </a:ext>
            </a:extLst>
          </p:cNvPr>
          <p:cNvSpPr/>
          <p:nvPr/>
        </p:nvSpPr>
        <p:spPr>
          <a:xfrm>
            <a:off x="4001867" y="2611477"/>
            <a:ext cx="1645920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LLUI_DISPLAY_impl.h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Rounded Rectangle 15">
            <a:extLst>
              <a:ext uri="{FF2B5EF4-FFF2-40B4-BE49-F238E27FC236}">
                <a16:creationId xmlns:a16="http://schemas.microsoft.com/office/drawing/2014/main" id="{5C966CDA-1EBB-48EA-AC16-022FFBFC3ACF}"/>
              </a:ext>
            </a:extLst>
          </p:cNvPr>
          <p:cNvSpPr/>
          <p:nvPr/>
        </p:nvSpPr>
        <p:spPr>
          <a:xfrm>
            <a:off x="479375" y="1419682"/>
            <a:ext cx="9645102" cy="288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tx2"/>
                </a:solidFill>
              </a:rPr>
              <a:t>MICROUI-3.0</a:t>
            </a:r>
          </a:p>
        </p:txBody>
      </p:sp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095D8A88-ACB9-49C2-BADC-666B799FB62D}"/>
              </a:ext>
            </a:extLst>
          </p:cNvPr>
          <p:cNvSpPr/>
          <p:nvPr/>
        </p:nvSpPr>
        <p:spPr>
          <a:xfrm>
            <a:off x="8478557" y="1820333"/>
            <a:ext cx="1645920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LLUI_PAINTER_impl.h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Rounded Rectangle 19">
            <a:extLst>
              <a:ext uri="{FF2B5EF4-FFF2-40B4-BE49-F238E27FC236}">
                <a16:creationId xmlns:a16="http://schemas.microsoft.com/office/drawing/2014/main" id="{86171E10-EFF4-4063-BDAF-EFD427E659D4}"/>
              </a:ext>
            </a:extLst>
          </p:cNvPr>
          <p:cNvSpPr/>
          <p:nvPr/>
        </p:nvSpPr>
        <p:spPr>
          <a:xfrm>
            <a:off x="8478557" y="4432159"/>
            <a:ext cx="1645920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ui_drawing.h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434EAEF-0DC6-4D56-8FDB-667CD52CF390}"/>
              </a:ext>
            </a:extLst>
          </p:cNvPr>
          <p:cNvSpPr/>
          <p:nvPr/>
        </p:nvSpPr>
        <p:spPr>
          <a:xfrm>
            <a:off x="5765301" y="2226369"/>
            <a:ext cx="1280160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 err="1">
                <a:solidFill>
                  <a:schemeClr val="bg1"/>
                </a:solidFill>
              </a:rPr>
              <a:t>ui_drawing_soft.h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4FAF90-B7D6-48CD-AB2A-C5DC2F661945}"/>
              </a:ext>
            </a:extLst>
          </p:cNvPr>
          <p:cNvSpPr/>
          <p:nvPr/>
        </p:nvSpPr>
        <p:spPr>
          <a:xfrm>
            <a:off x="8229600" y="3664148"/>
            <a:ext cx="27678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CCO - </a:t>
            </a:r>
            <a:r>
              <a:rPr lang="en-US" sz="1200" dirty="0" err="1"/>
              <a:t>com.microej.clibrary.llimpl#microui</a:t>
            </a:r>
            <a:endParaRPr lang="en-US" sz="1200" dirty="0"/>
          </a:p>
        </p:txBody>
      </p:sp>
      <p:sp>
        <p:nvSpPr>
          <p:cNvPr id="25" name="Rounded Rectangle 29">
            <a:extLst>
              <a:ext uri="{FF2B5EF4-FFF2-40B4-BE49-F238E27FC236}">
                <a16:creationId xmlns:a16="http://schemas.microsoft.com/office/drawing/2014/main" id="{6B4FEE64-729E-466E-949E-C24D6C2654B7}"/>
              </a:ext>
            </a:extLst>
          </p:cNvPr>
          <p:cNvSpPr/>
          <p:nvPr/>
        </p:nvSpPr>
        <p:spPr>
          <a:xfrm>
            <a:off x="8478557" y="4074147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LLUI_PAINTER_impl.c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7" name="Rounded Rectangle 31">
            <a:extLst>
              <a:ext uri="{FF2B5EF4-FFF2-40B4-BE49-F238E27FC236}">
                <a16:creationId xmlns:a16="http://schemas.microsoft.com/office/drawing/2014/main" id="{C735D29A-CCB8-497C-AB88-7FF4DDC0A405}"/>
              </a:ext>
            </a:extLst>
          </p:cNvPr>
          <p:cNvSpPr/>
          <p:nvPr/>
        </p:nvSpPr>
        <p:spPr>
          <a:xfrm>
            <a:off x="4001867" y="2219599"/>
            <a:ext cx="1645920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LLUI_DISPLAY.h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1D98C80-760D-41F1-9913-2F96AEEBC8F4}"/>
              </a:ext>
            </a:extLst>
          </p:cNvPr>
          <p:cNvSpPr/>
          <p:nvPr/>
        </p:nvSpPr>
        <p:spPr>
          <a:xfrm>
            <a:off x="2242810" y="2625826"/>
            <a:ext cx="1645920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LLUI_INPUT_impl.h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1" name="Rounded Rectangle 34">
            <a:extLst>
              <a:ext uri="{FF2B5EF4-FFF2-40B4-BE49-F238E27FC236}">
                <a16:creationId xmlns:a16="http://schemas.microsoft.com/office/drawing/2014/main" id="{DB34D9E8-77F0-4DDC-B501-9D0ADCD10393}"/>
              </a:ext>
            </a:extLst>
          </p:cNvPr>
          <p:cNvSpPr/>
          <p:nvPr/>
        </p:nvSpPr>
        <p:spPr>
          <a:xfrm>
            <a:off x="2242810" y="2243524"/>
            <a:ext cx="1645920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LLUI_INPUT.h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3" name="Rounded Rectangle 39">
            <a:extLst>
              <a:ext uri="{FF2B5EF4-FFF2-40B4-BE49-F238E27FC236}">
                <a16:creationId xmlns:a16="http://schemas.microsoft.com/office/drawing/2014/main" id="{082E1A94-96F0-477A-86D0-C304A8EE457A}"/>
              </a:ext>
            </a:extLst>
          </p:cNvPr>
          <p:cNvSpPr/>
          <p:nvPr/>
        </p:nvSpPr>
        <p:spPr>
          <a:xfrm>
            <a:off x="479375" y="2625826"/>
            <a:ext cx="1645920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LLUI_LED_impl.h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5" name="Rounded Rectangle 40">
            <a:extLst>
              <a:ext uri="{FF2B5EF4-FFF2-40B4-BE49-F238E27FC236}">
                <a16:creationId xmlns:a16="http://schemas.microsoft.com/office/drawing/2014/main" id="{C89B4220-B9E4-487B-BBBE-B403464AA876}"/>
              </a:ext>
            </a:extLst>
          </p:cNvPr>
          <p:cNvSpPr/>
          <p:nvPr/>
        </p:nvSpPr>
        <p:spPr>
          <a:xfrm>
            <a:off x="10213862" y="4078547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LLDW_PAINTER_impl.c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7" name="Rounded Rectangle 41">
            <a:extLst>
              <a:ext uri="{FF2B5EF4-FFF2-40B4-BE49-F238E27FC236}">
                <a16:creationId xmlns:a16="http://schemas.microsoft.com/office/drawing/2014/main" id="{26A72297-D3A0-45D8-A817-12CE5A38DA98}"/>
              </a:ext>
            </a:extLst>
          </p:cNvPr>
          <p:cNvSpPr/>
          <p:nvPr/>
        </p:nvSpPr>
        <p:spPr>
          <a:xfrm>
            <a:off x="10213862" y="1419682"/>
            <a:ext cx="1645920" cy="288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tx2"/>
                </a:solidFill>
              </a:rPr>
              <a:t>DRAWING-1.0</a:t>
            </a:r>
          </a:p>
        </p:txBody>
      </p:sp>
      <p:sp>
        <p:nvSpPr>
          <p:cNvPr id="39" name="Rounded Rectangle 42">
            <a:extLst>
              <a:ext uri="{FF2B5EF4-FFF2-40B4-BE49-F238E27FC236}">
                <a16:creationId xmlns:a16="http://schemas.microsoft.com/office/drawing/2014/main" id="{9A26067F-6975-486A-B9D9-65FE64D32F7D}"/>
              </a:ext>
            </a:extLst>
          </p:cNvPr>
          <p:cNvSpPr/>
          <p:nvPr/>
        </p:nvSpPr>
        <p:spPr>
          <a:xfrm>
            <a:off x="10213862" y="1803599"/>
            <a:ext cx="1645920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LLDW_PAINTER_impl.h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1" name="Rounded Rectangle 43">
            <a:extLst>
              <a:ext uri="{FF2B5EF4-FFF2-40B4-BE49-F238E27FC236}">
                <a16:creationId xmlns:a16="http://schemas.microsoft.com/office/drawing/2014/main" id="{E617D3FF-F74E-4B83-AD00-7531189127CC}"/>
              </a:ext>
            </a:extLst>
          </p:cNvPr>
          <p:cNvSpPr/>
          <p:nvPr/>
        </p:nvSpPr>
        <p:spPr>
          <a:xfrm>
            <a:off x="2242810" y="1837488"/>
            <a:ext cx="1645920" cy="288000"/>
          </a:xfrm>
          <a:prstGeom prst="roundRect">
            <a:avLst/>
          </a:prstGeom>
          <a:solidFill>
            <a:srgbClr val="6CC2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Event Engine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6B34BBD-ECEF-47DD-9E55-4CA4015DDD4F}"/>
              </a:ext>
            </a:extLst>
          </p:cNvPr>
          <p:cNvSpPr/>
          <p:nvPr/>
        </p:nvSpPr>
        <p:spPr>
          <a:xfrm>
            <a:off x="332218" y="3628961"/>
            <a:ext cx="4138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BSP</a:t>
            </a:r>
          </a:p>
        </p:txBody>
      </p:sp>
      <p:sp>
        <p:nvSpPr>
          <p:cNvPr id="45" name="Rounded Rectangle 46">
            <a:extLst>
              <a:ext uri="{FF2B5EF4-FFF2-40B4-BE49-F238E27FC236}">
                <a16:creationId xmlns:a16="http://schemas.microsoft.com/office/drawing/2014/main" id="{3006C0CE-84FA-4D8C-A786-4B4DE7EDDE2E}"/>
              </a:ext>
            </a:extLst>
          </p:cNvPr>
          <p:cNvSpPr/>
          <p:nvPr/>
        </p:nvSpPr>
        <p:spPr>
          <a:xfrm>
            <a:off x="2242810" y="4074147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LLUI_INPUT_impl.c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7" name="Rounded Rectangle 47">
            <a:extLst>
              <a:ext uri="{FF2B5EF4-FFF2-40B4-BE49-F238E27FC236}">
                <a16:creationId xmlns:a16="http://schemas.microsoft.com/office/drawing/2014/main" id="{A5694037-ABF2-42AE-836E-F23DABEAF555}"/>
              </a:ext>
            </a:extLst>
          </p:cNvPr>
          <p:cNvSpPr/>
          <p:nvPr/>
        </p:nvSpPr>
        <p:spPr>
          <a:xfrm>
            <a:off x="4001867" y="4074147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LLUI_DISPLAY_impl.c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1353A18-7AED-4983-963D-7743C7D308A0}"/>
              </a:ext>
            </a:extLst>
          </p:cNvPr>
          <p:cNvSpPr/>
          <p:nvPr/>
        </p:nvSpPr>
        <p:spPr>
          <a:xfrm>
            <a:off x="479375" y="4074147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LLUI_LED_impl.c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1" name="Rounded Rectangle 19">
            <a:extLst>
              <a:ext uri="{FF2B5EF4-FFF2-40B4-BE49-F238E27FC236}">
                <a16:creationId xmlns:a16="http://schemas.microsoft.com/office/drawing/2014/main" id="{951B2EFE-A5FA-4ADD-84B9-65F8AB49479C}"/>
              </a:ext>
            </a:extLst>
          </p:cNvPr>
          <p:cNvSpPr/>
          <p:nvPr/>
        </p:nvSpPr>
        <p:spPr>
          <a:xfrm>
            <a:off x="10213862" y="4432159"/>
            <a:ext cx="1645920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ui_image_drawing.h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3" name="Rounded Rectangle 19">
            <a:extLst>
              <a:ext uri="{FF2B5EF4-FFF2-40B4-BE49-F238E27FC236}">
                <a16:creationId xmlns:a16="http://schemas.microsoft.com/office/drawing/2014/main" id="{EF663CCD-0A6E-4D03-8E19-3467F555BA25}"/>
              </a:ext>
            </a:extLst>
          </p:cNvPr>
          <p:cNvSpPr/>
          <p:nvPr/>
        </p:nvSpPr>
        <p:spPr>
          <a:xfrm>
            <a:off x="7085335" y="2226369"/>
            <a:ext cx="1280160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 err="1">
                <a:solidFill>
                  <a:schemeClr val="bg1"/>
                </a:solidFill>
              </a:rPr>
              <a:t>dw_drawing_soft.h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55" name="Rounded Rectangle 11">
            <a:extLst>
              <a:ext uri="{FF2B5EF4-FFF2-40B4-BE49-F238E27FC236}">
                <a16:creationId xmlns:a16="http://schemas.microsoft.com/office/drawing/2014/main" id="{F2ADE1F1-8F80-438E-89BD-B99C1999B5BA}"/>
              </a:ext>
            </a:extLst>
          </p:cNvPr>
          <p:cNvSpPr/>
          <p:nvPr/>
        </p:nvSpPr>
        <p:spPr>
          <a:xfrm>
            <a:off x="5747590" y="1820333"/>
            <a:ext cx="2595742" cy="288000"/>
          </a:xfrm>
          <a:prstGeom prst="roundRect">
            <a:avLst/>
          </a:prstGeom>
          <a:solidFill>
            <a:srgbClr val="6CC2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Software Algorithms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153F155-4AE2-4638-A893-53D67D6ACE68}"/>
              </a:ext>
            </a:extLst>
          </p:cNvPr>
          <p:cNvGrpSpPr/>
          <p:nvPr/>
        </p:nvGrpSpPr>
        <p:grpSpPr>
          <a:xfrm>
            <a:off x="315544" y="5161319"/>
            <a:ext cx="1809751" cy="276999"/>
            <a:chOff x="1181100" y="4410075"/>
            <a:chExt cx="1809751" cy="276999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30FF09A-D724-41CE-8B6B-C8A9E2109DD7}"/>
                </a:ext>
              </a:extLst>
            </p:cNvPr>
            <p:cNvSpPr/>
            <p:nvPr/>
          </p:nvSpPr>
          <p:spPr>
            <a:xfrm>
              <a:off x="1181100" y="4410075"/>
              <a:ext cx="247650" cy="238125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C94D93E-94BC-4701-A362-2E6A761D76CA}"/>
                </a:ext>
              </a:extLst>
            </p:cNvPr>
            <p:cNvSpPr txBox="1"/>
            <p:nvPr/>
          </p:nvSpPr>
          <p:spPr>
            <a:xfrm>
              <a:off x="1428751" y="4410075"/>
              <a:ext cx="1562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Foundation library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FC92D7C-F8FF-4B3D-80E1-8245E81CFC64}"/>
              </a:ext>
            </a:extLst>
          </p:cNvPr>
          <p:cNvGrpSpPr/>
          <p:nvPr/>
        </p:nvGrpSpPr>
        <p:grpSpPr>
          <a:xfrm>
            <a:off x="315544" y="5710043"/>
            <a:ext cx="1809751" cy="276999"/>
            <a:chOff x="1181100" y="4410075"/>
            <a:chExt cx="1809751" cy="276999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6B12055-8574-4D9C-8A73-8524AA28590A}"/>
                </a:ext>
              </a:extLst>
            </p:cNvPr>
            <p:cNvSpPr/>
            <p:nvPr/>
          </p:nvSpPr>
          <p:spPr>
            <a:xfrm>
              <a:off x="1181100" y="4410075"/>
              <a:ext cx="247650" cy="238125"/>
            </a:xfrm>
            <a:prstGeom prst="ellipse">
              <a:avLst/>
            </a:prstGeom>
            <a:solidFill>
              <a:srgbClr val="EE502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F25C3E2-A8C1-44ED-AB5C-CFBA9A21701F}"/>
                </a:ext>
              </a:extLst>
            </p:cNvPr>
            <p:cNvSpPr txBox="1"/>
            <p:nvPr/>
          </p:nvSpPr>
          <p:spPr>
            <a:xfrm>
              <a:off x="1428751" y="4410075"/>
              <a:ext cx="1562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 file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06EB95F-DCD3-406E-A4FD-DA8A77EAD71A}"/>
              </a:ext>
            </a:extLst>
          </p:cNvPr>
          <p:cNvGrpSpPr/>
          <p:nvPr/>
        </p:nvGrpSpPr>
        <p:grpSpPr>
          <a:xfrm>
            <a:off x="315544" y="5984405"/>
            <a:ext cx="1809751" cy="276999"/>
            <a:chOff x="1181100" y="4410075"/>
            <a:chExt cx="1809751" cy="276999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04529874-353A-4B5A-BA92-E997FB3D98A2}"/>
                </a:ext>
              </a:extLst>
            </p:cNvPr>
            <p:cNvSpPr/>
            <p:nvPr/>
          </p:nvSpPr>
          <p:spPr>
            <a:xfrm>
              <a:off x="1181100" y="4410075"/>
              <a:ext cx="247650" cy="238125"/>
            </a:xfrm>
            <a:prstGeom prst="ellipse">
              <a:avLst/>
            </a:prstGeom>
            <a:solidFill>
              <a:srgbClr val="6CC24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B258D0E-39BB-43B3-8601-ECD846FB076B}"/>
                </a:ext>
              </a:extLst>
            </p:cNvPr>
            <p:cNvSpPr txBox="1"/>
            <p:nvPr/>
          </p:nvSpPr>
          <p:spPr>
            <a:xfrm>
              <a:off x="1428751" y="4410075"/>
              <a:ext cx="1562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Archive file (.a)</a:t>
              </a:r>
            </a:p>
          </p:txBody>
        </p:sp>
      </p:grpSp>
      <p:sp>
        <p:nvSpPr>
          <p:cNvPr id="2" name="Rounded Rectangle 28">
            <a:extLst>
              <a:ext uri="{FF2B5EF4-FFF2-40B4-BE49-F238E27FC236}">
                <a16:creationId xmlns:a16="http://schemas.microsoft.com/office/drawing/2014/main" id="{DADA767A-8DAE-4675-904B-EBB105FAF3D4}"/>
              </a:ext>
            </a:extLst>
          </p:cNvPr>
          <p:cNvSpPr/>
          <p:nvPr/>
        </p:nvSpPr>
        <p:spPr>
          <a:xfrm>
            <a:off x="2242810" y="3025047"/>
            <a:ext cx="1645920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microui_constants.h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Rounded Rectangle 47">
            <a:extLst>
              <a:ext uri="{FF2B5EF4-FFF2-40B4-BE49-F238E27FC236}">
                <a16:creationId xmlns:a16="http://schemas.microsoft.com/office/drawing/2014/main" id="{AEFAECC8-9936-461D-00CD-90FA60D49176}"/>
              </a:ext>
            </a:extLst>
          </p:cNvPr>
          <p:cNvSpPr/>
          <p:nvPr/>
        </p:nvSpPr>
        <p:spPr>
          <a:xfrm>
            <a:off x="4001867" y="4432159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ui_drawing_gpu.c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Rounded Rectangle 19">
            <a:extLst>
              <a:ext uri="{FF2B5EF4-FFF2-40B4-BE49-F238E27FC236}">
                <a16:creationId xmlns:a16="http://schemas.microsoft.com/office/drawing/2014/main" id="{72651173-7860-DE52-23BF-67E19D1CF4E2}"/>
              </a:ext>
            </a:extLst>
          </p:cNvPr>
          <p:cNvSpPr/>
          <p:nvPr/>
        </p:nvSpPr>
        <p:spPr>
          <a:xfrm>
            <a:off x="8478557" y="4796342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ui_drawing.c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Rounded Rectangle 19">
            <a:extLst>
              <a:ext uri="{FF2B5EF4-FFF2-40B4-BE49-F238E27FC236}">
                <a16:creationId xmlns:a16="http://schemas.microsoft.com/office/drawing/2014/main" id="{08329A8F-A755-23DB-76D4-7238B21C4233}"/>
              </a:ext>
            </a:extLst>
          </p:cNvPr>
          <p:cNvSpPr/>
          <p:nvPr/>
        </p:nvSpPr>
        <p:spPr>
          <a:xfrm>
            <a:off x="10213862" y="4796342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ui_image_drawing.c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7513CAB-30DE-30D0-91D4-E376D962D265}"/>
              </a:ext>
            </a:extLst>
          </p:cNvPr>
          <p:cNvGrpSpPr/>
          <p:nvPr/>
        </p:nvGrpSpPr>
        <p:grpSpPr>
          <a:xfrm>
            <a:off x="315544" y="5435681"/>
            <a:ext cx="1809751" cy="276999"/>
            <a:chOff x="1181100" y="4410075"/>
            <a:chExt cx="1809751" cy="27699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1446CAA-1CA8-CAF0-BF48-DA36D4CD1C3F}"/>
                </a:ext>
              </a:extLst>
            </p:cNvPr>
            <p:cNvSpPr/>
            <p:nvPr/>
          </p:nvSpPr>
          <p:spPr>
            <a:xfrm>
              <a:off x="1181100" y="4410075"/>
              <a:ext cx="247650" cy="238125"/>
            </a:xfrm>
            <a:prstGeom prst="ellipse">
              <a:avLst/>
            </a:prstGeom>
            <a:solidFill>
              <a:srgbClr val="00AEC7"/>
            </a:solidFill>
            <a:ln w="12700">
              <a:solidFill>
                <a:srgbClr val="2F528F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526498E-CF0C-4214-44C9-3E6C423F5150}"/>
                </a:ext>
              </a:extLst>
            </p:cNvPr>
            <p:cNvSpPr txBox="1"/>
            <p:nvPr/>
          </p:nvSpPr>
          <p:spPr>
            <a:xfrm>
              <a:off x="1428751" y="4410075"/>
              <a:ext cx="1562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H file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0376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62">
            <a:extLst>
              <a:ext uri="{FF2B5EF4-FFF2-40B4-BE49-F238E27FC236}">
                <a16:creationId xmlns:a16="http://schemas.microsoft.com/office/drawing/2014/main" id="{9C43C99F-5D33-467C-8A24-C632F8173596}"/>
              </a:ext>
            </a:extLst>
          </p:cNvPr>
          <p:cNvSpPr/>
          <p:nvPr/>
        </p:nvSpPr>
        <p:spPr>
          <a:xfrm>
            <a:off x="6181071" y="3470234"/>
            <a:ext cx="5802369" cy="524072"/>
          </a:xfrm>
          <a:prstGeom prst="roundRect">
            <a:avLst>
              <a:gd name="adj" fmla="val 5059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Rounded Rectangle 62">
            <a:extLst>
              <a:ext uri="{FF2B5EF4-FFF2-40B4-BE49-F238E27FC236}">
                <a16:creationId xmlns:a16="http://schemas.microsoft.com/office/drawing/2014/main" id="{BF31572B-9257-4540-9DA0-E3DBF2CCA808}"/>
              </a:ext>
            </a:extLst>
          </p:cNvPr>
          <p:cNvSpPr/>
          <p:nvPr/>
        </p:nvSpPr>
        <p:spPr>
          <a:xfrm>
            <a:off x="281585" y="3470234"/>
            <a:ext cx="2358032" cy="524072"/>
          </a:xfrm>
          <a:prstGeom prst="roundRect">
            <a:avLst>
              <a:gd name="adj" fmla="val 5059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Rounded Rectangle 62">
            <a:extLst>
              <a:ext uri="{FF2B5EF4-FFF2-40B4-BE49-F238E27FC236}">
                <a16:creationId xmlns:a16="http://schemas.microsoft.com/office/drawing/2014/main" id="{82A2A3DD-3E67-4163-ACBE-C30CF0516676}"/>
              </a:ext>
            </a:extLst>
          </p:cNvPr>
          <p:cNvSpPr/>
          <p:nvPr/>
        </p:nvSpPr>
        <p:spPr>
          <a:xfrm>
            <a:off x="321535" y="1282851"/>
            <a:ext cx="11719072" cy="1846982"/>
          </a:xfrm>
          <a:prstGeom prst="roundRect">
            <a:avLst>
              <a:gd name="adj" fmla="val 5059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3ECDECEA-B36A-4C45-94D5-F45839B97E4F}"/>
              </a:ext>
            </a:extLst>
          </p:cNvPr>
          <p:cNvSpPr/>
          <p:nvPr/>
        </p:nvSpPr>
        <p:spPr>
          <a:xfrm>
            <a:off x="4001867" y="1807374"/>
            <a:ext cx="1645918" cy="288000"/>
          </a:xfrm>
          <a:prstGeom prst="roundRect">
            <a:avLst/>
          </a:prstGeom>
          <a:solidFill>
            <a:srgbClr val="6CC2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Graphics Engine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7526F71-8B81-4090-BE59-1B4A7C7C3254}"/>
              </a:ext>
            </a:extLst>
          </p:cNvPr>
          <p:cNvSpPr/>
          <p:nvPr/>
        </p:nvSpPr>
        <p:spPr>
          <a:xfrm>
            <a:off x="4001867" y="2598518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LLUIDisplayImpl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Rounded Rectangle 15">
            <a:extLst>
              <a:ext uri="{FF2B5EF4-FFF2-40B4-BE49-F238E27FC236}">
                <a16:creationId xmlns:a16="http://schemas.microsoft.com/office/drawing/2014/main" id="{68A164E6-CD05-4AF4-A2F9-23F05DB4DC5F}"/>
              </a:ext>
            </a:extLst>
          </p:cNvPr>
          <p:cNvSpPr/>
          <p:nvPr/>
        </p:nvSpPr>
        <p:spPr>
          <a:xfrm>
            <a:off x="479375" y="1419682"/>
            <a:ext cx="9645102" cy="288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tx2"/>
                </a:solidFill>
              </a:rPr>
              <a:t>MICROUI-3.0</a:t>
            </a:r>
          </a:p>
        </p:txBody>
      </p:sp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7B8002FE-6731-42F8-9046-E0DECD1BEA13}"/>
              </a:ext>
            </a:extLst>
          </p:cNvPr>
          <p:cNvSpPr/>
          <p:nvPr/>
        </p:nvSpPr>
        <p:spPr>
          <a:xfrm>
            <a:off x="7524358" y="1807374"/>
            <a:ext cx="2600119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LLUIPainter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Rounded Rectangle 19">
            <a:extLst>
              <a:ext uri="{FF2B5EF4-FFF2-40B4-BE49-F238E27FC236}">
                <a16:creationId xmlns:a16="http://schemas.microsoft.com/office/drawing/2014/main" id="{C3E21FC4-7224-45BD-BD8C-FDC78BA5A261}"/>
              </a:ext>
            </a:extLst>
          </p:cNvPr>
          <p:cNvSpPr/>
          <p:nvPr/>
        </p:nvSpPr>
        <p:spPr>
          <a:xfrm>
            <a:off x="7524358" y="2213410"/>
            <a:ext cx="164520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UIImageDrawing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EC970D0-5B26-4CFD-8D1A-F35E887D4BBE}"/>
              </a:ext>
            </a:extLst>
          </p:cNvPr>
          <p:cNvSpPr/>
          <p:nvPr/>
        </p:nvSpPr>
        <p:spPr>
          <a:xfrm>
            <a:off x="5765299" y="2213410"/>
            <a:ext cx="164520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DisplayDrawer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2FFF96-BF8A-4868-B58D-D2E0C2686991}"/>
              </a:ext>
            </a:extLst>
          </p:cNvPr>
          <p:cNvSpPr/>
          <p:nvPr/>
        </p:nvSpPr>
        <p:spPr>
          <a:xfrm>
            <a:off x="427480" y="3181386"/>
            <a:ext cx="17497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/>
              <a:t>ej.tool.frontpanel#widget</a:t>
            </a:r>
            <a:endParaRPr lang="en-US" sz="1200" dirty="0"/>
          </a:p>
        </p:txBody>
      </p:sp>
      <p:sp>
        <p:nvSpPr>
          <p:cNvPr id="25" name="Rounded Rectangle 29">
            <a:extLst>
              <a:ext uri="{FF2B5EF4-FFF2-40B4-BE49-F238E27FC236}">
                <a16:creationId xmlns:a16="http://schemas.microsoft.com/office/drawing/2014/main" id="{9FE61539-C5B6-47B1-B06D-F254F5C7E315}"/>
              </a:ext>
            </a:extLst>
          </p:cNvPr>
          <p:cNvSpPr/>
          <p:nvPr/>
        </p:nvSpPr>
        <p:spPr>
          <a:xfrm>
            <a:off x="479375" y="3603233"/>
            <a:ext cx="1869742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bg1"/>
                </a:solidFill>
              </a:rPr>
              <a:t>Widgets (Display, LED etc.)</a:t>
            </a:r>
          </a:p>
        </p:txBody>
      </p:sp>
      <p:sp>
        <p:nvSpPr>
          <p:cNvPr id="27" name="Rounded Rectangle 31">
            <a:extLst>
              <a:ext uri="{FF2B5EF4-FFF2-40B4-BE49-F238E27FC236}">
                <a16:creationId xmlns:a16="http://schemas.microsoft.com/office/drawing/2014/main" id="{FA0DEA5D-572A-4EF4-88FD-2278C6A2E8A6}"/>
              </a:ext>
            </a:extLst>
          </p:cNvPr>
          <p:cNvSpPr/>
          <p:nvPr/>
        </p:nvSpPr>
        <p:spPr>
          <a:xfrm>
            <a:off x="4001867" y="2206640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LLUIDisplay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9" name="Rounded Rectangle 34">
            <a:extLst>
              <a:ext uri="{FF2B5EF4-FFF2-40B4-BE49-F238E27FC236}">
                <a16:creationId xmlns:a16="http://schemas.microsoft.com/office/drawing/2014/main" id="{F2CCE291-30C8-4DFF-B395-D13CBFB4D225}"/>
              </a:ext>
            </a:extLst>
          </p:cNvPr>
          <p:cNvSpPr/>
          <p:nvPr/>
        </p:nvSpPr>
        <p:spPr>
          <a:xfrm>
            <a:off x="2242808" y="2206640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LLUIInput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1" name="Rounded Rectangle 39">
            <a:extLst>
              <a:ext uri="{FF2B5EF4-FFF2-40B4-BE49-F238E27FC236}">
                <a16:creationId xmlns:a16="http://schemas.microsoft.com/office/drawing/2014/main" id="{AB4B996E-42A8-4109-9F48-178419FB7649}"/>
              </a:ext>
            </a:extLst>
          </p:cNvPr>
          <p:cNvSpPr/>
          <p:nvPr/>
        </p:nvSpPr>
        <p:spPr>
          <a:xfrm>
            <a:off x="479375" y="2598518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LLUILedImpl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3" name="Rounded Rectangle 41">
            <a:extLst>
              <a:ext uri="{FF2B5EF4-FFF2-40B4-BE49-F238E27FC236}">
                <a16:creationId xmlns:a16="http://schemas.microsoft.com/office/drawing/2014/main" id="{3590DEB9-C22C-4F0E-BAB8-494B3B05CDA1}"/>
              </a:ext>
            </a:extLst>
          </p:cNvPr>
          <p:cNvSpPr/>
          <p:nvPr/>
        </p:nvSpPr>
        <p:spPr>
          <a:xfrm>
            <a:off x="10213862" y="1419682"/>
            <a:ext cx="1645920" cy="288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tx2"/>
                </a:solidFill>
              </a:rPr>
              <a:t>DRAWING-1.0</a:t>
            </a:r>
          </a:p>
        </p:txBody>
      </p:sp>
      <p:sp>
        <p:nvSpPr>
          <p:cNvPr id="35" name="Rounded Rectangle 42">
            <a:extLst>
              <a:ext uri="{FF2B5EF4-FFF2-40B4-BE49-F238E27FC236}">
                <a16:creationId xmlns:a16="http://schemas.microsoft.com/office/drawing/2014/main" id="{7276BB2B-E05F-4336-A393-9E5D616E230F}"/>
              </a:ext>
            </a:extLst>
          </p:cNvPr>
          <p:cNvSpPr/>
          <p:nvPr/>
        </p:nvSpPr>
        <p:spPr>
          <a:xfrm>
            <a:off x="10213862" y="1803599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LLDWPainter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7" name="Rounded Rectangle 43">
            <a:extLst>
              <a:ext uri="{FF2B5EF4-FFF2-40B4-BE49-F238E27FC236}">
                <a16:creationId xmlns:a16="http://schemas.microsoft.com/office/drawing/2014/main" id="{02DD1A35-6B77-40E7-B70F-6B99E38AA8B8}"/>
              </a:ext>
            </a:extLst>
          </p:cNvPr>
          <p:cNvSpPr/>
          <p:nvPr/>
        </p:nvSpPr>
        <p:spPr>
          <a:xfrm>
            <a:off x="2242808" y="1807374"/>
            <a:ext cx="1645920" cy="288000"/>
          </a:xfrm>
          <a:prstGeom prst="roundRect">
            <a:avLst/>
          </a:prstGeom>
          <a:solidFill>
            <a:srgbClr val="6CC2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Event Engine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39EA1AE-77DB-413B-8030-2B4664CC265C}"/>
              </a:ext>
            </a:extLst>
          </p:cNvPr>
          <p:cNvSpPr/>
          <p:nvPr/>
        </p:nvSpPr>
        <p:spPr>
          <a:xfrm>
            <a:off x="6173025" y="3196861"/>
            <a:ext cx="19480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Front panel VEE Port project</a:t>
            </a:r>
          </a:p>
        </p:txBody>
      </p:sp>
      <p:sp>
        <p:nvSpPr>
          <p:cNvPr id="41" name="Rounded Rectangle 46">
            <a:extLst>
              <a:ext uri="{FF2B5EF4-FFF2-40B4-BE49-F238E27FC236}">
                <a16:creationId xmlns:a16="http://schemas.microsoft.com/office/drawing/2014/main" id="{68DD34FE-07AB-4BF0-91D6-E000186CD250}"/>
              </a:ext>
            </a:extLst>
          </p:cNvPr>
          <p:cNvSpPr/>
          <p:nvPr/>
        </p:nvSpPr>
        <p:spPr>
          <a:xfrm>
            <a:off x="6297476" y="3588270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bg1"/>
                </a:solidFill>
              </a:rPr>
              <a:t>.</a:t>
            </a:r>
            <a:r>
              <a:rPr lang="en-US" sz="1200" dirty="0" err="1">
                <a:solidFill>
                  <a:schemeClr val="bg1"/>
                </a:solidFill>
              </a:rPr>
              <a:t>fp</a:t>
            </a:r>
            <a:r>
              <a:rPr lang="en-US" sz="1200" dirty="0">
                <a:solidFill>
                  <a:schemeClr val="bg1"/>
                </a:solidFill>
              </a:rPr>
              <a:t> file and resources</a:t>
            </a:r>
          </a:p>
        </p:txBody>
      </p:sp>
      <p:sp>
        <p:nvSpPr>
          <p:cNvPr id="43" name="Rounded Rectangle 47">
            <a:extLst>
              <a:ext uri="{FF2B5EF4-FFF2-40B4-BE49-F238E27FC236}">
                <a16:creationId xmlns:a16="http://schemas.microsoft.com/office/drawing/2014/main" id="{25C6878C-AE87-4AF3-B3A1-22F0D09B4D4C}"/>
              </a:ext>
            </a:extLst>
          </p:cNvPr>
          <p:cNvSpPr/>
          <p:nvPr/>
        </p:nvSpPr>
        <p:spPr>
          <a:xfrm>
            <a:off x="8196963" y="3588270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bg1"/>
                </a:solidFill>
              </a:rPr>
              <a:t>Widgets</a:t>
            </a:r>
          </a:p>
        </p:txBody>
      </p:sp>
      <p:sp>
        <p:nvSpPr>
          <p:cNvPr id="45" name="Rounded Rectangle 48">
            <a:extLst>
              <a:ext uri="{FF2B5EF4-FFF2-40B4-BE49-F238E27FC236}">
                <a16:creationId xmlns:a16="http://schemas.microsoft.com/office/drawing/2014/main" id="{A858EF64-7E13-461B-8F85-C1030BFB7751}"/>
              </a:ext>
            </a:extLst>
          </p:cNvPr>
          <p:cNvSpPr/>
          <p:nvPr/>
        </p:nvSpPr>
        <p:spPr>
          <a:xfrm>
            <a:off x="10084640" y="3588270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1"/>
                </a:solidFill>
              </a:rPr>
              <a:t>Extended native drawings</a:t>
            </a:r>
          </a:p>
        </p:txBody>
      </p:sp>
      <p:sp>
        <p:nvSpPr>
          <p:cNvPr id="51" name="Rounded Rectangle 11">
            <a:extLst>
              <a:ext uri="{FF2B5EF4-FFF2-40B4-BE49-F238E27FC236}">
                <a16:creationId xmlns:a16="http://schemas.microsoft.com/office/drawing/2014/main" id="{9A02C670-7839-478C-8E5F-B5000F4FC315}"/>
              </a:ext>
            </a:extLst>
          </p:cNvPr>
          <p:cNvSpPr/>
          <p:nvPr/>
        </p:nvSpPr>
        <p:spPr>
          <a:xfrm>
            <a:off x="5765300" y="1807374"/>
            <a:ext cx="1645200" cy="288000"/>
          </a:xfrm>
          <a:prstGeom prst="roundRect">
            <a:avLst/>
          </a:prstGeom>
          <a:solidFill>
            <a:srgbClr val="6CC2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Software Algorithms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AF99265-7BC1-4A0B-B7F7-3C40DB82B320}"/>
              </a:ext>
            </a:extLst>
          </p:cNvPr>
          <p:cNvGrpSpPr/>
          <p:nvPr/>
        </p:nvGrpSpPr>
        <p:grpSpPr>
          <a:xfrm>
            <a:off x="321535" y="4196207"/>
            <a:ext cx="1809751" cy="276999"/>
            <a:chOff x="1181100" y="4410075"/>
            <a:chExt cx="1809751" cy="276999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35C6DA0-6813-4F22-8EA0-230A560104E9}"/>
                </a:ext>
              </a:extLst>
            </p:cNvPr>
            <p:cNvSpPr/>
            <p:nvPr/>
          </p:nvSpPr>
          <p:spPr>
            <a:xfrm>
              <a:off x="1181100" y="4410075"/>
              <a:ext cx="247650" cy="238125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98D2903-790B-4110-A888-8B66C3957627}"/>
                </a:ext>
              </a:extLst>
            </p:cNvPr>
            <p:cNvSpPr txBox="1"/>
            <p:nvPr/>
          </p:nvSpPr>
          <p:spPr>
            <a:xfrm>
              <a:off x="1428751" y="4410075"/>
              <a:ext cx="1562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Foundation library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8FF76F9-484D-4DF9-9D89-331E269DCE4B}"/>
              </a:ext>
            </a:extLst>
          </p:cNvPr>
          <p:cNvGrpSpPr/>
          <p:nvPr/>
        </p:nvGrpSpPr>
        <p:grpSpPr>
          <a:xfrm>
            <a:off x="321535" y="4473206"/>
            <a:ext cx="2605681" cy="276999"/>
            <a:chOff x="1181100" y="4410075"/>
            <a:chExt cx="2605681" cy="276999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D36902C-E599-43C4-8C09-E0F512BF690C}"/>
                </a:ext>
              </a:extLst>
            </p:cNvPr>
            <p:cNvSpPr/>
            <p:nvPr/>
          </p:nvSpPr>
          <p:spPr>
            <a:xfrm>
              <a:off x="1181100" y="4410075"/>
              <a:ext cx="247650" cy="238125"/>
            </a:xfrm>
            <a:prstGeom prst="ellipse">
              <a:avLst/>
            </a:prstGeom>
            <a:solidFill>
              <a:srgbClr val="EE502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0070FB1-4E7E-4DBB-AEA3-34731FFB848E}"/>
                </a:ext>
              </a:extLst>
            </p:cNvPr>
            <p:cNvSpPr txBox="1"/>
            <p:nvPr/>
          </p:nvSpPr>
          <p:spPr>
            <a:xfrm>
              <a:off x="1428750" y="4410075"/>
              <a:ext cx="23580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Java file (class &amp; interface)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294A739-1F74-41A3-A740-D4FCF041E609}"/>
              </a:ext>
            </a:extLst>
          </p:cNvPr>
          <p:cNvGrpSpPr/>
          <p:nvPr/>
        </p:nvGrpSpPr>
        <p:grpSpPr>
          <a:xfrm>
            <a:off x="321535" y="4754193"/>
            <a:ext cx="1809751" cy="276999"/>
            <a:chOff x="1181100" y="4410075"/>
            <a:chExt cx="1809751" cy="276999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CB43B2B-B917-4F24-9291-EA97E3C18929}"/>
                </a:ext>
              </a:extLst>
            </p:cNvPr>
            <p:cNvSpPr/>
            <p:nvPr/>
          </p:nvSpPr>
          <p:spPr>
            <a:xfrm>
              <a:off x="1181100" y="4410075"/>
              <a:ext cx="247650" cy="238125"/>
            </a:xfrm>
            <a:prstGeom prst="ellipse">
              <a:avLst/>
            </a:prstGeom>
            <a:solidFill>
              <a:srgbClr val="6CC24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AFB7D70-A588-41D9-A108-B883C779A5C5}"/>
                </a:ext>
              </a:extLst>
            </p:cNvPr>
            <p:cNvSpPr txBox="1"/>
            <p:nvPr/>
          </p:nvSpPr>
          <p:spPr>
            <a:xfrm>
              <a:off x="1428751" y="4410075"/>
              <a:ext cx="1562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Archive file (.jar)</a:t>
              </a:r>
            </a:p>
          </p:txBody>
        </p:sp>
      </p:grpSp>
      <p:sp>
        <p:nvSpPr>
          <p:cNvPr id="2" name="Rounded Rectangle 19">
            <a:extLst>
              <a:ext uri="{FF2B5EF4-FFF2-40B4-BE49-F238E27FC236}">
                <a16:creationId xmlns:a16="http://schemas.microsoft.com/office/drawing/2014/main" id="{C849706E-7BCB-7462-B349-5F0552E72B4A}"/>
              </a:ext>
            </a:extLst>
          </p:cNvPr>
          <p:cNvSpPr/>
          <p:nvPr/>
        </p:nvSpPr>
        <p:spPr>
          <a:xfrm>
            <a:off x="9263319" y="2213410"/>
            <a:ext cx="259920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UIDrawing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6C30FFF4-918B-C15B-B2B6-E333E1BC5C34}"/>
              </a:ext>
            </a:extLst>
          </p:cNvPr>
          <p:cNvSpPr/>
          <p:nvPr/>
        </p:nvSpPr>
        <p:spPr>
          <a:xfrm>
            <a:off x="7524357" y="2598518"/>
            <a:ext cx="26001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BufferedImageProvider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117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62">
            <a:extLst>
              <a:ext uri="{FF2B5EF4-FFF2-40B4-BE49-F238E27FC236}">
                <a16:creationId xmlns:a16="http://schemas.microsoft.com/office/drawing/2014/main" id="{1B4ACDCC-CA28-43E5-9C40-29B94393DFD4}"/>
              </a:ext>
            </a:extLst>
          </p:cNvPr>
          <p:cNvSpPr/>
          <p:nvPr/>
        </p:nvSpPr>
        <p:spPr>
          <a:xfrm>
            <a:off x="9163790" y="1048714"/>
            <a:ext cx="2322618" cy="2532686"/>
          </a:xfrm>
          <a:prstGeom prst="roundRect">
            <a:avLst>
              <a:gd name="adj" fmla="val 5059"/>
            </a:avLst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Rounded Rectangle 62">
            <a:extLst>
              <a:ext uri="{FF2B5EF4-FFF2-40B4-BE49-F238E27FC236}">
                <a16:creationId xmlns:a16="http://schemas.microsoft.com/office/drawing/2014/main" id="{13401AA6-A8D3-48B9-830A-340BEBBC99FB}"/>
              </a:ext>
            </a:extLst>
          </p:cNvPr>
          <p:cNvSpPr/>
          <p:nvPr/>
        </p:nvSpPr>
        <p:spPr>
          <a:xfrm>
            <a:off x="6867524" y="2908210"/>
            <a:ext cx="1924051" cy="524072"/>
          </a:xfrm>
          <a:prstGeom prst="roundRect">
            <a:avLst>
              <a:gd name="adj" fmla="val 5059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Rounded Rectangle 62">
            <a:extLst>
              <a:ext uri="{FF2B5EF4-FFF2-40B4-BE49-F238E27FC236}">
                <a16:creationId xmlns:a16="http://schemas.microsoft.com/office/drawing/2014/main" id="{B239E5AC-5DEE-4254-AFE1-434552419997}"/>
              </a:ext>
            </a:extLst>
          </p:cNvPr>
          <p:cNvSpPr/>
          <p:nvPr/>
        </p:nvSpPr>
        <p:spPr>
          <a:xfrm>
            <a:off x="6867524" y="1368576"/>
            <a:ext cx="1924051" cy="974574"/>
          </a:xfrm>
          <a:prstGeom prst="roundRect">
            <a:avLst>
              <a:gd name="adj" fmla="val 5059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Rounded Rectangle 15">
            <a:extLst>
              <a:ext uri="{FF2B5EF4-FFF2-40B4-BE49-F238E27FC236}">
                <a16:creationId xmlns:a16="http://schemas.microsoft.com/office/drawing/2014/main" id="{5C966CDA-1EBB-48EA-AC16-022FFBFC3ACF}"/>
              </a:ext>
            </a:extLst>
          </p:cNvPr>
          <p:cNvSpPr/>
          <p:nvPr/>
        </p:nvSpPr>
        <p:spPr>
          <a:xfrm>
            <a:off x="7021232" y="1505407"/>
            <a:ext cx="1645920" cy="288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tx2"/>
                </a:solidFill>
              </a:rPr>
              <a:t>MICROUI-3.0</a:t>
            </a:r>
          </a:p>
        </p:txBody>
      </p:sp>
      <p:sp>
        <p:nvSpPr>
          <p:cNvPr id="33" name="Rounded Rectangle 39">
            <a:extLst>
              <a:ext uri="{FF2B5EF4-FFF2-40B4-BE49-F238E27FC236}">
                <a16:creationId xmlns:a16="http://schemas.microsoft.com/office/drawing/2014/main" id="{082E1A94-96F0-477A-86D0-C304A8EE457A}"/>
              </a:ext>
            </a:extLst>
          </p:cNvPr>
          <p:cNvSpPr/>
          <p:nvPr/>
        </p:nvSpPr>
        <p:spPr>
          <a:xfrm>
            <a:off x="7025609" y="1889324"/>
            <a:ext cx="1645920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LLUI_LED_impl.h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1353A18-7AED-4983-963D-7743C7D308A0}"/>
              </a:ext>
            </a:extLst>
          </p:cNvPr>
          <p:cNvSpPr/>
          <p:nvPr/>
        </p:nvSpPr>
        <p:spPr>
          <a:xfrm>
            <a:off x="7021232" y="3026246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LLUI_LED_impl.c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C5B66A-198E-484B-941E-A31EBDB4816E}"/>
              </a:ext>
            </a:extLst>
          </p:cNvPr>
          <p:cNvSpPr/>
          <p:nvPr/>
        </p:nvSpPr>
        <p:spPr>
          <a:xfrm>
            <a:off x="6867524" y="2649498"/>
            <a:ext cx="4138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BSP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99801C-7C4D-41AD-92C6-CD3699767636}"/>
              </a:ext>
            </a:extLst>
          </p:cNvPr>
          <p:cNvSpPr/>
          <p:nvPr/>
        </p:nvSpPr>
        <p:spPr>
          <a:xfrm>
            <a:off x="6895575" y="1091577"/>
            <a:ext cx="7201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VEE Port</a:t>
            </a:r>
          </a:p>
        </p:txBody>
      </p:sp>
      <p:sp>
        <p:nvSpPr>
          <p:cNvPr id="4" name="Rounded Rectangle 62">
            <a:extLst>
              <a:ext uri="{FF2B5EF4-FFF2-40B4-BE49-F238E27FC236}">
                <a16:creationId xmlns:a16="http://schemas.microsoft.com/office/drawing/2014/main" id="{F7B6D143-4ECC-436C-8BB7-1CEEE974EC0E}"/>
              </a:ext>
            </a:extLst>
          </p:cNvPr>
          <p:cNvSpPr/>
          <p:nvPr/>
        </p:nvSpPr>
        <p:spPr>
          <a:xfrm>
            <a:off x="9363074" y="2920961"/>
            <a:ext cx="1924051" cy="524072"/>
          </a:xfrm>
          <a:prstGeom prst="roundRect">
            <a:avLst>
              <a:gd name="adj" fmla="val 5059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Rounded Rectangle 62">
            <a:extLst>
              <a:ext uri="{FF2B5EF4-FFF2-40B4-BE49-F238E27FC236}">
                <a16:creationId xmlns:a16="http://schemas.microsoft.com/office/drawing/2014/main" id="{0E9E0BDC-2742-413A-A312-194042BCE944}"/>
              </a:ext>
            </a:extLst>
          </p:cNvPr>
          <p:cNvSpPr/>
          <p:nvPr/>
        </p:nvSpPr>
        <p:spPr>
          <a:xfrm>
            <a:off x="9363074" y="1381327"/>
            <a:ext cx="1924051" cy="974574"/>
          </a:xfrm>
          <a:prstGeom prst="roundRect">
            <a:avLst>
              <a:gd name="adj" fmla="val 5059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Rounded Rectangle 15">
            <a:extLst>
              <a:ext uri="{FF2B5EF4-FFF2-40B4-BE49-F238E27FC236}">
                <a16:creationId xmlns:a16="http://schemas.microsoft.com/office/drawing/2014/main" id="{283AF155-B68F-4BAA-BCD3-39A1D9FB6C48}"/>
              </a:ext>
            </a:extLst>
          </p:cNvPr>
          <p:cNvSpPr/>
          <p:nvPr/>
        </p:nvSpPr>
        <p:spPr>
          <a:xfrm>
            <a:off x="9516782" y="1518158"/>
            <a:ext cx="1645920" cy="288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tx2"/>
                </a:solidFill>
              </a:rPr>
              <a:t>MICROUI-3.0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0C4C04-6E6F-4B4C-B8BE-44378D96A8CF}"/>
              </a:ext>
            </a:extLst>
          </p:cNvPr>
          <p:cNvSpPr/>
          <p:nvPr/>
        </p:nvSpPr>
        <p:spPr>
          <a:xfrm>
            <a:off x="9363074" y="2662249"/>
            <a:ext cx="4138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BSP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B8B578-1702-4EDD-923E-8AF88A506FF9}"/>
              </a:ext>
            </a:extLst>
          </p:cNvPr>
          <p:cNvSpPr/>
          <p:nvPr/>
        </p:nvSpPr>
        <p:spPr>
          <a:xfrm>
            <a:off x="9310443" y="1104328"/>
            <a:ext cx="7201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VEE Port</a:t>
            </a:r>
          </a:p>
        </p:txBody>
      </p:sp>
      <p:sp>
        <p:nvSpPr>
          <p:cNvPr id="32" name="Rounded Rectangle 62">
            <a:extLst>
              <a:ext uri="{FF2B5EF4-FFF2-40B4-BE49-F238E27FC236}">
                <a16:creationId xmlns:a16="http://schemas.microsoft.com/office/drawing/2014/main" id="{540BC4D0-ADBE-4508-B989-8C4819031778}"/>
              </a:ext>
            </a:extLst>
          </p:cNvPr>
          <p:cNvSpPr/>
          <p:nvPr/>
        </p:nvSpPr>
        <p:spPr>
          <a:xfrm>
            <a:off x="1571623" y="3645557"/>
            <a:ext cx="1924051" cy="524072"/>
          </a:xfrm>
          <a:prstGeom prst="roundRect">
            <a:avLst>
              <a:gd name="adj" fmla="val 5059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4" name="Rounded Rectangle 62">
            <a:extLst>
              <a:ext uri="{FF2B5EF4-FFF2-40B4-BE49-F238E27FC236}">
                <a16:creationId xmlns:a16="http://schemas.microsoft.com/office/drawing/2014/main" id="{CB90652D-5643-4DB9-86C7-7CEFE36DFFF2}"/>
              </a:ext>
            </a:extLst>
          </p:cNvPr>
          <p:cNvSpPr/>
          <p:nvPr/>
        </p:nvSpPr>
        <p:spPr>
          <a:xfrm>
            <a:off x="1571624" y="1483276"/>
            <a:ext cx="1924051" cy="1397783"/>
          </a:xfrm>
          <a:prstGeom prst="roundRect">
            <a:avLst>
              <a:gd name="adj" fmla="val 5059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07D59B8C-4FC0-47B1-A8D0-A4C415FEA7D8}"/>
              </a:ext>
            </a:extLst>
          </p:cNvPr>
          <p:cNvSpPr/>
          <p:nvPr/>
        </p:nvSpPr>
        <p:spPr>
          <a:xfrm>
            <a:off x="1725332" y="1620108"/>
            <a:ext cx="1645920" cy="288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tx2"/>
                </a:solidFill>
              </a:rPr>
              <a:t>MICROUI-3.0</a:t>
            </a:r>
          </a:p>
        </p:txBody>
      </p:sp>
      <p:sp>
        <p:nvSpPr>
          <p:cNvPr id="57" name="Rounded Rectangle 39">
            <a:extLst>
              <a:ext uri="{FF2B5EF4-FFF2-40B4-BE49-F238E27FC236}">
                <a16:creationId xmlns:a16="http://schemas.microsoft.com/office/drawing/2014/main" id="{5D813620-EE80-456F-AAD2-8C0830914AD5}"/>
              </a:ext>
            </a:extLst>
          </p:cNvPr>
          <p:cNvSpPr/>
          <p:nvPr/>
        </p:nvSpPr>
        <p:spPr>
          <a:xfrm>
            <a:off x="1725332" y="2400869"/>
            <a:ext cx="1645920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LLUI_LED_impl.h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9" name="Rounded Rectangle 48">
            <a:extLst>
              <a:ext uri="{FF2B5EF4-FFF2-40B4-BE49-F238E27FC236}">
                <a16:creationId xmlns:a16="http://schemas.microsoft.com/office/drawing/2014/main" id="{2DAB42A1-BD9C-4E4D-B3E7-FD1CDBAEEED3}"/>
              </a:ext>
            </a:extLst>
          </p:cNvPr>
          <p:cNvSpPr/>
          <p:nvPr/>
        </p:nvSpPr>
        <p:spPr>
          <a:xfrm>
            <a:off x="1725332" y="3763593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LLUI_LED_impl.c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7B114B3-1D2C-4EAF-811D-2A57BE58E5C5}"/>
              </a:ext>
            </a:extLst>
          </p:cNvPr>
          <p:cNvSpPr/>
          <p:nvPr/>
        </p:nvSpPr>
        <p:spPr>
          <a:xfrm>
            <a:off x="1571624" y="3386845"/>
            <a:ext cx="4138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BSP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B088A74-365D-4296-B4A9-9320052DA0D1}"/>
              </a:ext>
            </a:extLst>
          </p:cNvPr>
          <p:cNvSpPr/>
          <p:nvPr/>
        </p:nvSpPr>
        <p:spPr>
          <a:xfrm>
            <a:off x="1520932" y="1206278"/>
            <a:ext cx="6446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UI Pack</a:t>
            </a:r>
          </a:p>
        </p:txBody>
      </p:sp>
      <p:sp>
        <p:nvSpPr>
          <p:cNvPr id="83" name="Rounded Rectangle 46">
            <a:extLst>
              <a:ext uri="{FF2B5EF4-FFF2-40B4-BE49-F238E27FC236}">
                <a16:creationId xmlns:a16="http://schemas.microsoft.com/office/drawing/2014/main" id="{ACEE0B00-CC77-4F6C-BBE7-C33E34A8BE89}"/>
              </a:ext>
            </a:extLst>
          </p:cNvPr>
          <p:cNvSpPr/>
          <p:nvPr/>
        </p:nvSpPr>
        <p:spPr>
          <a:xfrm>
            <a:off x="1586267" y="4418813"/>
            <a:ext cx="1924050" cy="3088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bg1"/>
                </a:solidFill>
              </a:rPr>
              <a:t>hardware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AB2508B-07DF-4A6E-AF91-81DF9F6B8E5C}"/>
              </a:ext>
            </a:extLst>
          </p:cNvPr>
          <p:cNvCxnSpPr>
            <a:cxnSpLocks/>
          </p:cNvCxnSpPr>
          <p:nvPr/>
        </p:nvCxnSpPr>
        <p:spPr>
          <a:xfrm>
            <a:off x="2548292" y="1908108"/>
            <a:ext cx="0" cy="1845957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5F83AF0-B650-4B13-A694-230D8DDF3E71}"/>
              </a:ext>
            </a:extLst>
          </p:cNvPr>
          <p:cNvCxnSpPr>
            <a:cxnSpLocks/>
            <a:stCxn id="59" idx="2"/>
            <a:endCxn id="83" idx="0"/>
          </p:cNvCxnSpPr>
          <p:nvPr/>
        </p:nvCxnSpPr>
        <p:spPr>
          <a:xfrm>
            <a:off x="2548292" y="4051593"/>
            <a:ext cx="0" cy="367220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8F6A983B-562A-945A-5135-CEE4BC8532B1}"/>
              </a:ext>
            </a:extLst>
          </p:cNvPr>
          <p:cNvGrpSpPr/>
          <p:nvPr/>
        </p:nvGrpSpPr>
        <p:grpSpPr>
          <a:xfrm>
            <a:off x="7332498" y="3997342"/>
            <a:ext cx="1809751" cy="276999"/>
            <a:chOff x="1181100" y="4410075"/>
            <a:chExt cx="1809751" cy="27699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9A5BD5B-C739-EE91-5BF1-240633D5393E}"/>
                </a:ext>
              </a:extLst>
            </p:cNvPr>
            <p:cNvSpPr/>
            <p:nvPr/>
          </p:nvSpPr>
          <p:spPr>
            <a:xfrm>
              <a:off x="1181100" y="4410075"/>
              <a:ext cx="247650" cy="238125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11EC829-BD17-DFAD-29C0-717989E2AA8F}"/>
                </a:ext>
              </a:extLst>
            </p:cNvPr>
            <p:cNvSpPr txBox="1"/>
            <p:nvPr/>
          </p:nvSpPr>
          <p:spPr>
            <a:xfrm>
              <a:off x="1428751" y="4410075"/>
              <a:ext cx="1562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Foundation library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6D78F55-12F8-540F-D4C0-914642BABA9D}"/>
              </a:ext>
            </a:extLst>
          </p:cNvPr>
          <p:cNvGrpSpPr/>
          <p:nvPr/>
        </p:nvGrpSpPr>
        <p:grpSpPr>
          <a:xfrm>
            <a:off x="7332498" y="4546066"/>
            <a:ext cx="1809751" cy="276999"/>
            <a:chOff x="1181100" y="4410075"/>
            <a:chExt cx="1809751" cy="276999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497B250-0C13-0F7C-4C7A-B2F59EFA3D38}"/>
                </a:ext>
              </a:extLst>
            </p:cNvPr>
            <p:cNvSpPr/>
            <p:nvPr/>
          </p:nvSpPr>
          <p:spPr>
            <a:xfrm>
              <a:off x="1181100" y="4410075"/>
              <a:ext cx="247650" cy="238125"/>
            </a:xfrm>
            <a:prstGeom prst="ellipse">
              <a:avLst/>
            </a:prstGeom>
            <a:solidFill>
              <a:srgbClr val="EE502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1D86B38-4598-CC58-23FE-D86B0FA39AB2}"/>
                </a:ext>
              </a:extLst>
            </p:cNvPr>
            <p:cNvSpPr txBox="1"/>
            <p:nvPr/>
          </p:nvSpPr>
          <p:spPr>
            <a:xfrm>
              <a:off x="1428751" y="4410075"/>
              <a:ext cx="1562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 file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5372D5-9952-EAB0-C570-307410F5215E}"/>
              </a:ext>
            </a:extLst>
          </p:cNvPr>
          <p:cNvGrpSpPr/>
          <p:nvPr/>
        </p:nvGrpSpPr>
        <p:grpSpPr>
          <a:xfrm>
            <a:off x="7332498" y="4820428"/>
            <a:ext cx="1809751" cy="276999"/>
            <a:chOff x="1181100" y="4410075"/>
            <a:chExt cx="1809751" cy="276999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2301391-2362-2355-F587-32BD96122602}"/>
                </a:ext>
              </a:extLst>
            </p:cNvPr>
            <p:cNvSpPr/>
            <p:nvPr/>
          </p:nvSpPr>
          <p:spPr>
            <a:xfrm>
              <a:off x="1181100" y="4410075"/>
              <a:ext cx="247650" cy="238125"/>
            </a:xfrm>
            <a:prstGeom prst="ellipse">
              <a:avLst/>
            </a:prstGeom>
            <a:solidFill>
              <a:srgbClr val="6CC24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104F1D6-6DA6-AF54-212D-BB3BCCA76396}"/>
                </a:ext>
              </a:extLst>
            </p:cNvPr>
            <p:cNvSpPr txBox="1"/>
            <p:nvPr/>
          </p:nvSpPr>
          <p:spPr>
            <a:xfrm>
              <a:off x="1428751" y="4410075"/>
              <a:ext cx="1562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Archive file (.a)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6CD92CD-711E-A1A8-F54E-3B96AB64C0FC}"/>
              </a:ext>
            </a:extLst>
          </p:cNvPr>
          <p:cNvGrpSpPr/>
          <p:nvPr/>
        </p:nvGrpSpPr>
        <p:grpSpPr>
          <a:xfrm>
            <a:off x="7332498" y="4271704"/>
            <a:ext cx="1809751" cy="276999"/>
            <a:chOff x="1181100" y="4410075"/>
            <a:chExt cx="1809751" cy="276999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C8DD966-21AF-E7BC-E210-1855D5607DD3}"/>
                </a:ext>
              </a:extLst>
            </p:cNvPr>
            <p:cNvSpPr/>
            <p:nvPr/>
          </p:nvSpPr>
          <p:spPr>
            <a:xfrm>
              <a:off x="1181100" y="4410075"/>
              <a:ext cx="247650" cy="238125"/>
            </a:xfrm>
            <a:prstGeom prst="ellipse">
              <a:avLst/>
            </a:prstGeom>
            <a:solidFill>
              <a:srgbClr val="00AEC7"/>
            </a:solidFill>
            <a:ln w="12700">
              <a:solidFill>
                <a:srgbClr val="2F528F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05A78A9-2263-6321-0FE4-7BA14A7CE4CD}"/>
                </a:ext>
              </a:extLst>
            </p:cNvPr>
            <p:cNvSpPr txBox="1"/>
            <p:nvPr/>
          </p:nvSpPr>
          <p:spPr>
            <a:xfrm>
              <a:off x="1428751" y="4410075"/>
              <a:ext cx="1562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H file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7084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ounded Rectangle 62">
            <a:extLst>
              <a:ext uri="{FF2B5EF4-FFF2-40B4-BE49-F238E27FC236}">
                <a16:creationId xmlns:a16="http://schemas.microsoft.com/office/drawing/2014/main" id="{F904F193-1C02-4EA4-8773-78E3F5241104}"/>
              </a:ext>
            </a:extLst>
          </p:cNvPr>
          <p:cNvSpPr/>
          <p:nvPr/>
        </p:nvSpPr>
        <p:spPr>
          <a:xfrm>
            <a:off x="1688254" y="3280075"/>
            <a:ext cx="5639328" cy="1661668"/>
          </a:xfrm>
          <a:prstGeom prst="roundRect">
            <a:avLst>
              <a:gd name="adj" fmla="val 5059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9" name="Rounded Rectangle 62">
            <a:extLst>
              <a:ext uri="{FF2B5EF4-FFF2-40B4-BE49-F238E27FC236}">
                <a16:creationId xmlns:a16="http://schemas.microsoft.com/office/drawing/2014/main" id="{17C15A13-C0F0-4CBF-BC94-5106A8F6551E}"/>
              </a:ext>
            </a:extLst>
          </p:cNvPr>
          <p:cNvSpPr/>
          <p:nvPr/>
        </p:nvSpPr>
        <p:spPr>
          <a:xfrm>
            <a:off x="1685307" y="826623"/>
            <a:ext cx="5639328" cy="2221574"/>
          </a:xfrm>
          <a:prstGeom prst="roundRect">
            <a:avLst>
              <a:gd name="adj" fmla="val 5059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1" name="Rounded Rectangle 34">
            <a:extLst>
              <a:ext uri="{FF2B5EF4-FFF2-40B4-BE49-F238E27FC236}">
                <a16:creationId xmlns:a16="http://schemas.microsoft.com/office/drawing/2014/main" id="{DB34D9E8-77F0-4DDC-B501-9D0ADCD10393}"/>
              </a:ext>
            </a:extLst>
          </p:cNvPr>
          <p:cNvSpPr/>
          <p:nvPr/>
        </p:nvSpPr>
        <p:spPr>
          <a:xfrm>
            <a:off x="3436889" y="2498725"/>
            <a:ext cx="1645920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LLUI_INPUT.h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1" name="Rounded Rectangle 43">
            <a:extLst>
              <a:ext uri="{FF2B5EF4-FFF2-40B4-BE49-F238E27FC236}">
                <a16:creationId xmlns:a16="http://schemas.microsoft.com/office/drawing/2014/main" id="{E617D3FF-F74E-4B83-AD00-7531189127CC}"/>
              </a:ext>
            </a:extLst>
          </p:cNvPr>
          <p:cNvSpPr/>
          <p:nvPr/>
        </p:nvSpPr>
        <p:spPr>
          <a:xfrm>
            <a:off x="3677161" y="1649410"/>
            <a:ext cx="1645920" cy="288000"/>
          </a:xfrm>
          <a:prstGeom prst="roundRect">
            <a:avLst/>
          </a:prstGeom>
          <a:solidFill>
            <a:srgbClr val="6CC2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Event Engine</a:t>
            </a:r>
          </a:p>
        </p:txBody>
      </p:sp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E6A58955-926D-451A-8952-F377E331D797}"/>
              </a:ext>
            </a:extLst>
          </p:cNvPr>
          <p:cNvSpPr/>
          <p:nvPr/>
        </p:nvSpPr>
        <p:spPr>
          <a:xfrm>
            <a:off x="3693746" y="987948"/>
            <a:ext cx="1645920" cy="288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tx2"/>
                </a:solidFill>
              </a:rPr>
              <a:t>MICROUI-3.0</a:t>
            </a:r>
          </a:p>
        </p:txBody>
      </p:sp>
      <p:sp>
        <p:nvSpPr>
          <p:cNvPr id="6" name="Rounded Rectangle 46">
            <a:extLst>
              <a:ext uri="{FF2B5EF4-FFF2-40B4-BE49-F238E27FC236}">
                <a16:creationId xmlns:a16="http://schemas.microsoft.com/office/drawing/2014/main" id="{5544D694-9569-48DC-890A-DB92F8DD071E}"/>
              </a:ext>
            </a:extLst>
          </p:cNvPr>
          <p:cNvSpPr/>
          <p:nvPr/>
        </p:nvSpPr>
        <p:spPr>
          <a:xfrm>
            <a:off x="5611503" y="4522113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LLUI_INPUT_impl.c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Rounded Rectangle 46">
            <a:extLst>
              <a:ext uri="{FF2B5EF4-FFF2-40B4-BE49-F238E27FC236}">
                <a16:creationId xmlns:a16="http://schemas.microsoft.com/office/drawing/2014/main" id="{F0229A48-66C0-46F3-96E6-4B1F7983B8BB}"/>
              </a:ext>
            </a:extLst>
          </p:cNvPr>
          <p:cNvSpPr/>
          <p:nvPr/>
        </p:nvSpPr>
        <p:spPr>
          <a:xfrm>
            <a:off x="5200023" y="2505725"/>
            <a:ext cx="1645920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LLUI_INPUT_impl.h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Rounded Rectangle 34">
            <a:extLst>
              <a:ext uri="{FF2B5EF4-FFF2-40B4-BE49-F238E27FC236}">
                <a16:creationId xmlns:a16="http://schemas.microsoft.com/office/drawing/2014/main" id="{6238C6AD-80F3-45F7-8EF8-2FA4F019A61A}"/>
              </a:ext>
            </a:extLst>
          </p:cNvPr>
          <p:cNvSpPr/>
          <p:nvPr/>
        </p:nvSpPr>
        <p:spPr>
          <a:xfrm>
            <a:off x="2422741" y="4024412"/>
            <a:ext cx="1645920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Input_listener.h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Rounded Rectangle 34">
            <a:extLst>
              <a:ext uri="{FF2B5EF4-FFF2-40B4-BE49-F238E27FC236}">
                <a16:creationId xmlns:a16="http://schemas.microsoft.com/office/drawing/2014/main" id="{E7123BB0-7490-4E6B-86CE-F4838CCF6D2E}"/>
              </a:ext>
            </a:extLst>
          </p:cNvPr>
          <p:cNvSpPr/>
          <p:nvPr/>
        </p:nvSpPr>
        <p:spPr>
          <a:xfrm>
            <a:off x="1867107" y="3468974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Input_listener.c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Rounded Rectangle 46">
            <a:extLst>
              <a:ext uri="{FF2B5EF4-FFF2-40B4-BE49-F238E27FC236}">
                <a16:creationId xmlns:a16="http://schemas.microsoft.com/office/drawing/2014/main" id="{4DB21356-A0ED-4740-AA9F-A2A37E5139CA}"/>
              </a:ext>
            </a:extLst>
          </p:cNvPr>
          <p:cNvSpPr/>
          <p:nvPr/>
        </p:nvSpPr>
        <p:spPr>
          <a:xfrm>
            <a:off x="3677161" y="4509852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driver.c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Rounded Rectangle 46">
            <a:extLst>
              <a:ext uri="{FF2B5EF4-FFF2-40B4-BE49-F238E27FC236}">
                <a16:creationId xmlns:a16="http://schemas.microsoft.com/office/drawing/2014/main" id="{D7A3083B-25EC-4FA8-AA69-5FF111499666}"/>
              </a:ext>
            </a:extLst>
          </p:cNvPr>
          <p:cNvSpPr/>
          <p:nvPr/>
        </p:nvSpPr>
        <p:spPr>
          <a:xfrm>
            <a:off x="1685307" y="5130642"/>
            <a:ext cx="5639328" cy="3088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bg1"/>
                </a:solidFill>
              </a:rPr>
              <a:t>hardware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6F70952-6E10-48FB-BC0D-02297C466BCB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4500121" y="4797852"/>
            <a:ext cx="4850" cy="332790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6838836-2AD1-45C4-A91E-94C3CF8188C5}"/>
              </a:ext>
            </a:extLst>
          </p:cNvPr>
          <p:cNvCxnSpPr>
            <a:cxnSpLocks/>
            <a:stCxn id="12" idx="2"/>
            <a:endCxn id="14" idx="1"/>
          </p:cNvCxnSpPr>
          <p:nvPr/>
        </p:nvCxnSpPr>
        <p:spPr>
          <a:xfrm>
            <a:off x="2690067" y="3756974"/>
            <a:ext cx="987094" cy="896878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dash"/>
            <a:headEnd type="triangle"/>
          </a:ln>
          <a:effectLst/>
        </p:spPr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CBB2910-6969-4400-9B72-B39A0797BBFE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2690067" y="1937872"/>
            <a:ext cx="1566222" cy="1531102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dash"/>
            <a:headEnd type="triangle"/>
          </a:ln>
          <a:effectLst/>
        </p:spPr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04DA38D-ADEC-4D90-8FFB-9040FE570ECF}"/>
              </a:ext>
            </a:extLst>
          </p:cNvPr>
          <p:cNvCxnSpPr>
            <a:cxnSpLocks/>
            <a:stCxn id="41" idx="2"/>
            <a:endCxn id="14" idx="0"/>
          </p:cNvCxnSpPr>
          <p:nvPr/>
        </p:nvCxnSpPr>
        <p:spPr>
          <a:xfrm>
            <a:off x="4500121" y="1937410"/>
            <a:ext cx="0" cy="2572442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</a:ln>
          <a:effectLst/>
        </p:spPr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78ACAFD-B9EB-475E-B9F2-9B19BA0C7049}"/>
              </a:ext>
            </a:extLst>
          </p:cNvPr>
          <p:cNvCxnSpPr>
            <a:cxnSpLocks/>
            <a:stCxn id="41" idx="0"/>
            <a:endCxn id="4" idx="2"/>
          </p:cNvCxnSpPr>
          <p:nvPr/>
        </p:nvCxnSpPr>
        <p:spPr>
          <a:xfrm flipV="1">
            <a:off x="4500121" y="1275948"/>
            <a:ext cx="16585" cy="373462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1E44877-3E73-4D27-8169-2BA71D5FD325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5096336" y="1937872"/>
            <a:ext cx="1338127" cy="2584241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</a:ln>
          <a:effectLst/>
        </p:spPr>
      </p:cxnSp>
      <p:sp>
        <p:nvSpPr>
          <p:cNvPr id="143" name="Rectangle 142">
            <a:extLst>
              <a:ext uri="{FF2B5EF4-FFF2-40B4-BE49-F238E27FC236}">
                <a16:creationId xmlns:a16="http://schemas.microsoft.com/office/drawing/2014/main" id="{91E92607-87B4-4929-B1D3-B4F62B752887}"/>
              </a:ext>
            </a:extLst>
          </p:cNvPr>
          <p:cNvSpPr/>
          <p:nvPr/>
        </p:nvSpPr>
        <p:spPr>
          <a:xfrm>
            <a:off x="6610352" y="922144"/>
            <a:ext cx="6446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UI Pack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FD0809E-61CF-4580-9827-98507994DBE9}"/>
              </a:ext>
            </a:extLst>
          </p:cNvPr>
          <p:cNvSpPr/>
          <p:nvPr/>
        </p:nvSpPr>
        <p:spPr>
          <a:xfrm>
            <a:off x="6895977" y="3321484"/>
            <a:ext cx="4138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BSP</a:t>
            </a:r>
          </a:p>
        </p:txBody>
      </p:sp>
      <p:sp>
        <p:nvSpPr>
          <p:cNvPr id="163" name="Rounded Rectangle 62">
            <a:extLst>
              <a:ext uri="{FF2B5EF4-FFF2-40B4-BE49-F238E27FC236}">
                <a16:creationId xmlns:a16="http://schemas.microsoft.com/office/drawing/2014/main" id="{0F57ED89-6B19-4280-9DFF-C8BFD883A7EC}"/>
              </a:ext>
            </a:extLst>
          </p:cNvPr>
          <p:cNvSpPr/>
          <p:nvPr/>
        </p:nvSpPr>
        <p:spPr>
          <a:xfrm>
            <a:off x="1756130" y="3328612"/>
            <a:ext cx="2500153" cy="1135438"/>
          </a:xfrm>
          <a:prstGeom prst="roundRect">
            <a:avLst>
              <a:gd name="adj" fmla="val 5059"/>
            </a:avLst>
          </a:prstGeom>
          <a:noFill/>
          <a:ln w="19050">
            <a:solidFill>
              <a:srgbClr val="717D83">
                <a:lumMod val="60000"/>
                <a:lumOff val="4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30855A2A-A71A-4F0E-BC9E-25D759C5B229}"/>
              </a:ext>
            </a:extLst>
          </p:cNvPr>
          <p:cNvSpPr/>
          <p:nvPr/>
        </p:nvSpPr>
        <p:spPr>
          <a:xfrm>
            <a:off x="1712644" y="4224312"/>
            <a:ext cx="7033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i="1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4293283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62">
            <a:extLst>
              <a:ext uri="{FF2B5EF4-FFF2-40B4-BE49-F238E27FC236}">
                <a16:creationId xmlns:a16="http://schemas.microsoft.com/office/drawing/2014/main" id="{13401AA6-A8D3-48B9-830A-340BEBBC99FB}"/>
              </a:ext>
            </a:extLst>
          </p:cNvPr>
          <p:cNvSpPr/>
          <p:nvPr/>
        </p:nvSpPr>
        <p:spPr>
          <a:xfrm>
            <a:off x="0" y="157019"/>
            <a:ext cx="9232167" cy="2836606"/>
          </a:xfrm>
          <a:prstGeom prst="roundRect">
            <a:avLst>
              <a:gd name="adj" fmla="val 5059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Rounded Rectangle 62">
            <a:extLst>
              <a:ext uri="{FF2B5EF4-FFF2-40B4-BE49-F238E27FC236}">
                <a16:creationId xmlns:a16="http://schemas.microsoft.com/office/drawing/2014/main" id="{B239E5AC-5DEE-4254-AFE1-434552419997}"/>
              </a:ext>
            </a:extLst>
          </p:cNvPr>
          <p:cNvSpPr/>
          <p:nvPr/>
        </p:nvSpPr>
        <p:spPr>
          <a:xfrm>
            <a:off x="0" y="3127263"/>
            <a:ext cx="9232167" cy="1939139"/>
          </a:xfrm>
          <a:prstGeom prst="roundRect">
            <a:avLst>
              <a:gd name="adj" fmla="val 5059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A1B6700A-6999-4EF9-AFD6-C118830EC500}"/>
              </a:ext>
            </a:extLst>
          </p:cNvPr>
          <p:cNvSpPr/>
          <p:nvPr/>
        </p:nvSpPr>
        <p:spPr>
          <a:xfrm>
            <a:off x="88810" y="1879082"/>
            <a:ext cx="2928699" cy="288000"/>
          </a:xfrm>
          <a:prstGeom prst="roundRect">
            <a:avLst/>
          </a:prstGeom>
          <a:solidFill>
            <a:srgbClr val="6CC2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Graphics Engine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B796CC1-F8ED-43A6-AE21-7F6FA80A001F}"/>
              </a:ext>
            </a:extLst>
          </p:cNvPr>
          <p:cNvSpPr/>
          <p:nvPr/>
        </p:nvSpPr>
        <p:spPr>
          <a:xfrm>
            <a:off x="100648" y="2390160"/>
            <a:ext cx="1439844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 err="1">
                <a:solidFill>
                  <a:schemeClr val="bg1"/>
                </a:solidFill>
              </a:rPr>
              <a:t>LLUI_DISPLAY_impl.h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5" name="Rounded Rectangle 15">
            <a:extLst>
              <a:ext uri="{FF2B5EF4-FFF2-40B4-BE49-F238E27FC236}">
                <a16:creationId xmlns:a16="http://schemas.microsoft.com/office/drawing/2014/main" id="{5C966CDA-1EBB-48EA-AC16-022FFBFC3ACF}"/>
              </a:ext>
            </a:extLst>
          </p:cNvPr>
          <p:cNvSpPr/>
          <p:nvPr/>
        </p:nvSpPr>
        <p:spPr>
          <a:xfrm>
            <a:off x="88810" y="630887"/>
            <a:ext cx="7383889" cy="288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tx2"/>
                </a:solidFill>
              </a:rPr>
              <a:t>MICROUI-3.0</a:t>
            </a:r>
          </a:p>
        </p:txBody>
      </p:sp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095D8A88-ACB9-49C2-BADC-666B799FB62D}"/>
              </a:ext>
            </a:extLst>
          </p:cNvPr>
          <p:cNvSpPr/>
          <p:nvPr/>
        </p:nvSpPr>
        <p:spPr>
          <a:xfrm>
            <a:off x="6027947" y="1879075"/>
            <a:ext cx="1444752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 err="1">
                <a:solidFill>
                  <a:schemeClr val="bg1"/>
                </a:solidFill>
              </a:rPr>
              <a:t>LLUI_PAINTER_impl.h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Rounded Rectangle 19">
            <a:extLst>
              <a:ext uri="{FF2B5EF4-FFF2-40B4-BE49-F238E27FC236}">
                <a16:creationId xmlns:a16="http://schemas.microsoft.com/office/drawing/2014/main" id="{86171E10-EFF4-4063-BDAF-EFD427E659D4}"/>
              </a:ext>
            </a:extLst>
          </p:cNvPr>
          <p:cNvSpPr/>
          <p:nvPr/>
        </p:nvSpPr>
        <p:spPr>
          <a:xfrm>
            <a:off x="6027947" y="3769636"/>
            <a:ext cx="2995980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ui_drawing.h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434EAEF-0DC6-4D56-8FDB-667CD52CF390}"/>
              </a:ext>
            </a:extLst>
          </p:cNvPr>
          <p:cNvSpPr/>
          <p:nvPr/>
        </p:nvSpPr>
        <p:spPr>
          <a:xfrm>
            <a:off x="3059688" y="2361920"/>
            <a:ext cx="1439844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ui_drawing_soft.h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5" name="Rounded Rectangle 29">
            <a:extLst>
              <a:ext uri="{FF2B5EF4-FFF2-40B4-BE49-F238E27FC236}">
                <a16:creationId xmlns:a16="http://schemas.microsoft.com/office/drawing/2014/main" id="{6B4FEE64-729E-466E-949E-C24D6C2654B7}"/>
              </a:ext>
            </a:extLst>
          </p:cNvPr>
          <p:cNvSpPr/>
          <p:nvPr/>
        </p:nvSpPr>
        <p:spPr>
          <a:xfrm>
            <a:off x="6027947" y="3305032"/>
            <a:ext cx="1444752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 err="1">
                <a:solidFill>
                  <a:schemeClr val="bg1"/>
                </a:solidFill>
              </a:rPr>
              <a:t>LLUI_PAINTER_impl.c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7" name="Rounded Rectangle 31">
            <a:extLst>
              <a:ext uri="{FF2B5EF4-FFF2-40B4-BE49-F238E27FC236}">
                <a16:creationId xmlns:a16="http://schemas.microsoft.com/office/drawing/2014/main" id="{C735D29A-CCB8-497C-AB88-7FF4DDC0A405}"/>
              </a:ext>
            </a:extLst>
          </p:cNvPr>
          <p:cNvSpPr/>
          <p:nvPr/>
        </p:nvSpPr>
        <p:spPr>
          <a:xfrm>
            <a:off x="1568558" y="2373298"/>
            <a:ext cx="1444752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LLUI_DISPLAY.h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5" name="Rounded Rectangle 40">
            <a:extLst>
              <a:ext uri="{FF2B5EF4-FFF2-40B4-BE49-F238E27FC236}">
                <a16:creationId xmlns:a16="http://schemas.microsoft.com/office/drawing/2014/main" id="{C89B4220-B9E4-487B-BBBE-B403464AA876}"/>
              </a:ext>
            </a:extLst>
          </p:cNvPr>
          <p:cNvSpPr/>
          <p:nvPr/>
        </p:nvSpPr>
        <p:spPr>
          <a:xfrm>
            <a:off x="7512401" y="3312295"/>
            <a:ext cx="1511526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 err="1">
                <a:solidFill>
                  <a:schemeClr val="bg1"/>
                </a:solidFill>
              </a:rPr>
              <a:t>LLDW_PAINTER_impl.c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7" name="Rounded Rectangle 41">
            <a:extLst>
              <a:ext uri="{FF2B5EF4-FFF2-40B4-BE49-F238E27FC236}">
                <a16:creationId xmlns:a16="http://schemas.microsoft.com/office/drawing/2014/main" id="{26A72297-D3A0-45D8-A817-12CE5A38DA98}"/>
              </a:ext>
            </a:extLst>
          </p:cNvPr>
          <p:cNvSpPr/>
          <p:nvPr/>
        </p:nvSpPr>
        <p:spPr>
          <a:xfrm>
            <a:off x="7512401" y="630024"/>
            <a:ext cx="1591626" cy="288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tx2"/>
                </a:solidFill>
              </a:rPr>
              <a:t>DRAWING-1.0</a:t>
            </a:r>
          </a:p>
        </p:txBody>
      </p:sp>
      <p:sp>
        <p:nvSpPr>
          <p:cNvPr id="39" name="Rounded Rectangle 42">
            <a:extLst>
              <a:ext uri="{FF2B5EF4-FFF2-40B4-BE49-F238E27FC236}">
                <a16:creationId xmlns:a16="http://schemas.microsoft.com/office/drawing/2014/main" id="{9A26067F-6975-486A-B9D9-65FE64D32F7D}"/>
              </a:ext>
            </a:extLst>
          </p:cNvPr>
          <p:cNvSpPr/>
          <p:nvPr/>
        </p:nvSpPr>
        <p:spPr>
          <a:xfrm>
            <a:off x="7512401" y="1879075"/>
            <a:ext cx="1591626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 err="1">
                <a:solidFill>
                  <a:schemeClr val="bg1"/>
                </a:solidFill>
              </a:rPr>
              <a:t>LLDW_PAINTER_impl.h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6B34BBD-ECEF-47DD-9E55-4CA4015DDD4F}"/>
              </a:ext>
            </a:extLst>
          </p:cNvPr>
          <p:cNvSpPr/>
          <p:nvPr/>
        </p:nvSpPr>
        <p:spPr>
          <a:xfrm>
            <a:off x="26991" y="3166532"/>
            <a:ext cx="4138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BSP</a:t>
            </a:r>
          </a:p>
        </p:txBody>
      </p:sp>
      <p:sp>
        <p:nvSpPr>
          <p:cNvPr id="47" name="Rounded Rectangle 47">
            <a:extLst>
              <a:ext uri="{FF2B5EF4-FFF2-40B4-BE49-F238E27FC236}">
                <a16:creationId xmlns:a16="http://schemas.microsoft.com/office/drawing/2014/main" id="{A5694037-ABF2-42AE-836E-F23DABEAF555}"/>
              </a:ext>
            </a:extLst>
          </p:cNvPr>
          <p:cNvSpPr/>
          <p:nvPr/>
        </p:nvSpPr>
        <p:spPr>
          <a:xfrm>
            <a:off x="113034" y="4393121"/>
            <a:ext cx="2826713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LLUI_DISPLAY_impl.c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3" name="Rounded Rectangle 19">
            <a:extLst>
              <a:ext uri="{FF2B5EF4-FFF2-40B4-BE49-F238E27FC236}">
                <a16:creationId xmlns:a16="http://schemas.microsoft.com/office/drawing/2014/main" id="{EF663CCD-0A6E-4D03-8E19-3467F555BA25}"/>
              </a:ext>
            </a:extLst>
          </p:cNvPr>
          <p:cNvSpPr/>
          <p:nvPr/>
        </p:nvSpPr>
        <p:spPr>
          <a:xfrm>
            <a:off x="4539233" y="2355538"/>
            <a:ext cx="1444752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dw_drawing_soft.h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5" name="Rounded Rectangle 11">
            <a:extLst>
              <a:ext uri="{FF2B5EF4-FFF2-40B4-BE49-F238E27FC236}">
                <a16:creationId xmlns:a16="http://schemas.microsoft.com/office/drawing/2014/main" id="{F2ADE1F1-8F80-438E-89BD-B99C1999B5BA}"/>
              </a:ext>
            </a:extLst>
          </p:cNvPr>
          <p:cNvSpPr/>
          <p:nvPr/>
        </p:nvSpPr>
        <p:spPr>
          <a:xfrm>
            <a:off x="3059688" y="1879082"/>
            <a:ext cx="2926080" cy="288000"/>
          </a:xfrm>
          <a:prstGeom prst="roundRect">
            <a:avLst/>
          </a:prstGeom>
          <a:solidFill>
            <a:srgbClr val="6CC2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Software Algorithms</a:t>
            </a:r>
          </a:p>
        </p:txBody>
      </p:sp>
      <p:sp>
        <p:nvSpPr>
          <p:cNvPr id="2" name="Rounded Rectangle 31">
            <a:extLst>
              <a:ext uri="{FF2B5EF4-FFF2-40B4-BE49-F238E27FC236}">
                <a16:creationId xmlns:a16="http://schemas.microsoft.com/office/drawing/2014/main" id="{C9BC9F7D-0E89-496E-91FF-F58300258B97}"/>
              </a:ext>
            </a:extLst>
          </p:cNvPr>
          <p:cNvSpPr/>
          <p:nvPr/>
        </p:nvSpPr>
        <p:spPr>
          <a:xfrm>
            <a:off x="6027947" y="4390076"/>
            <a:ext cx="2929206" cy="288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tx2"/>
                </a:solidFill>
              </a:rPr>
              <a:t>Drawings in BSP (GPU etc.)</a:t>
            </a:r>
          </a:p>
        </p:txBody>
      </p:sp>
      <p:sp>
        <p:nvSpPr>
          <p:cNvPr id="3" name="Rounded Rectangle 46">
            <a:extLst>
              <a:ext uri="{FF2B5EF4-FFF2-40B4-BE49-F238E27FC236}">
                <a16:creationId xmlns:a16="http://schemas.microsoft.com/office/drawing/2014/main" id="{4A671B8D-3A4C-47EF-AD41-712F59E1514A}"/>
              </a:ext>
            </a:extLst>
          </p:cNvPr>
          <p:cNvSpPr/>
          <p:nvPr/>
        </p:nvSpPr>
        <p:spPr>
          <a:xfrm>
            <a:off x="0" y="5363053"/>
            <a:ext cx="9232167" cy="30880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bg1"/>
                </a:solidFill>
              </a:rPr>
              <a:t>hardware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73D776E-6CF7-45A3-B69D-AACFB51AA088}"/>
              </a:ext>
            </a:extLst>
          </p:cNvPr>
          <p:cNvCxnSpPr>
            <a:cxnSpLocks/>
          </p:cNvCxnSpPr>
          <p:nvPr/>
        </p:nvCxnSpPr>
        <p:spPr>
          <a:xfrm flipV="1">
            <a:off x="6828373" y="889478"/>
            <a:ext cx="1" cy="2415554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8D99F47-37F1-4BD8-ADAF-EF5901FCAE04}"/>
              </a:ext>
            </a:extLst>
          </p:cNvPr>
          <p:cNvCxnSpPr>
            <a:cxnSpLocks/>
          </p:cNvCxnSpPr>
          <p:nvPr/>
        </p:nvCxnSpPr>
        <p:spPr>
          <a:xfrm flipV="1">
            <a:off x="8234776" y="896740"/>
            <a:ext cx="1" cy="2415554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2119EB0-7075-457F-BEDD-A01D20CE4F8F}"/>
              </a:ext>
            </a:extLst>
          </p:cNvPr>
          <p:cNvCxnSpPr>
            <a:cxnSpLocks/>
          </p:cNvCxnSpPr>
          <p:nvPr/>
        </p:nvCxnSpPr>
        <p:spPr>
          <a:xfrm flipV="1">
            <a:off x="6802326" y="3600295"/>
            <a:ext cx="0" cy="789781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7118CDB-06EA-485F-8045-4E97A7EBAE72}"/>
              </a:ext>
            </a:extLst>
          </p:cNvPr>
          <p:cNvCxnSpPr>
            <a:cxnSpLocks/>
          </p:cNvCxnSpPr>
          <p:nvPr/>
        </p:nvCxnSpPr>
        <p:spPr>
          <a:xfrm flipV="1">
            <a:off x="8234776" y="3593032"/>
            <a:ext cx="0" cy="789781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</a:ln>
          <a:effectLst/>
        </p:spPr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FC586EE-B3A7-4112-8738-F7CA3072EAC3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3779610" y="2161574"/>
            <a:ext cx="2248337" cy="2372502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dash"/>
            <a:headEnd type="triangle"/>
          </a:ln>
          <a:effectLst/>
        </p:spPr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02E59B0-C782-4BC8-8740-3AA4E82ED724}"/>
              </a:ext>
            </a:extLst>
          </p:cNvPr>
          <p:cNvCxnSpPr>
            <a:cxnSpLocks/>
          </p:cNvCxnSpPr>
          <p:nvPr/>
        </p:nvCxnSpPr>
        <p:spPr>
          <a:xfrm>
            <a:off x="4909229" y="2161574"/>
            <a:ext cx="1118718" cy="2372502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dash"/>
            <a:headEnd type="triangle"/>
          </a:ln>
          <a:effectLst/>
        </p:spPr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D918C12-E0F1-4691-80DF-50E434E1F3B4}"/>
              </a:ext>
            </a:extLst>
          </p:cNvPr>
          <p:cNvCxnSpPr>
            <a:cxnSpLocks/>
          </p:cNvCxnSpPr>
          <p:nvPr/>
        </p:nvCxnSpPr>
        <p:spPr>
          <a:xfrm flipH="1" flipV="1">
            <a:off x="808733" y="2161576"/>
            <a:ext cx="1142" cy="2221237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</a:ln>
          <a:effectLst/>
        </p:spPr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8CC4F57-E67A-4738-B2A4-9A87A09DA9E2}"/>
              </a:ext>
            </a:extLst>
          </p:cNvPr>
          <p:cNvCxnSpPr>
            <a:cxnSpLocks/>
          </p:cNvCxnSpPr>
          <p:nvPr/>
        </p:nvCxnSpPr>
        <p:spPr>
          <a:xfrm flipH="1">
            <a:off x="7472699" y="4678076"/>
            <a:ext cx="9426" cy="684977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dash"/>
            <a:headEnd type="triangle"/>
            <a:tailEnd type="triangle"/>
          </a:ln>
          <a:effectLst/>
        </p:spPr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15603C3-D129-4DDE-B258-D910EC787CAA}"/>
              </a:ext>
            </a:extLst>
          </p:cNvPr>
          <p:cNvCxnSpPr>
            <a:cxnSpLocks/>
          </p:cNvCxnSpPr>
          <p:nvPr/>
        </p:nvCxnSpPr>
        <p:spPr>
          <a:xfrm>
            <a:off x="1525080" y="4678076"/>
            <a:ext cx="1310" cy="684977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32" name="Rounded Rectangle 62">
            <a:extLst>
              <a:ext uri="{FF2B5EF4-FFF2-40B4-BE49-F238E27FC236}">
                <a16:creationId xmlns:a16="http://schemas.microsoft.com/office/drawing/2014/main" id="{C4260AEB-0D97-42D0-901E-DEED7BCC8B25}"/>
              </a:ext>
            </a:extLst>
          </p:cNvPr>
          <p:cNvSpPr/>
          <p:nvPr/>
        </p:nvSpPr>
        <p:spPr>
          <a:xfrm>
            <a:off x="5868954" y="4234240"/>
            <a:ext cx="3235073" cy="670405"/>
          </a:xfrm>
          <a:prstGeom prst="roundRect">
            <a:avLst>
              <a:gd name="adj" fmla="val 5059"/>
            </a:avLst>
          </a:prstGeom>
          <a:noFill/>
          <a:ln w="19050">
            <a:solidFill>
              <a:srgbClr val="717D83">
                <a:lumMod val="60000"/>
                <a:lumOff val="4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4CD8A75-FD6D-4B50-97D2-23BEF2CB9F57}"/>
              </a:ext>
            </a:extLst>
          </p:cNvPr>
          <p:cNvCxnSpPr>
            <a:cxnSpLocks/>
          </p:cNvCxnSpPr>
          <p:nvPr/>
        </p:nvCxnSpPr>
        <p:spPr>
          <a:xfrm flipV="1">
            <a:off x="2183111" y="2161574"/>
            <a:ext cx="4877" cy="2233948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C15E089-25C9-4A9E-BE25-BE2BD0116634}"/>
              </a:ext>
            </a:extLst>
          </p:cNvPr>
          <p:cNvCxnSpPr>
            <a:cxnSpLocks/>
          </p:cNvCxnSpPr>
          <p:nvPr/>
        </p:nvCxnSpPr>
        <p:spPr>
          <a:xfrm flipV="1">
            <a:off x="1425986" y="889478"/>
            <a:ext cx="0" cy="962006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</a:ln>
          <a:effectLst/>
        </p:spPr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9E5B8965-0755-4B75-8FCA-6B03F7C9D8F2}"/>
              </a:ext>
            </a:extLst>
          </p:cNvPr>
          <p:cNvSpPr/>
          <p:nvPr/>
        </p:nvSpPr>
        <p:spPr>
          <a:xfrm>
            <a:off x="67227" y="199964"/>
            <a:ext cx="6446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UI Pack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6A16CC3-F33B-43C4-8F43-9E20F60FDFFB}"/>
              </a:ext>
            </a:extLst>
          </p:cNvPr>
          <p:cNvSpPr/>
          <p:nvPr/>
        </p:nvSpPr>
        <p:spPr>
          <a:xfrm>
            <a:off x="5803010" y="4678076"/>
            <a:ext cx="7033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i="1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3862553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F7F2653A-8BC6-4641-FE41-90D5F5B71FB7}"/>
              </a:ext>
            </a:extLst>
          </p:cNvPr>
          <p:cNvGrpSpPr/>
          <p:nvPr/>
        </p:nvGrpSpPr>
        <p:grpSpPr>
          <a:xfrm>
            <a:off x="168037" y="1531819"/>
            <a:ext cx="1916922" cy="796288"/>
            <a:chOff x="115315" y="1222701"/>
            <a:chExt cx="1916922" cy="796288"/>
          </a:xfrm>
        </p:grpSpPr>
        <p:sp>
          <p:nvSpPr>
            <p:cNvPr id="4" name="Rounded Rectangle 62">
              <a:extLst>
                <a:ext uri="{FF2B5EF4-FFF2-40B4-BE49-F238E27FC236}">
                  <a16:creationId xmlns:a16="http://schemas.microsoft.com/office/drawing/2014/main" id="{AA9A0801-3292-173F-A4DC-91210479254F}"/>
                </a:ext>
              </a:extLst>
            </p:cNvPr>
            <p:cNvSpPr/>
            <p:nvPr/>
          </p:nvSpPr>
          <p:spPr>
            <a:xfrm>
              <a:off x="162506" y="1459881"/>
              <a:ext cx="1869731" cy="559108"/>
            </a:xfrm>
            <a:prstGeom prst="roundRect">
              <a:avLst>
                <a:gd name="adj" fmla="val 5059"/>
              </a:avLst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lang="en-US" sz="1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74F2E0-535C-6203-02BE-B5A30F957759}"/>
                </a:ext>
              </a:extLst>
            </p:cNvPr>
            <p:cNvSpPr/>
            <p:nvPr/>
          </p:nvSpPr>
          <p:spPr>
            <a:xfrm>
              <a:off x="115315" y="1222701"/>
              <a:ext cx="64460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/>
                <a:t>UI Pack</a:t>
              </a:r>
            </a:p>
          </p:txBody>
        </p:sp>
        <p:sp>
          <p:nvSpPr>
            <p:cNvPr id="11" name="Rounded Rectangle 17">
              <a:extLst>
                <a:ext uri="{FF2B5EF4-FFF2-40B4-BE49-F238E27FC236}">
                  <a16:creationId xmlns:a16="http://schemas.microsoft.com/office/drawing/2014/main" id="{F7BBB758-4A60-BB52-EBC7-D2B690B3F058}"/>
                </a:ext>
              </a:extLst>
            </p:cNvPr>
            <p:cNvSpPr/>
            <p:nvPr/>
          </p:nvSpPr>
          <p:spPr>
            <a:xfrm>
              <a:off x="291036" y="1607847"/>
              <a:ext cx="1645920" cy="288000"/>
            </a:xfrm>
            <a:prstGeom prst="roundRect">
              <a:avLst/>
            </a:prstGeom>
            <a:solidFill>
              <a:srgbClr val="00AE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 err="1">
                  <a:solidFill>
                    <a:schemeClr val="bg1"/>
                  </a:solidFill>
                </a:rPr>
                <a:t>LLUI_PAINTER_impl.h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Rounded Rectangle 62">
            <a:extLst>
              <a:ext uri="{FF2B5EF4-FFF2-40B4-BE49-F238E27FC236}">
                <a16:creationId xmlns:a16="http://schemas.microsoft.com/office/drawing/2014/main" id="{00F79921-C7DD-622C-A23E-14467ADCB5C7}"/>
              </a:ext>
            </a:extLst>
          </p:cNvPr>
          <p:cNvSpPr/>
          <p:nvPr/>
        </p:nvSpPr>
        <p:spPr>
          <a:xfrm>
            <a:off x="2552661" y="1825429"/>
            <a:ext cx="1887202" cy="1251078"/>
          </a:xfrm>
          <a:prstGeom prst="roundRect">
            <a:avLst>
              <a:gd name="adj" fmla="val 5059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2FEDF8-A44D-6CF8-64E2-E59650CCDB66}"/>
              </a:ext>
            </a:extLst>
          </p:cNvPr>
          <p:cNvSpPr/>
          <p:nvPr/>
        </p:nvSpPr>
        <p:spPr>
          <a:xfrm>
            <a:off x="2548003" y="1521213"/>
            <a:ext cx="13251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C Module </a:t>
            </a:r>
            <a:r>
              <a:rPr lang="en-US" sz="1200" dirty="0" err="1"/>
              <a:t>MicroUI</a:t>
            </a:r>
            <a:endParaRPr lang="en-US" sz="1200" dirty="0"/>
          </a:p>
        </p:txBody>
      </p:sp>
      <p:sp>
        <p:nvSpPr>
          <p:cNvPr id="5" name="Rounded Rectangle 29">
            <a:extLst>
              <a:ext uri="{FF2B5EF4-FFF2-40B4-BE49-F238E27FC236}">
                <a16:creationId xmlns:a16="http://schemas.microsoft.com/office/drawing/2014/main" id="{25B4B334-91FC-F5BC-F42B-3C8E95A38B2F}"/>
              </a:ext>
            </a:extLst>
          </p:cNvPr>
          <p:cNvSpPr/>
          <p:nvPr/>
        </p:nvSpPr>
        <p:spPr>
          <a:xfrm>
            <a:off x="2673302" y="1912067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LLUI_PAINTER_impl.c</a:t>
            </a: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12DA880-82E9-D4F9-A51C-447B572C9CE5}"/>
              </a:ext>
            </a:extLst>
          </p:cNvPr>
          <p:cNvCxnSpPr>
            <a:cxnSpLocks/>
            <a:stCxn id="5" idx="1"/>
            <a:endCxn id="11" idx="3"/>
          </p:cNvCxnSpPr>
          <p:nvPr/>
        </p:nvCxnSpPr>
        <p:spPr>
          <a:xfrm flipH="1">
            <a:off x="1989678" y="2056067"/>
            <a:ext cx="683624" cy="4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62">
            <a:extLst>
              <a:ext uri="{FF2B5EF4-FFF2-40B4-BE49-F238E27FC236}">
                <a16:creationId xmlns:a16="http://schemas.microsoft.com/office/drawing/2014/main" id="{E7D45980-4DB5-9A2A-61F8-A9F201B7CA9B}"/>
              </a:ext>
            </a:extLst>
          </p:cNvPr>
          <p:cNvSpPr/>
          <p:nvPr/>
        </p:nvSpPr>
        <p:spPr>
          <a:xfrm>
            <a:off x="5268632" y="1991701"/>
            <a:ext cx="1861683" cy="859070"/>
          </a:xfrm>
          <a:prstGeom prst="roundRect">
            <a:avLst>
              <a:gd name="adj" fmla="val 5059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chemeClr val="bg1">
                    <a:lumMod val="95000"/>
                  </a:schemeClr>
                </a:solidFill>
              </a:rPr>
              <a:t>M0092MEJAUI-2963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3A66E6-715A-15CD-62D7-CC26C81ADF1D}"/>
              </a:ext>
            </a:extLst>
          </p:cNvPr>
          <p:cNvSpPr/>
          <p:nvPr/>
        </p:nvSpPr>
        <p:spPr>
          <a:xfrm>
            <a:off x="5268632" y="1733747"/>
            <a:ext cx="229616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C Module </a:t>
            </a:r>
            <a:r>
              <a:rPr lang="en-US" sz="1200" dirty="0" err="1"/>
              <a:t>MicroUI-VGLite</a:t>
            </a:r>
            <a:endParaRPr lang="en-US" sz="1200" dirty="0"/>
          </a:p>
        </p:txBody>
      </p:sp>
      <p:sp>
        <p:nvSpPr>
          <p:cNvPr id="16" name="Rounded Rectangle 29">
            <a:extLst>
              <a:ext uri="{FF2B5EF4-FFF2-40B4-BE49-F238E27FC236}">
                <a16:creationId xmlns:a16="http://schemas.microsoft.com/office/drawing/2014/main" id="{85A1D995-378C-A69A-2510-ACCD588350BC}"/>
              </a:ext>
            </a:extLst>
          </p:cNvPr>
          <p:cNvSpPr/>
          <p:nvPr/>
        </p:nvSpPr>
        <p:spPr>
          <a:xfrm>
            <a:off x="5352543" y="2106151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ui_vglite.c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313FB7B3-BE7A-AC58-8506-5BE50E779BF4}"/>
              </a:ext>
            </a:extLst>
          </p:cNvPr>
          <p:cNvGrpSpPr/>
          <p:nvPr/>
        </p:nvGrpSpPr>
        <p:grpSpPr>
          <a:xfrm>
            <a:off x="343758" y="3386184"/>
            <a:ext cx="1046818" cy="544141"/>
            <a:chOff x="195827" y="6170286"/>
            <a:chExt cx="1046818" cy="544141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0A46A596-4A97-7F36-64EF-8D8E21527EC5}"/>
                </a:ext>
              </a:extLst>
            </p:cNvPr>
            <p:cNvSpPr/>
            <p:nvPr/>
          </p:nvSpPr>
          <p:spPr>
            <a:xfrm>
              <a:off x="231685" y="6170286"/>
              <a:ext cx="92704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/>
                <a:t>implements</a:t>
              </a:r>
            </a:p>
          </p:txBody>
        </p: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48B9013D-E597-AE1D-4BBC-E26EA575EA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827" y="6437428"/>
              <a:ext cx="1046818" cy="16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C881B6EA-E9EA-90AA-D2A2-DBDFD765F6D4}"/>
                </a:ext>
              </a:extLst>
            </p:cNvPr>
            <p:cNvSpPr/>
            <p:nvPr/>
          </p:nvSpPr>
          <p:spPr>
            <a:xfrm>
              <a:off x="231685" y="6437428"/>
              <a:ext cx="69672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/>
                <a:t>requires</a:t>
              </a:r>
            </a:p>
          </p:txBody>
        </p: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C7AE6EAB-124A-2145-A56F-F27234B7EC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827" y="6706230"/>
              <a:ext cx="10468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1AB6B6B5-F553-FB3F-D66F-8EEE2BF53CDF}"/>
              </a:ext>
            </a:extLst>
          </p:cNvPr>
          <p:cNvCxnSpPr>
            <a:cxnSpLocks/>
            <a:stCxn id="17" idx="3"/>
            <a:endCxn id="119" idx="1"/>
          </p:cNvCxnSpPr>
          <p:nvPr/>
        </p:nvCxnSpPr>
        <p:spPr>
          <a:xfrm>
            <a:off x="7130315" y="2421236"/>
            <a:ext cx="876363" cy="11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A324B84-925D-C7C9-EB01-35FAA994BD05}"/>
              </a:ext>
            </a:extLst>
          </p:cNvPr>
          <p:cNvCxnSpPr>
            <a:cxnSpLocks/>
            <a:stCxn id="12" idx="1"/>
            <a:endCxn id="25" idx="3"/>
          </p:cNvCxnSpPr>
          <p:nvPr/>
        </p:nvCxnSpPr>
        <p:spPr>
          <a:xfrm flipH="1" flipV="1">
            <a:off x="4319222" y="2419752"/>
            <a:ext cx="1033321" cy="188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3A22C73-5836-C990-F305-E3C7BB703C33}"/>
              </a:ext>
            </a:extLst>
          </p:cNvPr>
          <p:cNvGrpSpPr/>
          <p:nvPr/>
        </p:nvGrpSpPr>
        <p:grpSpPr>
          <a:xfrm>
            <a:off x="8006678" y="1738176"/>
            <a:ext cx="1786503" cy="1112595"/>
            <a:chOff x="9856130" y="1428812"/>
            <a:chExt cx="1786503" cy="1112595"/>
          </a:xfrm>
        </p:grpSpPr>
        <p:sp>
          <p:nvSpPr>
            <p:cNvPr id="119" name="Rounded Rectangle 62">
              <a:extLst>
                <a:ext uri="{FF2B5EF4-FFF2-40B4-BE49-F238E27FC236}">
                  <a16:creationId xmlns:a16="http://schemas.microsoft.com/office/drawing/2014/main" id="{BFA02B11-8CF9-F243-2EE1-CA4CA0B32A78}"/>
                </a:ext>
              </a:extLst>
            </p:cNvPr>
            <p:cNvSpPr/>
            <p:nvPr/>
          </p:nvSpPr>
          <p:spPr>
            <a:xfrm>
              <a:off x="9856130" y="1705811"/>
              <a:ext cx="1786503" cy="835596"/>
            </a:xfrm>
            <a:prstGeom prst="roundRect">
              <a:avLst>
                <a:gd name="adj" fmla="val 5059"/>
              </a:avLst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lang="en-US" sz="1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76AE76FD-4400-7C78-6028-A760A1F5F52C}"/>
                </a:ext>
              </a:extLst>
            </p:cNvPr>
            <p:cNvSpPr/>
            <p:nvPr/>
          </p:nvSpPr>
          <p:spPr>
            <a:xfrm>
              <a:off x="9856130" y="1428812"/>
              <a:ext cx="155683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/>
                <a:t>Library </a:t>
              </a:r>
              <a:r>
                <a:rPr lang="en-US" sz="1200" dirty="0" err="1"/>
                <a:t>Vivante</a:t>
              </a:r>
              <a:r>
                <a:rPr lang="en-US" sz="1200" dirty="0"/>
                <a:t> </a:t>
              </a:r>
              <a:r>
                <a:rPr lang="en-US" sz="1200" dirty="0" err="1"/>
                <a:t>VGLite</a:t>
              </a:r>
              <a:endParaRPr lang="en-US" sz="1200" dirty="0"/>
            </a:p>
          </p:txBody>
        </p:sp>
        <p:sp>
          <p:nvSpPr>
            <p:cNvPr id="121" name="Rounded Rectangle 12">
              <a:extLst>
                <a:ext uri="{FF2B5EF4-FFF2-40B4-BE49-F238E27FC236}">
                  <a16:creationId xmlns:a16="http://schemas.microsoft.com/office/drawing/2014/main" id="{7E47ED9A-27C5-0A34-0300-21857E43E1FE}"/>
                </a:ext>
              </a:extLst>
            </p:cNvPr>
            <p:cNvSpPr/>
            <p:nvPr/>
          </p:nvSpPr>
          <p:spPr>
            <a:xfrm>
              <a:off x="9920126" y="1811781"/>
              <a:ext cx="1645920" cy="288000"/>
            </a:xfrm>
            <a:prstGeom prst="roundRect">
              <a:avLst/>
            </a:prstGeom>
            <a:solidFill>
              <a:srgbClr val="00AE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[…]</a:t>
              </a:r>
            </a:p>
          </p:txBody>
        </p:sp>
        <p:sp>
          <p:nvSpPr>
            <p:cNvPr id="122" name="Rounded Rectangle 28">
              <a:extLst>
                <a:ext uri="{FF2B5EF4-FFF2-40B4-BE49-F238E27FC236}">
                  <a16:creationId xmlns:a16="http://schemas.microsoft.com/office/drawing/2014/main" id="{274712E9-D671-4FA9-9851-36C04260CB84}"/>
                </a:ext>
              </a:extLst>
            </p:cNvPr>
            <p:cNvSpPr/>
            <p:nvPr/>
          </p:nvSpPr>
          <p:spPr>
            <a:xfrm>
              <a:off x="9908678" y="2185734"/>
              <a:ext cx="1645920" cy="288000"/>
            </a:xfrm>
            <a:prstGeom prst="roundRect">
              <a:avLst/>
            </a:prstGeom>
            <a:solidFill>
              <a:srgbClr val="EE5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[…]</a:t>
              </a:r>
            </a:p>
          </p:txBody>
        </p:sp>
      </p:grpSp>
      <p:sp>
        <p:nvSpPr>
          <p:cNvPr id="25" name="Rounded Rectangle 19">
            <a:extLst>
              <a:ext uri="{FF2B5EF4-FFF2-40B4-BE49-F238E27FC236}">
                <a16:creationId xmlns:a16="http://schemas.microsoft.com/office/drawing/2014/main" id="{BBC5A0EF-97C9-45D3-6ADA-D75BF8E6C45E}"/>
              </a:ext>
            </a:extLst>
          </p:cNvPr>
          <p:cNvSpPr/>
          <p:nvPr/>
        </p:nvSpPr>
        <p:spPr>
          <a:xfrm>
            <a:off x="2673302" y="2275752"/>
            <a:ext cx="1645920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ui_drawing.h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6" name="Rounded Rectangle 19">
            <a:extLst>
              <a:ext uri="{FF2B5EF4-FFF2-40B4-BE49-F238E27FC236}">
                <a16:creationId xmlns:a16="http://schemas.microsoft.com/office/drawing/2014/main" id="{5D47CC50-A6B8-F84B-CABC-C6F5820A4644}"/>
              </a:ext>
            </a:extLst>
          </p:cNvPr>
          <p:cNvSpPr/>
          <p:nvPr/>
        </p:nvSpPr>
        <p:spPr>
          <a:xfrm>
            <a:off x="2673302" y="2659157"/>
            <a:ext cx="1645920" cy="2880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ui_image_drawing.h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5" name="Rounded Rectangle 62">
            <a:extLst>
              <a:ext uri="{FF2B5EF4-FFF2-40B4-BE49-F238E27FC236}">
                <a16:creationId xmlns:a16="http://schemas.microsoft.com/office/drawing/2014/main" id="{7F314EDC-5CBE-F631-91D7-078F50166933}"/>
              </a:ext>
            </a:extLst>
          </p:cNvPr>
          <p:cNvSpPr/>
          <p:nvPr/>
        </p:nvSpPr>
        <p:spPr>
          <a:xfrm>
            <a:off x="5262859" y="924890"/>
            <a:ext cx="1867456" cy="535449"/>
          </a:xfrm>
          <a:prstGeom prst="roundRect">
            <a:avLst>
              <a:gd name="adj" fmla="val 5059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0159EF2-4B1A-756D-FE59-35D7EFC60B4C}"/>
              </a:ext>
            </a:extLst>
          </p:cNvPr>
          <p:cNvSpPr/>
          <p:nvPr/>
        </p:nvSpPr>
        <p:spPr>
          <a:xfrm>
            <a:off x="5262859" y="666936"/>
            <a:ext cx="229616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C Module MicroUI-DMA2D</a:t>
            </a:r>
          </a:p>
        </p:txBody>
      </p:sp>
      <p:sp>
        <p:nvSpPr>
          <p:cNvPr id="60" name="Rounded Rectangle 29">
            <a:extLst>
              <a:ext uri="{FF2B5EF4-FFF2-40B4-BE49-F238E27FC236}">
                <a16:creationId xmlns:a16="http://schemas.microsoft.com/office/drawing/2014/main" id="{48D5C952-7225-78E6-0A4D-073786260F20}"/>
              </a:ext>
            </a:extLst>
          </p:cNvPr>
          <p:cNvSpPr/>
          <p:nvPr/>
        </p:nvSpPr>
        <p:spPr>
          <a:xfrm>
            <a:off x="5364526" y="1039340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bg1"/>
                </a:solidFill>
              </a:rPr>
              <a:t>ui_drawing_dma2d.c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17F6C28-E310-2558-07AC-24EC3DCAFA46}"/>
              </a:ext>
            </a:extLst>
          </p:cNvPr>
          <p:cNvGrpSpPr/>
          <p:nvPr/>
        </p:nvGrpSpPr>
        <p:grpSpPr>
          <a:xfrm>
            <a:off x="8012974" y="501901"/>
            <a:ext cx="1786503" cy="1112595"/>
            <a:chOff x="9856130" y="1428812"/>
            <a:chExt cx="1786503" cy="1112595"/>
          </a:xfrm>
        </p:grpSpPr>
        <p:sp>
          <p:nvSpPr>
            <p:cNvPr id="76" name="Rounded Rectangle 62">
              <a:extLst>
                <a:ext uri="{FF2B5EF4-FFF2-40B4-BE49-F238E27FC236}">
                  <a16:creationId xmlns:a16="http://schemas.microsoft.com/office/drawing/2014/main" id="{A6A6F203-A1AB-C7F8-02EE-57EF5042600E}"/>
                </a:ext>
              </a:extLst>
            </p:cNvPr>
            <p:cNvSpPr/>
            <p:nvPr/>
          </p:nvSpPr>
          <p:spPr>
            <a:xfrm>
              <a:off x="9856130" y="1705811"/>
              <a:ext cx="1786503" cy="835596"/>
            </a:xfrm>
            <a:prstGeom prst="roundRect">
              <a:avLst>
                <a:gd name="adj" fmla="val 5059"/>
              </a:avLst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lang="en-US" sz="1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3246464-2B76-600B-EF6F-D28981C57325}"/>
                </a:ext>
              </a:extLst>
            </p:cNvPr>
            <p:cNvSpPr/>
            <p:nvPr/>
          </p:nvSpPr>
          <p:spPr>
            <a:xfrm>
              <a:off x="9856130" y="1428812"/>
              <a:ext cx="155754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/>
                <a:t>Driver STM32 DMA2D</a:t>
              </a:r>
            </a:p>
          </p:txBody>
        </p:sp>
        <p:sp>
          <p:nvSpPr>
            <p:cNvPr id="78" name="Rounded Rectangle 12">
              <a:extLst>
                <a:ext uri="{FF2B5EF4-FFF2-40B4-BE49-F238E27FC236}">
                  <a16:creationId xmlns:a16="http://schemas.microsoft.com/office/drawing/2014/main" id="{301B2FC0-8609-2028-8552-37BABDD6B973}"/>
                </a:ext>
              </a:extLst>
            </p:cNvPr>
            <p:cNvSpPr/>
            <p:nvPr/>
          </p:nvSpPr>
          <p:spPr>
            <a:xfrm>
              <a:off x="9920126" y="1811781"/>
              <a:ext cx="1645920" cy="288000"/>
            </a:xfrm>
            <a:prstGeom prst="roundRect">
              <a:avLst/>
            </a:prstGeom>
            <a:solidFill>
              <a:srgbClr val="00AE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[…]</a:t>
              </a:r>
            </a:p>
          </p:txBody>
        </p:sp>
        <p:sp>
          <p:nvSpPr>
            <p:cNvPr id="79" name="Rounded Rectangle 28">
              <a:extLst>
                <a:ext uri="{FF2B5EF4-FFF2-40B4-BE49-F238E27FC236}">
                  <a16:creationId xmlns:a16="http://schemas.microsoft.com/office/drawing/2014/main" id="{0B332F7B-9B91-58F1-6089-479CE848274B}"/>
                </a:ext>
              </a:extLst>
            </p:cNvPr>
            <p:cNvSpPr/>
            <p:nvPr/>
          </p:nvSpPr>
          <p:spPr>
            <a:xfrm>
              <a:off x="9908678" y="2185734"/>
              <a:ext cx="1645920" cy="288000"/>
            </a:xfrm>
            <a:prstGeom prst="roundRect">
              <a:avLst/>
            </a:prstGeom>
            <a:solidFill>
              <a:srgbClr val="EE5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[…]</a:t>
              </a:r>
            </a:p>
          </p:txBody>
        </p:sp>
      </p:grp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524E213-BAA5-24CD-DFD8-10F908BE159A}"/>
              </a:ext>
            </a:extLst>
          </p:cNvPr>
          <p:cNvCxnSpPr>
            <a:cxnSpLocks/>
            <a:stCxn id="60" idx="3"/>
            <a:endCxn id="76" idx="1"/>
          </p:cNvCxnSpPr>
          <p:nvPr/>
        </p:nvCxnSpPr>
        <p:spPr>
          <a:xfrm>
            <a:off x="7010446" y="1183340"/>
            <a:ext cx="1002528" cy="13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AD33D90-C3CD-EED5-201E-37B0C7CE3994}"/>
              </a:ext>
            </a:extLst>
          </p:cNvPr>
          <p:cNvCxnSpPr>
            <a:cxnSpLocks/>
            <a:stCxn id="60" idx="1"/>
            <a:endCxn id="25" idx="3"/>
          </p:cNvCxnSpPr>
          <p:nvPr/>
        </p:nvCxnSpPr>
        <p:spPr>
          <a:xfrm flipH="1">
            <a:off x="4319222" y="1183340"/>
            <a:ext cx="1045304" cy="1236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29">
            <a:extLst>
              <a:ext uri="{FF2B5EF4-FFF2-40B4-BE49-F238E27FC236}">
                <a16:creationId xmlns:a16="http://schemas.microsoft.com/office/drawing/2014/main" id="{B93FACB5-410A-3C17-3BDA-115A8B845353}"/>
              </a:ext>
            </a:extLst>
          </p:cNvPr>
          <p:cNvSpPr/>
          <p:nvPr/>
        </p:nvSpPr>
        <p:spPr>
          <a:xfrm>
            <a:off x="5352543" y="2464201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ui_drawing_vglite</a:t>
            </a:r>
            <a:r>
              <a:rPr lang="en-US" sz="1200" dirty="0">
                <a:solidFill>
                  <a:schemeClr val="bg1"/>
                </a:solidFill>
              </a:rPr>
              <a:t>*.c</a:t>
            </a:r>
          </a:p>
        </p:txBody>
      </p:sp>
      <p:sp>
        <p:nvSpPr>
          <p:cNvPr id="19" name="Rounded Rectangle 62">
            <a:extLst>
              <a:ext uri="{FF2B5EF4-FFF2-40B4-BE49-F238E27FC236}">
                <a16:creationId xmlns:a16="http://schemas.microsoft.com/office/drawing/2014/main" id="{98719147-86BD-A488-C9BF-2DF22DC31CED}"/>
              </a:ext>
            </a:extLst>
          </p:cNvPr>
          <p:cNvSpPr/>
          <p:nvPr/>
        </p:nvSpPr>
        <p:spPr>
          <a:xfrm>
            <a:off x="5262859" y="3452392"/>
            <a:ext cx="1867456" cy="535449"/>
          </a:xfrm>
          <a:prstGeom prst="roundRect">
            <a:avLst>
              <a:gd name="adj" fmla="val 5059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C15642-25C0-6E3E-C2CC-8634603C4BC5}"/>
              </a:ext>
            </a:extLst>
          </p:cNvPr>
          <p:cNvSpPr/>
          <p:nvPr/>
        </p:nvSpPr>
        <p:spPr>
          <a:xfrm>
            <a:off x="5262859" y="3194438"/>
            <a:ext cx="229616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C Module </a:t>
            </a:r>
            <a:r>
              <a:rPr lang="en-US" sz="1200" dirty="0" err="1"/>
              <a:t>MicroUI-NemaGFX</a:t>
            </a:r>
            <a:endParaRPr lang="en-US" sz="1200" dirty="0"/>
          </a:p>
        </p:txBody>
      </p:sp>
      <p:sp>
        <p:nvSpPr>
          <p:cNvPr id="21" name="Rounded Rectangle 29">
            <a:extLst>
              <a:ext uri="{FF2B5EF4-FFF2-40B4-BE49-F238E27FC236}">
                <a16:creationId xmlns:a16="http://schemas.microsoft.com/office/drawing/2014/main" id="{180813BF-CC6A-72C8-297A-E7FB18698D9E}"/>
              </a:ext>
            </a:extLst>
          </p:cNvPr>
          <p:cNvSpPr/>
          <p:nvPr/>
        </p:nvSpPr>
        <p:spPr>
          <a:xfrm>
            <a:off x="5364526" y="3566842"/>
            <a:ext cx="1645920" cy="288000"/>
          </a:xfrm>
          <a:prstGeom prst="roundRect">
            <a:avLst/>
          </a:prstGeom>
          <a:solidFill>
            <a:srgbClr val="EE5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bg1"/>
                </a:solidFill>
              </a:rPr>
              <a:t>ui_drawing_nema.c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29B8950-F205-A05E-8E48-76E51376A578}"/>
              </a:ext>
            </a:extLst>
          </p:cNvPr>
          <p:cNvGrpSpPr/>
          <p:nvPr/>
        </p:nvGrpSpPr>
        <p:grpSpPr>
          <a:xfrm>
            <a:off x="8012974" y="3029403"/>
            <a:ext cx="1786503" cy="1112595"/>
            <a:chOff x="9856130" y="1428812"/>
            <a:chExt cx="1786503" cy="1112595"/>
          </a:xfrm>
        </p:grpSpPr>
        <p:sp>
          <p:nvSpPr>
            <p:cNvPr id="23" name="Rounded Rectangle 62">
              <a:extLst>
                <a:ext uri="{FF2B5EF4-FFF2-40B4-BE49-F238E27FC236}">
                  <a16:creationId xmlns:a16="http://schemas.microsoft.com/office/drawing/2014/main" id="{477D9621-0508-2EB3-2E8F-5929A059E472}"/>
                </a:ext>
              </a:extLst>
            </p:cNvPr>
            <p:cNvSpPr/>
            <p:nvPr/>
          </p:nvSpPr>
          <p:spPr>
            <a:xfrm>
              <a:off x="9856130" y="1705811"/>
              <a:ext cx="1786503" cy="835596"/>
            </a:xfrm>
            <a:prstGeom prst="roundRect">
              <a:avLst>
                <a:gd name="adj" fmla="val 5059"/>
              </a:avLst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lang="en-US" sz="1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EE6E51A-A973-9A32-5C2C-024BA46B7D59}"/>
                </a:ext>
              </a:extLst>
            </p:cNvPr>
            <p:cNvSpPr/>
            <p:nvPr/>
          </p:nvSpPr>
          <p:spPr>
            <a:xfrm>
              <a:off x="9856130" y="1428812"/>
              <a:ext cx="175285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/>
                <a:t>Driver </a:t>
              </a:r>
              <a:r>
                <a:rPr lang="en-US" sz="1200" dirty="0" err="1"/>
                <a:t>ThinkSilicon</a:t>
              </a:r>
              <a:r>
                <a:rPr lang="en-US" sz="1200" dirty="0"/>
                <a:t> </a:t>
              </a:r>
              <a:r>
                <a:rPr lang="en-US" sz="1200" dirty="0" err="1"/>
                <a:t>Nema</a:t>
              </a:r>
              <a:endParaRPr lang="en-US" sz="1200" dirty="0"/>
            </a:p>
          </p:txBody>
        </p:sp>
        <p:sp>
          <p:nvSpPr>
            <p:cNvPr id="27" name="Rounded Rectangle 12">
              <a:extLst>
                <a:ext uri="{FF2B5EF4-FFF2-40B4-BE49-F238E27FC236}">
                  <a16:creationId xmlns:a16="http://schemas.microsoft.com/office/drawing/2014/main" id="{9E18D48C-7622-7B6A-11EB-76F747D6C355}"/>
                </a:ext>
              </a:extLst>
            </p:cNvPr>
            <p:cNvSpPr/>
            <p:nvPr/>
          </p:nvSpPr>
          <p:spPr>
            <a:xfrm>
              <a:off x="9920126" y="1811781"/>
              <a:ext cx="1645920" cy="288000"/>
            </a:xfrm>
            <a:prstGeom prst="roundRect">
              <a:avLst/>
            </a:prstGeom>
            <a:solidFill>
              <a:srgbClr val="00AE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[…]</a:t>
              </a:r>
            </a:p>
          </p:txBody>
        </p:sp>
        <p:sp>
          <p:nvSpPr>
            <p:cNvPr id="28" name="Rounded Rectangle 28">
              <a:extLst>
                <a:ext uri="{FF2B5EF4-FFF2-40B4-BE49-F238E27FC236}">
                  <a16:creationId xmlns:a16="http://schemas.microsoft.com/office/drawing/2014/main" id="{6AE3FAF2-5076-FBDF-1702-09F8ADF2F8C3}"/>
                </a:ext>
              </a:extLst>
            </p:cNvPr>
            <p:cNvSpPr/>
            <p:nvPr/>
          </p:nvSpPr>
          <p:spPr>
            <a:xfrm>
              <a:off x="9908678" y="2185734"/>
              <a:ext cx="1645920" cy="288000"/>
            </a:xfrm>
            <a:prstGeom prst="roundRect">
              <a:avLst/>
            </a:prstGeom>
            <a:solidFill>
              <a:srgbClr val="EE5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[…]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E302DCC-D45D-A74D-29A0-2DC092D93D06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>
            <a:off x="7010446" y="3710842"/>
            <a:ext cx="1002528" cy="13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2CC0BB4-C231-3148-D278-E697B72F0016}"/>
              </a:ext>
            </a:extLst>
          </p:cNvPr>
          <p:cNvCxnSpPr>
            <a:cxnSpLocks/>
            <a:stCxn id="21" idx="1"/>
            <a:endCxn id="25" idx="3"/>
          </p:cNvCxnSpPr>
          <p:nvPr/>
        </p:nvCxnSpPr>
        <p:spPr>
          <a:xfrm flipH="1" flipV="1">
            <a:off x="4319222" y="2419752"/>
            <a:ext cx="1045304" cy="1291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953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1269</TotalTime>
  <Words>483</Words>
  <Application>Microsoft Office PowerPoint</Application>
  <PresentationFormat>Widescreen</PresentationFormat>
  <Paragraphs>131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Félix Pinel</dc:creator>
  <cp:lastModifiedBy>Rémy Louedec</cp:lastModifiedBy>
  <cp:revision>70</cp:revision>
  <dcterms:created xsi:type="dcterms:W3CDTF">2020-03-20T16:33:07Z</dcterms:created>
  <dcterms:modified xsi:type="dcterms:W3CDTF">2025-12-01T22:49:28Z</dcterms:modified>
</cp:coreProperties>
</file>